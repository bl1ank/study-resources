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8" r:id="rId5"/>
    <p:sldId id="259" r:id="rId6"/>
    <p:sldId id="273" r:id="rId7"/>
    <p:sldId id="262" r:id="rId8"/>
    <p:sldId id="307" r:id="rId9"/>
    <p:sldId id="264" r:id="rId10"/>
    <p:sldId id="265" r:id="rId11"/>
    <p:sldId id="266" r:id="rId12"/>
    <p:sldId id="305" r:id="rId13"/>
    <p:sldId id="306" r:id="rId14"/>
    <p:sldId id="271" r:id="rId15"/>
    <p:sldId id="308" r:id="rId16"/>
    <p:sldId id="267" r:id="rId17"/>
    <p:sldId id="268" r:id="rId18"/>
    <p:sldId id="270" r:id="rId19"/>
    <p:sldId id="269" r:id="rId20"/>
    <p:sldId id="272" r:id="rId21"/>
    <p:sldId id="284" r:id="rId22"/>
    <p:sldId id="285" r:id="rId23"/>
    <p:sldId id="286" r:id="rId24"/>
    <p:sldId id="287" r:id="rId25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4" y="7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22T12:13:54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17065.000 8195.000 15663 0,'-2.000'-1.000'1392'0,"1.000"0.000"-1120"0,-1.000 1.000-272 0,2.000 0.000 0 0,0.000-1.000 944 0,0.000 1.000 128 16,-2.000-1.000 16-16,1.000-1.000 16 0,-1.000 0.000 1072 0,1.000 0.000 192 0,-1.000 1.000 64 0,-1.000 0.000 0 15,3.000 1.000-1120-15,0.000-1.000-224 0,0.000 1.000-32 0,0.000-1.000-16 16,0.000 1.000-352-16,0.000-1.000-80 0,0.000 1.000-16 0,0.000 0.000 0 15,0.000 0.000-208-15,0.000 0.000-32 0,0.000 0.000-16 0,0.000 0.000 0 16,0.000 0.000-192-16,0.000 0.000-144 0,0.000 0.000 192 0,0.000 0.000-192 16,0.000 0.000 0-16,0.000 0.000 0 0,0.000 0.000 0 0,0.000 0.000 0 0,0.000 0.000 0 0,0.000 0.000 0 15,0.000 0.000-192-15,0.000 0.000 192 0,0.000 0.000-128 0,0.000 0.000 128 16,0.000 0.000 0-16,40.000-2.000-144 0,-40.000 2.000 144 0,0.000 0.000 0 16,0.000 0.000-144-16,41.000-3.000 144 0,-41.000 3.000 0 0,0.000 0.000 0 15,42.000-5.000 0-15,-42.000 5.000 0 0,32.000-3.000-144 0,-32.000 3.000 144 16,34.000-6.000 0-16,-34.000 6.000 0 0,29.000-4.000-144 0,-29.000 4.000 144 15,33.000-5.000 0-15,-33.000 5.000-144 0,32.000-6.000 144 0,-32.000 6.000 0 16,33.000-6.000 0-16,-33.000 6.000 0 0,33.000-4.000 0 0,-33.000 4.000 0 0,32.000-3.000 0 0,-32.000 3.000 0 16,36.000-4.000 0-16,-36.000 4.000 0 0,36.000-2.000 0 0,-36.000 2.000 0 15,38.000-1.000 0-15,-38.000 1.000 0 0,40.000-3.000 0 16,-40.000 3.000-128-16,40.000-3.000 128 0,-40.000 3.000 0 0,38.000-5.000 0 0,-38.000 5.000-128 16,36.000-4.000 128-16,-36.000 4.000 0 0,33.000-5.000 0 0,-33.000 5.000 0 31,34.000-5.000 0-31,-34.000 5.000 0 0,34.000-3.000 0 0,-34.000 3.000 0 0,33.000-3.000 0 0,-33.000 3.000 0 0,0.000 0.000 0 0,48.000-3.000-128 15,-48.000 3.000 128-15,0.000 0.000 0 0,50.000 0.000 0 0,-50.000 0.000-128 16,35.000 1.000 128-16,-35.000-1.000 0 0,38.000 0.000 0 0,-38.000 0.000 0 16,37.000 0.000 0-16,-37.000 0.000 0 0,35.000-1.000 0 0,-35.000 1.000 0 15,0.000 0.000 0-15,46.000-2.000 0 0,-46.000 2.000 0 0,33.000-2.000 0 0,-33.000 2.000 0 16,33.000-2.000 0-16,-33.000 2.000 0 0,32.000-2.000-128 16,-32.000 2.000 128-16,0.000 0.000 0 0,45.000-4.000 0 15,-45.000 4.000 0-15,32.000-3.000 0 0,-32.000 3.000 0 0,32.000-2.000 0 0,-32.000 2.000 0 0,33.000-2.000 0 0,-33.000 2.000 0 16,34.000-1.000 0-16,-34.000 1.000 0 0,37.000-1.000 0 0,-37.000 1.000 0 15,35.000-2.000 0-15,-35.000 2.000 0 0,33.000-2.000 0 0,-33.000 2.000 0 16,34.000-1.000 0-16,-34.000 1.000 0 0,31.000-2.000 0 0,-31.000 2.000 0 16,36.000-4.000 0-16,-36.000 4.000 0 15,31.000-2.000 0-15,-31.000 2.000 0 0,35.000-3.000 0 0,-35.000 3.000 0 0,43.000-2.000 0 0,-43.000 2.000 0 0,47.000 0.000 0 16,-47.000 0.000 0 0,49.000 1.000 0-16,-49.000-1.000 0 0,56.000 2.000 0 0,-56.000-2.000-128 0,55.000 2.000 128 0,-55.000-2.000 0 0,52.000 2.000 0 0,-52.000-2.000 0 15,53.000 1.000 0-15,-53.000-1.000 0 0,53.000 2.000 0 0,-53.000-2.000 0 16,57.000 2.000 0-16,-57.000-2.000 0 0,63.000 2.000 0 0,-28.000 0.000 0 15,-1.000 0.000 0-15,2.000-2.000 0 0,0.000 0.000 0 0,-3.000 0.000 0 16,-1.000 0.000 0-16,0.000 1.000-128 16,-32.000-1.000 128-16,64.000 0.000 0 0,-30.000 1.000 0 0,-1.000 1.000 0 0,4.000 0.000 0 0,0.000 0.000 0 15,2.000 1.000 0-15,0.000-1.000 0 0,1.000-1.000 0 0,-6.000 0.000 0 16,1.000 0.000 0-16,-1.000 0.000 0 0,0.000 0.000 0 0,-1.000-1.000-128 16,-33.000 0.000 128-16,63.000 3.000 0 0,-30.000-2.000 0 0,2.000 2.000 0 15,2.000-1.000 0-15,-2.000 0.000 0 0,3.000-1.000 0 0,-4.000 0.000 0 0,-3.000 0.000 0 16,2.000-1.000 0-16,-33.000 0.000 0 0,58.000 0.000 0 15,-58.000 0.000 0-15,57.000 2.000 0 0,-57.000-2.000 0 0,58.000 3.000 0 0,-58.000-3.000 0 0,64.000 5.000 0 16,-32.000-2.000 0-16,-32.000-3.000 0 0,65.000 5.000 0 0,-65.000-5.000 0 16,58.000 2.000 0-16,-58.000-2.000 0 0,59.000 2.000 0 0,-59.000-2.000 0 15,53.000 2.000 0-15,-53.000-2.000 0 0,51.000 2.000 256 0,-51.000-2.000 16 16,51.000 2.000 16-16,-51.000-2.000 0 0,57.000 3.000 464 0,-57.000-3.000 80 16,60.000 3.000 32-16,-60.000-3.000 0 0,61.000 2.000-688 15,-61.000-2.000-176-15,57.000 0.000 0 16,-57.000 0.000 0-16,50.000-2.000 0 0,-50.000 2.000 0 0,53.000-1.000 0 0,-53.000 1.000 0 0,55.000 0.000 0 0,-55.000 0.000 0 15,57.000 1.000 0-15,-57.000-1.000 0 0,61.000 1.000 0 0,-61.000-1.000 0 16,62.000 0.000 0-16,-62.000 0.000 0 0,53.000-1.000 0 0,-53.000 1.000 0 16,54.000-1.000 0-16,-54.000 1.000 0 0,50.000-2.000 0 0,-50.000 2.000 0 0,51.000-1.000 0 0,-51.000 1.000 0 31,56.000-1.000 0-31,-56.000 1.000 0 0,59.000-2.000 128 0,-25.000 1.000-128 16,-1.000 0.000 0-16,-2.000-1.000 0 0,2.000 0.000 0 0,-4.000 0.000 0 0,-29.000 2.000 0 0,58.000-5.000 0 0,-58.000 5.000 128 0,54.000-3.000-128 15,-54.000 3.000 0-15,53.000-2.000 0 0,-53.000 2.000 0 0,51.000 0.000 0 16,-51.000 0.000 0-16,56.000 1.000 0 0,-25.000 0.000 0 0,2.000-1.000 0 15,-2.000 0.000 0 1,-31.000 0.000 0-16,56.000-2.000 0 0,-56.000 2.000 0 0,54.000-3.000 0 0,-54.000 3.000 0 0,54.000-2.000 0 0,-54.000 2.000 0 31,50.000-2.000 0-31,-50.000 2.000 0 0,54.000 1.000 0 0,-54.000-1.000 0 0,59.000 3.000 0 16,-59.000-3.000 0-16,63.000 3.000 0 0,-30.000-2.000 0 0,-33.000-1.000 0 0,56.000-1.000 0 16,-56.000 1.000 0-16,53.000 0.000 0 0,-53.000 0.000 0 0,48.000-1.000 0 15,-48.000 1.000 0-15,50.000-1.000 0 0,-50.000 1.000 0 0,56.000 0.000 0 16,-56.000 0.000 0-16,54.000 2.000 0 0,-54.000-2.000 0 0,53.000 3.000 0 15,-53.000-3.000 0-15,56.000 2.000 0 0,-56.000-2.000 0 0,50.000 0.000 0 16,-50.000 0.000 0-16,52.000 0.000 0 0,-52.000 0.000 0 0,51.000 0.000 0 16,-51.000 0.000 0-16,45.000 2.000 0 0,-45.000-2.000 0 0,48.000 1.000 0 15,-48.000-1.000 0-15,48.000 4.000 0 0,-48.000-4.000 0 0,48.000 3.000 0 16,-48.000-3.000 0-16,50.000 4.000 0 0,-50.000-4.000 0 0,46.000 4.000 0 0,-46.000-4.000 0 0,44.000 4.000 0 16,-44.000-4.000 0-16,41.000 2.000 0 0,-41.000-2.000 0 0,43.000 4.000 0 15,-43.000-4.000 0-15,37.000 4.000 0 0,-37.000-4.000 0 16,40.000 5.000 0-16,-40.000-5.000 0 0,40.000 4.000 0 0,-40.000-4.000 0 0,39.000 5.000 0 15,-39.000-5.000 0-15,39.000 5.000 0 0,-39.000-5.000 128 0,42.000 3.000-128 16,-42.000-3.000 0-16,40.000 4.000 0 0,-40.000-4.000 0 0,38.000 2.000 0 16,-38.000-2.000 0-16,37.000 1.000 0 0,-37.000-1.000 0 0,32.000 1.000 0 15,-32.000-1.000 0-15,31.000 1.000 0 0,-31.000-1.000 0 0,30.000 1.000 0 16,-30.000-1.000 0-16,0.000 0.000 0 0,42.000 3.000 0 0,-42.000-3.000 0 16,0.000 0.000 0-16,41.000 2.000 0 0,-41.000-2.000 0 0,0.000 0.000 0 15,43.000 6.000 0-15,-43.000-6.000 0 0,0.000 0.000 0 0,39.000 5.000 0 16,-39.000-5.000 0-16,0.000 0.000 0 0,45.000 5.000 0 0,-45.000-5.000 0 0,30.000 4.000 0 0,-30.000-4.000 0 15,33.000 4.000 0-15,-33.000-4.000 0 0,0.000 0.000 0 0,42.000 5.000 0 16,-42.000-5.000 0-16,0.000 0.000 0 0,42.000 2.000 0 0,-42.000-2.000 0 16,0.000 0.000 0-16,33.000 1.000 0 0,-33.000-1.000 0 0,0.000 0.000 0 15,34.000 2.000 0-15,-34.000-2.000 0 0,0.000 0.000 0 0,32.000 2.000 0 16,-32.000-2.000 0-16,0.000 0.000 0 0,30.000 2.000 0 0,-30.000-2.000 0 16,0.000 0.000 0-16,0.000 0.000 0 0,37.000 5.000 0 0,-37.000-5.000 0 15,0.000 0.000 0-15,0.000 0.000 0 0,35.000 5.000 0 0,-35.000-5.000 0 16,0.000 0.000 0-16,0.000 0.000 0 0,31.000 5.000 0 0,-31.000-5.000 0 0,0.000 0.000 0 15,0.000 0.000 0-15,0.000 0.000 0 0,30.000 3.000 0 16,-30.000-3.000 0-16,0.000 0.000 0 0,0.000 0.000 0 0,0.000 0.000 0 0,0.000 0.000 0 0,0.000 0.000 0 16,27.000 1.000 0-16,-27.000-1.000 0 0,0.000 0.000 0 0,0.000 0.000 0 15,0.000 0.000 0-15,0.000 0.000 0 0,0.000 0.000 0 0,0.000 0.000 0 16,0.000 0.000 0-16,0.000 0.000 0 0,0.000 0.000 0 0,0.000 0.000 0 16,0.000 0.000 0-16,0.000 0.000 0 0,0.000 0.000-144 0,0.000 0.000 144 15,29.000 4.000-336-15,-29.000-4.000-16 0,0.000 0.000 0 0,0.000 0.000-16240 16</inkml:trace>
  <inkml:trace contextRef="#ctx0" brushRef="#br0">24812.000 8161.000 12895 0,'0.000'0.000'1152'0,"-3.000"-2.000"-928"0,3.000 2.000-224 0,0.000 0.000 0 0,0.000 0.000 1056 0,0.000 0.000 160 0,0.000 0.000 48 0,0.000 0.000 0 0,0.000 0.000 1136 0,0.000 0.000 224 15,0.000 0.000 64-15,-2.000-2.000 0 0,2.000 2.000-272 0,0.000 0.000-48 16,0.000 0.000-16-16,0.000 0.000 0 0,0.000 0.000-1200 0,0.000 0.000-224 0,0.000 0.000-48 0,0.000 0.000-16 15,0.000 0.000-544-15,0.000 0.000-96 0,0.000 0.000-32 0,0.000 0.000 0 16,0.000 0.000-192-16,0.000 0.000 0 0,0.000 0.000 0 0,34.000 8.000 0 16,-34.000-8.000 160-16,0.000 0.000-160 0,0.000 0.000 160 0,0.000 0.000-160 15,40.000 11.000 0-15,-40.000-11.000 128 0,0.000 0.000-128 0,0.000 0.000 0 16,40.000 11.000 0-16,-40.000-11.000 0 31,0.000 0.000 0-31,0.000 0.000 0 0,40.000 11.000 0 0,-40.000-11.000 0 0,0.000 0.000 0 0,0.000 0.000 0 0,32.000 10.000 272 0,-32.000-10.000-32 0,0.000 0.000-16 16,0.000 0.000 0-16,0.000 0.000-64 0,0.000 0.000-16 0,0.000 0.000 0 0,33.000 12.000 0 15,-33.000-12.000-144-15,0.000 0.000 0 0,0.000 0.000 0 0,0.000 0.000 128 0,0.000 0.000 128 0,0.000 0.000 32 16,0.000 0.000 0-16,0.000 0.000 0 0,0.000 0.000-288 0,0.000 0.000 160 16,0.000 0.000-160-16,-14.000 33.000 128 15,14.000-33.000-128-15,-22.000 26.000 128 0,4.000-6.000-128 0,-6.000 2.000 128 16,-8.000 4.000-288-16,-6.000 5.000-64 0</inkml:trace>
  <inkml:trace contextRef="#ctx0" brushRef="#br0">20800.000 3122.000 1551 0,'2.000'-3.000'0'0,"1.000"0.000"0"0,0.000 1.000 0 0,-3.000 2.000 128 0,0.000 0.000-128 0,2.000-2.000 0 0,-1.000 0.000 0 0,3.000-2.000 0 0,-1.000 0.000 400 0,2.000-1.000 48 0,-2.000 0.000 16 0,0.000 1.000 0 0,2.000 1.000 752 0,-4.000 2.000 128 0,1.000-1.000 48 0,-2.000 1.000 0 0,0.000 0.000-128 0,0.000 1.000-32 0,2.000 0.000 0 0,-2.000 0.000 0 15,1.000 0.000-160-15,-2.000 0.000-48 0,2.000 0.000 0 0,-1.000 0.000 0 0,-1.000 0.000 80 0,1.000 1.000 16 16,0.000-1.000 0-16,0.000 0.000 0 0,0.000 1.000 288 0,0.000-1.000 64 15,0.000 0.000 16-15,0.000 0.000 0 16,0.000 1.000-528-16,0.000-1.000-96 0,0.000 0.000-32 0,-2.000 0.000 0 0,2.000 1.000 80 0,0.000 0.000 16 16,-2.000 1.000 0-16,1.000 1.000 0 0,-1.000 1.000 64 0,-4.000 2.000 16 15,1.000 1.000 0-15,0.000 2.000 0 0,0.000-1.000-448 0,-4.000 1.000-96 16,2.000 2.000-16-16,1.000-2.000 0 0,-2.000 0.000-80 0,2.000 1.000-32 0,-4.000 0.000 0 0,2.000 0.000 0 16,0.000-1.000 96-16,0.000 2.000 16 0,-3.000 0.000 0 0,0.000 2.000 0 31,-2.000 0.000-288-31,2.000 0.000-160 0,-2.000 0.000 192 0,2.000-1.000-192 0,-2.000 0.000 192 0,3.000-1.000-192 0,2.000-2.000 192 0,-1.000-2.000-192 15,1.000 1.000 192-15,1.000-2.000-64 16,-1.000-1.000 0-16,2.000 0.000-128 0,1.000-1.000 0 0,0.000 0.000 0 0,1.000 0.000 0 0,0.000-2.000 0 16,1.000 0.000 0-16,0.000 0.000 0 0,1.000-1.000 0 0,2.000 0.000 0 15,-3.000 1.000 0-15,3.000-1.000 0 0,-2.000 0.000 0 16,1.000 0.000 0-16,-1.000 0.000 0 0,-1.000 0.000-176 0,3.000 0.000 176 0,0.000 1.000-208 16,0.000-2.000-1424-16,0.000 0.000-288 0,0.000 0.000-48 0,0.000 0.000-14144 15</inkml:trace>
  <inkml:trace contextRef="#ctx0" brushRef="#br0">20805.000 3182.000 3679 0,'0.000'1.000'320'0,"0.000"-1.000"-320"0,0.000 0.000 0 0,0.000 0.000 0 0,0.000 0.000 2192 0,0.000 0.000 368 0,0.000 0.000 80 0,0.000 0.000 16 0,3.000 0.000 48 0,-3.000 0.000 16 0,0.000 0.000 0 0,0.000 0.000 0 16,0.000 1.000-608-16,2.000 0.000-112 0,-1.000 0.000-16 0,-1.000 1.000-16 15,0.000-2.000-1456-15,0.000 0.000-304 0,0.000 0.000-48 0,0.000 0.000-16 0,0.000 0.000 368 0,0.000 0.000 80 16,0.000 0.000 16-16,0.000 0.000 0 16,28.000 40.000-240-16,-28.000-40.000-48 0,0.000 0.000-16 0,0.000 0.000 0 15,0.000 0.000 544-15,28.000 44.000 112 0,-28.000-44.000 32 0,0.000 0.000 0 16,0.000 0.000-768-16,26.000 44.000-224 0,-26.000-44.000 0 0,0.000 0.000 128 15,0.000 0.000-128-15,29.000 41.000 0 0,-29.000-41.000 0 0,0.000 0.000 0 0,0.000 0.000 0 16,27.000 37.000 0-16,-27.000-37.000 0 0,0.000 0.000-128 0,0.000 0.000 128 16,27.000 35.000 0-16,-27.000-35.000 0 0,0.000 0.000 0 0,0.000 0.000 0 0,0.000 0.000 0 15,0.000 0.000 0-15,0.000 0.000 0 0,0.000 0.000 0 0,29.000 34.000 0 16,-29.000-34.000 0-16,0.000 0.000 0 0,0.000 0.000 0 0,0.000 0.000 0 16,0.000 0.000 0-16,0.000 0.000 0 0,0.000 0.000 704 0,0.000 0.000 112 15,0.000 0.000 16-15,0.000 0.000 16 0,0.000 0.000-608 0,0.000 0.000-240 16,0.000 0.000 176-16,0.000 0.000-176 0,0.000 0.000 0 0,0.000 0.000 0 15</inkml:trace>
  <inkml:trace contextRef="#ctx0" brushRef="#br0">20829.000 3188.000 4415 0,'0.000'-2.000'384'0,"0.000"2.000"-384"0,0.000 0.000 0 15,0.000 0.000 0-15,0.000 0.000 672 0,0.000-1.000 48 0,0.000 1.000 16 0,0.000-1.000 32 0,0.000-1.000 80 0,0.000 1.000 16 0,0.000-1.000 0 0,3.000 0.000 32 0,-3.000 0.000-768 0,2.000-1.000-128 0,-1.000 1.000 0 0,-1.000-1.000 0 0,2.000 1.000-176 0,-2.000-1.000 176 16,0.000 1.000-192-16,2.000 1.000 192 0,-1.000 0.000 0 0,-1.000 0.000 0 15,0.000 1.000 0-15,0.000-1.000 0 0,0.000 1.000 368 0,0.000 0.000-48 16,0.000 0.000 0-16,0.000 0.000 48 0,0.000 0.000 368 0,0.000-1.000 80 16,0.000 1.000 16-16,0.000 0.000 16 0,0.000 1.000 144 0,0.000-1.000 32 15,-1.000 0.000 0-15,1.000 0.000 32 16,0.000 1.000-592-16,0.000-1.000-112 0,0.000 0.000-32 0,0.000 0.000 32 0,0.000 1.000-224 0,0.000-1.000-128 16,0.000 1.000 128-16,-2.000 0.000-128 0,2.000 1.000 0 0,0.000 0.000 0 15,0.000-1.000 0-15,0.000 0.000 0 0,0.000 1.000 0 0,-2.000 0.000-144 16,2.000 1.000 144-16,0.000-1.000 0 0,0.000 1.000 0 0,-1.000-1.000 0 15,1.000 1.000-144-15,-2.000 0.000 144 0,2.000 1.000 0 0,0.000-1.000 0 0,0.000 1.000 0 0,-3.000 0.000 0 16,3.000 0.000 0-16,0.000-1.000 176 0,-1.000 1.000-176 0,1.000-1.000 192 16,-2.000 0.000-16-16,2.000 1.000 0 0,0.000 0.000 0 0,-2.000 0.000 0 15,2.000 2.000-176-15,0.000-1.000 0 0,-1.000 1.000 0 0,-1.000 0.000 0 16,2.000 1.000 0-16,-2.000 0.000 0 0,1.000 0.000 0 0,1.000 0.000 0 16,-2.000 1.000 0-16,2.000 0.000 0 0,-1.000-1.000 0 0,-1.000 2.000 0 15,2.000-1.000 0-15,-2.000 0.000 0 0,2.000 1.000 128 0,-1.000 0.000-128 16,-1.000 0.000 128-16,2.000-2.000-128 0,-3.000 1.000 0 0,3.000 1.000 128 15,-1.000-1.000-128-15,-1.000 1.000 192 16,2.000 0.000-192-16,-2.000-2.000 192 0,2.000 0.000 192 0,-1.000 0.000 32 0,-1.000 2.000 16 0,2.000-1.000 0 16,-2.000 1.000-48-16,1.000-1.000 0 0,1.000 0.000 0 0,0.000 0.000 0 0,-2.000 0.000-256 15,2.000-1.000-128-15,0.000 0.000 0 0,-1.000 2.000 128 0,1.000-2.000-128 0,-2.000 1.000 0 16,2.000 1.000 0-16,0.000-1.000 0 0,-2.000 2.000 0 0,2.000-2.000 0 16,0.000 1.000 0-16,-1.000 0.000 0 0,-1.000-2.000 0 0,2.000 0.000 0 15,-3.000 2.000 0-15,3.000-1.000 0 0,-1.000 0.000 0 0,-1.000 1.000 0 16,2.000-1.000 0-16,0.000 0.000 192 0,-2.000-1.000-192 0,2.000-1.000 128 15,0.000 2.000-128-15,0.000 1.000 128 0,-1.000 0.000-128 0,1.000 0.000 0 16,0.000 1.000 0-16,0.000-2.000 0 0,0.000 0.000 0 0,0.000 1.000 0 16,0.000 0.000 0-16,0.000 2.000 0 0,0.000 0.000 0 0,-2.000 0.000 0 15,2.000 0.000 0-15,0.000 0.000 0 0,0.000 2.000 0 0,-2.000-2.000 0 16,2.000 2.000 128-16,-1.000 0.000-128 0,1.000-1.000 0 0,0.000-1.000 0 16,0.000 2.000 0-16,-2.000 0.000 128 15,2.000-2.000-128-15,0.000 2.000 128 0,0.000-2.000-128 0,-1.000 2.000 128 16,1.000-2.000-128-16,-2.000 0.000 0 0,2.000 2.000 0 0,0.000 1.000 128 15,0.000-2.000-128-15,-2.000 2.000 192 0,2.000-3.000-192 0,0.000 1.000 192 16,-1.000-1.000 800-16,-1.000 0.000 160 0,2.000-1.000 48 0,-3.000 1.000 0 16,3.000 2.000-160-16,0.000-2.000-16 0,0.000 3.000-16 0,-1.000-1.000 0 15,1.000 0.000-816-15,0.000 0.000-192 0,0.000-13.000 0 0,0.000 0.000 0 16,1.000 36.000 0-16,-1.000-23.000 0 0,0.000-1.000 0 0,0.000 2.000-160 16,0.000-14.000 160-16,0.000 29.000 0 0,0.000-29.000 0 0,0.000 29.000 0 15,0.000-29.000 0-15,0.000 0.000 0 0,0.000 41.000 0 0,0.000-29.000 0 16,0.000 1.000 0-16,0.000 0.000 0 0,0.000-13.000 0 0,3.000 29.000 0 15,-3.000-17.000 0-15,0.000 2.000 0 0,0.000-14.000 0 0,0.000 0.000 0 16,3.000 37.000 0-16,-3.000-25.000-128 0,0.000 0.000 128 0,0.000 3.000 0 0,0.000-15.000 0 16,0.000 33.000 0-16,0.000-33.000 0 0,2.000 38.000 0 0,-2.000-38.000 0 0,3.000 37.000 0 15,-3.000-37.000 0-15,2.000 39.000-128 0,-2.000-39.000 128 0,3.000 39.000 0 16,-3.000-39.000 0-16,3.000 37.000 0 0,-3.000-37.000 0 0,2.000 37.000 0 16,-2.000-37.000 0-16,6.000 35.000-128 0,-6.000-22.000 128 0,0.000-13.000 0 15,0.000 0.000 0-15,5.000 46.000 0 0,-5.000-46.000 0 0,3.000 32.000 0 16,-3.000-32.000 0-16,3.000 32.000 0 0,-3.000-32.000 0 0,5.000 38.000 0 15,-5.000-38.000 0-15,4.000 38.000 0 0,-4.000-38.000 0 0,6.000 45.000 0 16,-6.000-45.000 0-16,3.000 48.000 0 0,-3.000-48.000 0 0,5.000 45.000 0 16,-5.000-45.000 0-16,3.000 43.000-128 0,-3.000-43.000 128 0,3.000 40.000 0 0,-3.000-40.000 0 15,2.000 39.000 0-15,-2.000-39.000 0 0,3.000 40.000 0 0,-3.000-40.000 0 16,3.000 40.000 0-16,-3.000-40.000 0 0,3.000 39.000 0 0,-3.000-39.000 0 0,5.000 42.000 128 16,-5.000-42.000-128-16,3.000 44.000 0 0,-3.000-44.000 128 0,5.000 45.000-128 15,-5.000-45.000 0-15,4.000 50.000 0 0,-4.000-50.000 0 0,1.000 49.000 128 16,-1.000-25.000-128-16,0.000-24.000 144 0,0.000 44.000-144 0,0.000-44.000 160 15,0.000 46.000 1056-15,0.000-46.000 224 0,3.000 50.000 32 0,-3.000-25.000 16 16,0.000-25.000-1184-16,2.000 51.000-304 0,-2.000-51.000 0 0,3.000 54.000 0 16,-3.000-27.000 0-16,3.000 1.000 0 0,-3.000-1.000 0 0,2.000 1.000 0 15,-2.000-28.000 0-15,3.000 53.000 0 0,-3.000-53.000 0 0,3.000 47.000 0 16,-3.000-47.000 0-16,2.000 41.000 0 0,-2.000-41.000 0 0,6.000 49.000 0 16,-6.000-49.000 0-16,3.000 53.000 0 0,-3.000-53.000 0 0,5.000 54.000 0 15,-5.000-54.000 0-15,5.000 54.000 0 0,-2.000-26.000 0 0,-3.000-28.000 0 0,8.000 54.000 0 0,-8.000-54.000 0 16,5.000 51.000 0-16,-5.000-51.000 0 0,6.000 50.000 0 0,-6.000-50.000 0 15,4.000 49.000 0-15,-3.000-24.000 0 0,1.000 2.000 0 0,1.000 0.000 0 16,0.000 0.000 0-16,-3.000 1.000 0 0,3.000 1.000 0 0,-1.000-1.000 0 16,-1.000 0.000 0-16,-1.000-28.000 0 0,5.000 47.000 0 0,-5.000-47.000 0 15,5.000 39.000 0-15,-5.000-39.000 0 0,4.000 41.000 0 0,-4.000-41.000 0 16,6.000 43.000 0-16,-6.000-43.000 0 0,3.000 44.000 0 0,-3.000-44.000 0 16,5.000 43.000 0-16,-5.000-43.000 0 0,3.000 43.000 0 0,-3.000-43.000 0 15,3.000 50.000 0-15,-1.000-23.000 0 0,1.000 1.000 0 0,-3.000-2.000 0 16,3.000-1.000 0-16,-3.000-1.000 0 0,2.000 0.000 0 0,-1.000-2.000 0 15,-1.000-22.000 0-15,2.000 39.000 0 0,-2.000-39.000 0 0,0.000 42.000 0 16,1.000-21.000 0-16,-1.000 0.000 0 0,0.000 0.000 128 0,2.000 0.000-128 0,-2.000-1.000 0 16,-2.000 3.000 0-16,2.000 1.000 0 0,0.000 1.000 0 15,-1.000 3.000 0-15,1.000-1.000 0 0,0.000-1.000 0 0,0.000-1.000 0 0,-2.000-1.000 0 0,2.000-1.000 0 16,-1.000-1.000 128-16,1.000-2.000-128 0,0.000-3.000 0 0,0.000 3.000 0 16,0.000 2.000 128-16,0.000 1.000-128 0,1.000 0.000 0 0,-1.000 0.000 0 15,0.000 1.000 128-15,0.000 1.000-128 0,0.000 1.000 0 0,2.000 0.000 0 16,-2.000-1.000 0-16,0.000-1.000 0 0,0.000 0.000 0 0,0.000-1.000 0 15,1.000 0.000 0-15,-1.000-1.000 0 0,0.000 0.000 0 0,0.000-3.000 0 16,0.000-3.000 128-16,0.000 3.000-128 0,0.000-1.000 0 0,0.000 0.000 0 16,0.000 0.000 0-16,0.000 0.000 0 0,0.000 2.000 0 0,0.000-1.000 0 15,0.000 2.000 0-15,0.000-1.000 0 0,-1.000 3.000 0 0,1.000-1.000 0 0,0.000 2.000 128 0,0.000-1.000-128 16,0.000 0.000 0-16,-2.000-1.000 0 0,2.000-1.000 128 0,-1.000-3.000-128 16,-1.000-2.000 0-16,2.000 1.000 0 0,0.000 0.000 144 0,-3.000 1.000-144 15,3.000-1.000 0-15,0.000 0.000 144 0,0.000-3.000-144 0,0.000 2.000 128 16,0.000 1.000-128-16,-1.000 1.000 128 0,1.000 0.000-128 0,-2.000 2.000 0 15,2.000 1.000 0-15,0.000 1.000 0 0,-2.000 0.000 0 0,2.000 1.000 0 16,0.000 0.000 0-16,-1.000 1.000 0 16,-1.000-2.000 0-16,2.000 0.000 0 0,-2.000 0.000 128 0,2.000-1.000-128 0,0.000 0.000 0 0,0.000 0.000 0 15,-1.000 0.000 0-15,1.000-1.000 0 0,0.000 1.000 0 0,-2.000 1.000 0 16,2.000 1.000 0-16,0.000 2.000 0 0,0.000-1.000 0 0,0.000 0.000 0 16,0.000 2.000 0-16,0.000 0.000 0 0,0.000 2.000 0 0,0.000 0.000 0 15,0.000 0.000 0-15,2.000-1.000 0 0,-2.000 0.000 0 0,0.000-2.000 0 0,0.000 0.000 0 0,1.000-1.000 0 16,1.000 0.000 0-16,-2.000 1.000 0 0,0.000 1.000 128 0,2.000 2.000-128 15,-1.000 0.000 0-15,-1.000 1.000 0 0,0.000 2.000 0 0,0.000 0.000 128 16,2.000 0.000-128-16,-4.000-1.000 0 0,2.000 1.000 0 0,0.000-3.000 0 16,-1.000-1.000 0-16,-1.000-2.000 0 0,0.000 0.000 0 0,2.000 1.000 0 15,-1.000-1.000 0-15,-1.000 1.000 0 0,2.000 1.000 0 0,0.000 2.000 0 16,0.000 0.000 0-16,0.000 0.000 0 0,0.000 2.000 0 0,0.000 1.000 0 16,0.000 0.000 0-16,0.000-2.000 0 0,0.000-1.000 0 0,0.000 0.000 0 15,0.000-3.000 0-15,0.000-1.000 0 0,0.000 0.000 0 0,0.000 0.000 0 16,0.000 1.000 0-16,0.000 0.000 0 0,0.000 1.000 0 0,2.000 1.000 0 0,-2.000 3.000 0 15,1.000-1.000 0-15,-1.000 1.000 0 0,0.000-1.000 0 0,0.000 0.000 0 0,0.000-2.000 0 16,0.000 0.000 0-16,0.000-1.000 0 0,-1.000-2.000 0 0,1.000-1.000 0 16,0.000 0.000 0-16,0.000 0.000 0 15,0.000 1.000 0-15,1.000 0.000 0 0,-1.000 1.000 0 0,0.000 1.000 0 0,0.000-1.000 0 0,0.000 2.000 0 16,2.000-2.000 0-16,-2.000 1.000 0 0,2.000-2.000 0 0,-1.000 1.000 0 16,1.000 1.000 0-16,-2.000-2.000 0 0,2.000 0.000 0 0,-1.000-1.000 0 15,-1.000-2.000 0-15,0.000 1.000 0 0,0.000-1.000 0 0,3.000 0.000 0 16,-6.000 2.000 0-16,3.000-1.000 0 0,3.000 2.000 0 0,-3.000 1.000 0 15,0.000 2.000 0-15,2.000 1.000 0 0,-1.000 3.000 0 0,1.000-4.000 0 16,-2.000-3.000 0-16,0.000-2.000 0 0,0.000-2.000 0 0,0.000 0.000 0 16,0.000-3.000 128-16,0.000 1.000-128 0,0.000-1.000 0 0,-2.000-2.000 0 15,2.000 1.000 0-15,0.000 1.000 0 0,0.000 3.000 0 0,0.000 0.000 0 0,0.000 1.000 0 0,0.000-1.000 0 16,0.000 1.000 0-16,0.000 0.000 0 0,0.000 0.000 0 0,0.000 0.000 0 16,-1.000-1.000 0-16,1.000 0.000 0 0,-2.000-2.000 0 0,2.000 0.000 0 15,0.000-1.000 0-15,0.000-1.000 0 0,0.000 0.000 0 0,2.000-1.000 0 16,-2.000 2.000 0-16,-2.000 0.000 0 0,2.000-2.000 0 0,0.000 2.000 0 15,0.000 0.000 0-15,0.000 1.000 0 0,0.000 1.000 0 0,0.000 0.000 0 16,-3.000 0.000 0-16,3.000 1.000 0 0,-3.000 2.000 0 0,3.000 1.000 0 16,-2.000 0.000 0-16,1.000-1.000 0 0,-1.000 0.000 0 0,0.000 0.000 0 15,1.000-1.000 0-15,-1.000-1.000 0 0,0.000 1.000 0 0,1.000-3.000 0 16,-1.000 1.000 144-16,2.000-4.000-144 0,-3.000-3.000 160 0,3.000 4.000-160 16,0.000 3.000 416-16,-3.000 5.000-16 0,3.000 3.000 0 0,0.000-1.000 0 15,0.000-1.000-400-15,3.000-2.000 0 0,-3.000 0.000 0 0,0.000-3.000 0 0,0.000-1.000 0 0,0.000-1.000 0 16,0.000-1.000 0-16,2.000-4.000 0 0,-1.000 2.000 0 0,-1.000-3.000 0 15,2.000 0.000 0-15,-2.000 1.000 0 0,0.000-3.000 0 0,0.000 0.000 0 16,1.000 0.000 0-16,1.000-1.000 0 0,-2.000 1.000 0 0,0.000-2.000 0 16,0.000 1.000 0-16,0.000-2.000 0 0,0.000 0.000 0 0,0.000 2.000 0 15,0.000-2.000 0-15,0.000 0.000 0 0,0.000 2.000 0 0,0.000-2.000 0 16,0.000 1.000 0-16,0.000 1.000 0 0,-2.000-2.000 0 0,1.000 2.000 0 16,1.000-2.000 0-16,0.000 1.000 0 0,0.000 1.000 0 0,0.000-1.000 0 15,-2.000 2.000 128-15,2.000-1.000-128 0,-1.000 1.000 0 0,-1.000 3.000 0 16,-1.000 0.000 0-16,2.000 0.000 0 0,-1.000 2.000 0 0,2.000-1.000 0 15,-2.000 1.000 128-15,1.000-1.000-128 0,-1.000-1.000 0 0,2.000 1.000 0 0,0.000 0.000 0 16,0.000-1.000 0-16,0.000 1.000 0 0,0.000-1.000 128 0,2.000-1.000-128 0,-1.000-3.000 0 16,-1.000-1.000 0-16,0.000-2.000 0 15,2.000 0.000 0-15,-2.000 0.000 0 0,0.000-2.000 0 0,0.000 0.000 0 0,2.000 1.000 0 0,-1.000-2.000 0 16,-1.000 2.000 0-16,0.000-2.000 0 0,0.000-1.000 0 0,3.000 0.000 0 16,-3.000 1.000 0-16,0.000-1.000 0 0,0.000 1.000 0 0,2.000 0.000 0 15,-2.000 0.000 0-15,1.000-1.000 0 0,-1.000 0.000 0 0,0.000 0.000 0 16,0.000-1.000 0-16,0.000-1.000 0 0,2.000-1.000-192 0,-2.000 0.000-18496 15</inkml:trace>
  <inkml:trace contextRef="#ctx0" brushRef="#br1">20968.000 3159.000 3679 0,'0.000'0.000'320'0,"0.000"-1.000"-320"0,0.000 1.000 0 0,0.000 0.000 0 0,0.000 0.000 576 0,0.000 0.000 64 0,0.000 0.000 0 0,0.000 0.000 0 0,0.000-1.000 832 0,2.000 1.000 192 0,-2.000 0.000 16 0,-2.000 0.000 16 0,4.000 0.000-496 0,-2.000 0.000-112 16,0.000-1.000 0-16,0.000 1.000-16 0,0.000 0.000-128 0,0.000 0.000-32 16,0.000 0.000 0-16,0.000 0.000 0 0,0.000 0.000-704 0,0.000 0.000-208 15,0.000 0.000 0-15,0.000 0.000 128 0,0.000 0.000-128 0,0.000 0.000-208 16,0.000 0.000 48-16,0.000 1.000 16 0,2.000 0.000-16 0,-1.000 1.000 0 15,-1.000 0.000 0-15,3.000 2.000 0 16,-1.000-1.000-816-16,-1.000 2.000-176 0,-1.000-1.000-16 0,0.000 1.000-5760 0</inkml:trace>
  <inkml:trace contextRef="#ctx0" brushRef="#br1">20968.000 3352.000 5167 0,'0.000'1.000'224'0,"0.000"-1.000"48"0,0.000 1.000-272 0,0.000 1.000 0 0,0.000-1.000 0 0,0.000-1.000 0 16,0.000 1.000 400-16,0.000 0.000 32 0,0.000 1.000 0 0,0.000 2.000 16 15,0.000 0.000-192-15,0.000-4.000-32 0,0.000 0.000-16 0,0.000 0.000 48 16,0.000 0.000-256-16,0.000 0.000 0 0,0.000 0.000 0 0,8.000 41.000-128 16,-8.000-41.000 128-16,0.000 0.000-160 0,0.000 0.000 160 0,0.000 33.000-128 15,0.000-33.000-16-15,0.000 0.000 0 0,0.000 36.000 0 0,0.000-36.000 144 0,0.000 0.000-160 16,-3.000 37.000 160-16,3.000-37.000-128 0,0.000 0.000 128 0</inkml:trace>
  <inkml:trace contextRef="#ctx0" brushRef="#br1">20967.000 3671.000 3679 0,'0.000'1.000'160'0,"0.000"-1.000"32"0,0.000 1.000-192 0,0.000-1.000 0 16,0.000 0.000 0-16,0.000 0.000 0 0,0.000 1.000 448 0,0.000 0.000 64 0,0.000-1.000 0 0,0.000 2.000 0 15,0.000-1.000 464-15,0.000 1.000 112 0,0.000 0.000 0 0,0.000-1.000 16 16,0.000 1.000-608-16,0.000-1.000-128 0,1.000 1.000-32 0,-1.000 0.000 0 15,0.000 2.000-128-15,0.000-2.000-16 16,2.000 1.000-16-16,-2.000 0.000 0 0,0.000 2.000-176 0,0.000-2.000 0 0,0.000 1.000-160 0,0.000 0.000 160 16,0.000 0.000 0-16,0.000 1.000-144 0,0.000-1.000 144 0,-2.000 1.000 0 15,2.000 1.000 0-15,0.000-1.000 0 16,0.000-5.000 0-16,0.000 0.000 0 0,0.000 0.000-528 16,0.000 29.000-32-16,0.000-29.000 0 0,0.000 0.000 0 0,-3.000 25.000 432 0,3.000-25.000 128 0,0.000 0.000 0 0,-3.000 25.000 0 15,3.000-25.000-176-15,0.000 0.000 176 0,0.000 0.000-160 0,0.000 0.000 160 16,0.000 30.000 0-16,0.000-30.000-160 0,0.000 0.000 160 0,0.000 0.000-128 0,0.000 0.000 128 15,0.000 0.000-128-15,0.000 0.000 128 0,0.000 0.000-128 16,0.000 0.000 128-16,0.000 0.000-128 0,0.000 0.000 128 0,0.000 0.000-128 0,-2.000 27.000 128 16,2.000-24.000-192-16,0.000-1.000 192 0,-2.000 0.000-176 15,1.000 0.000 816-15,1.000-1.000 176 0,-2.000 1.000 16 0,2.000 0.000 64 16,0.000 0.000-192-16,0.000 0.000-48 0,0.000 0.000 0 0,0.000-1.000 32 0,0.000 1.000-368 16,0.000 0.000-80-16,0.000-2.000-16 0,0.000 0.000 32 0,0.000 0.000-256 15,0.000 0.000-240-15,0.000 0.000 48 0,0.000 0.000 64 0,0.000 0.000-112 0,0.000 0.000-16 16,0.000 0.000 0-16,3.000 37.000 32 0,-3.000-37.000 64 0,0.000 0.000 16 0,0.000 0.000 0 15,-1.000 31.000 144-15,1.000-31.000-240 0</inkml:trace>
  <inkml:trace contextRef="#ctx0" brushRef="#br1">20957.000 4043.000 1311 0,'0.000'0.000'0'0,"0.000"0.000"0"0,0.000 0.000 0 0,0.000 0.000 128 0,0.000 0.000-128 0,0.000 0.000 0 0,0.000 1.000 0 0,-2.000-1.000 0 15,2.000 0.000 1056-15,0.000 1.000 192 0,0.000 0.000 32 0,0.000 0.000 16 16,0.000 0.000-704-16,0.000 0.000-144 0,0.000 0.000-16 0,0.000 0.000-16 15,0.000 2.000-416-15,0.000-2.000 128 0,0.000 2.000-128 0,0.000-1.000 0 0,0.000 0.000 0 0,0.000 0.000 0 16,2.000 1.000 0-16,-2.000 0.000 0 16,0.000-3.000-944-16,0.000 0.000-64 0,0.000 0.000-16 0,0.000 0.000 0 0,0.000 0.000 800 0,0.000 32.000 224 15,-2.000-28.000 0-15</inkml:trace>
  <inkml:trace contextRef="#ctx0" brushRef="#br1">20957.000 4186.000 911 0,'0.000'0.000'0'0,"0.000"0.000"0"0,0.000 1.000 0 0,0.000 0.000 0 0,0.000-1.000 0 0,0.000 0.000 0 0,0.000 1.000 624 0,0.000 0.000 32 0,0.000 0.000 16 16,0.000 1.000 0-16,0.000 0.000 32 0,1.000 1.000 16 0,-1.000-1.000 0 0,2.000 0.000 0 15,-2.000-2.000-720-15,0.000 0.000 0 0,0.000 0.000 0 0,0.000 0.000 0 16,0.000 0.000 0-16,0.000 0.000 0 0,0.000 0.000-160 0,0.000 0.000 160 16,0.000 0.000 0-16,0.000 0.000 176 0,10.000 41.000-16 0,-10.000-41.000 32 15,0.000 0.000-192-15</inkml:trace>
  <inkml:trace contextRef="#ctx0" brushRef="#br1">20976.000 4393.000 623 0,'0.000'0.000'0'0,"0.000"0.000"0"0,0.000 0.000 0 0,0.000 0.000 0 0,0.000 0.000 0 0,0.000 0.000 0 16,0.000 0.000 0-16,0.000 0.000 0 0,0.000 0.000 160 0,0.000 0.000-32 15,0.000 0.000 0-15,0.000 0.000 0 0,0.000 0.000 64 0,3.000 31.000 0 16,-3.000-31.000 0-16,0.000 0.000 0 0</inkml:trace>
  <inkml:trace contextRef="#ctx0" brushRef="#br1">20982.000 4581.000 5519 0,'0.000'2.000'496'0,"0.000"-2.000"-496"0,0.000 0.000 0 0,-1.000 0.000 0 16,1.000 0.000 704-16,0.000 0.000 32 0,0.000 1.000 16 0,0.000-1.000 0 16,0.000 1.000 48-16,0.000-1.000 16 0,0.000 2.000 0 0,-2.000 0.000 0 15,2.000-2.000-352-15,0.000 0.000-64 0,0.000 0.000-16 0,0.000 0.000 0 16,0.000 0.000-384-16,0.000 0.000-256 0,0.000 0.000 48 0,5.000 31.000 0 16,-5.000-31.000 208-16,0.000 0.000 0 0</inkml:trace>
  <inkml:trace contextRef="#ctx0" brushRef="#br1">20957.000 4826.000 8287 0,'0.000'0.000'736'0,"0.000"0.000"-592"16,0.000 0.000-144-16,0.000 0.000 0 0,0.000 0.000 560 0,0.000 0.000 80 0,-2.000 0.000 0 0,2.000 0.000 16 15,0.000 0.000 240-15,0.000 0.000 32 0,0.000 0.000 16 0,0.000 0.000 0 16,0.000 0.000-432-16,0.000 0.000-64 0,0.000 0.000-32 0,0.000 0.000 0 15,2.000 25.000-416-15,-2.000-25.000 0 0,0.000 0.000-192 0,0.000 0.000 192 16,0.000 0.000-288-16,6.000 26.000 64 0</inkml:trace>
  <inkml:trace contextRef="#ctx0" brushRef="#br1">20949.000 5066.000 8287 0,'0.000'0.000'736'0,"0.000"0.000"-592"16,0.000 0.000-144-16,0.000 0.000 0 0,0.000 0.000 720 0,0.000 0.000 112 16,0.000 0.000 32-16,0.000 0.000 0 0,0.000 0.000 432 0,0.000 0.000 96 15,0.000 0.000 16-15,0.000 0.000 0 0,0.000 0.000-960 0,0.000 0.000-192 16,0.000 0.000-48-16,0.000 0.000 0 0,0.000 0.000-208 0,0.000 0.000-208 16,9.000 31.000 32-16,-9.000-31.000-7312 0</inkml:trace>
  <inkml:trace contextRef="#ctx0" brushRef="#br1">21000.000 5357.000 14735 0,'0.000'0.000'1312'0,"0.000"0.000"-1056"0,0.000 0.000-256 0,0.000 0.000 0 16,0.000 0.000 960-16,0.000 0.000 144 0,0.000 0.000 32 0,0.000 0.000 0 15,0.000 0.000 1200-15,0.000 0.000 240 16,0.000 0.000 48-16,0.000 0.000 16 0,0.000 0.000-1616 0,0.000 0.000-320 0,0.000 0.000-64 0,0.000 0.000 0 16,0.000 0.000-640-16,0.000 0.000 0 0,0.000 0.000 0 0,0.000 0.000-192 15,0.000 0.000-240-15,0.000 0.000-48 0</inkml:trace>
  <inkml:trace contextRef="#ctx0" brushRef="#br1">21016.000 5654.000 7359 0,'0.000'0.000'656'0,"-1.000"0.000"-528"0,1.000 0.000-128 0,0.000-1.000 0 0,1.000 1.000 1408 0,-1.000 0.000 240 0,0.000 0.000 48 0,0.000 0.000 16 0,0.000 0.000-496 0,-1.000 0.000-80 16,1.000 0.000-32-16,0.000 0.000 0 0,1.000 0.000 304 0,-1.000 0.000 48 16,0.000-1.000 16-16,0.000 1.000 0 0,0.000 0.000-1232 0,0.000 1.000-240 15,0.000-1.000 0-15,0.000 1.000 0 0,0.000 0.000-272 0,0.000 2.000 48 16,0.000 1.000 16-16,0.000-4.000 0 16,0.000 0.000-368-16,0.000 0.000-64 0,4.000 33.000 0 0,-4.000-33.000-8416 0</inkml:trace>
  <inkml:trace contextRef="#ctx0" brushRef="#br1">21050.000 6000.000 911 0,'1.000'3.000'0'0,"-1.000"-2.000"0"0,0.000 0.000 0 0,0.000 0.000 0 0,0.000 0.000 0 0,0.000 0.000 0 16,0.000 1.000 512-16,0.000 0.000 0 0,0.000 2.000 16 0,0.000-4.000 0 15,0.000 0.000 624-15,0.000 0.000 112 0,0.000 23.000 16 0,0.000-17.000 16 16,0.000-6.000-288-16,0.000 0.000-64 0,0.000 0.000-16 0,-1.000 24.000 0 15,1.000-24.000-624-15,0.000 0.000-128 0,0.000 0.000-32 0,-2.000 27.000 0 16,2.000-27.000-144-16,0.000 0.000 0 0,0.000 24.000-160 0,0.000-24.000 160 0,0.000 0.000-192 16,2.000 28.000 192-16,-2.000-28.000-208 0,0.000 0.000 80 0,0.000 30.000 128 0,0.000-30.000 0 15,0.000 25.000 0-15,0.000-25.000 0 0</inkml:trace>
  <inkml:trace contextRef="#ctx0" brushRef="#br1">21048.000 6419.000 7359 0,'0.000'1.000'656'0,"-3.000"-1.000"-528"0,3.000 1.000-128 0,0.000-1.000 0 0,0.000 1.000 896 0,0.000-1.000 160 16,-1.000 2.000 32-16,-1.000-1.000 0 0,2.000 1.000 1184 0,-2.000 1.000 240 15,2.000-1.000 48-15,0.000 2.000 16 0,0.000-4.000-1744 0,0.000 0.000-336 16,0.000 0.000-80-16,0.000 0.000-16 0,-1.000 18.000-400 0,1.000-18.000 0 0,0.000 0.000 0 0,0.000 0.000-176 16,1.000 30.000 176-16,-1.000-30.000-160 0,0.000 0.000 160 0,0.000 0.000-160 15,5.000 37.000-160-15,-5.000-37.000-48 0,3.000 23.000 0 0,-3.000-23.000-8784 16</inkml:trace>
  <inkml:trace contextRef="#ctx0" brushRef="#br1">21050.000 6938.000 3679 0,'-2.000'3.000'320'0,"2.000"-1.000"-320"16,0.000-2.000 0-16,0.000 0.000 0 0,0.000 0.000 1024 0,0.000 0.000 128 15,-3.000 5.000 16-15,3.000-5.000 16 0,-3.000 9.000 992 0,1.000-5.000 192 16,2.000-4.000 32-16,-1.000 10.000 16 0,1.000-10.000-1680 0,0.000 0.000-336 16,0.000 0.000-64-16,0.000 0.000-16 0,1.000 22.000-320 0,-1.000-22.000 0 15,0.000 0.000-192-15,0.000 0.000 64 0,0.000 0.000 128 0,0.000 0.000-208 16</inkml:trace>
  <inkml:trace contextRef="#ctx0" brushRef="#br1">21075.000 7511.000 6447 0,'0.000'0.000'272'0,"-3.000"8.000"80"0,3.000-8.000-352 0,0.000 0.000 0 0,0.000 0.000 0 0,0.000 0.000 0 15,0.000 0.000 496-15,0.000 0.000 16 0,0.000 15.000 16 0,0.000-15.000 0 16,0.000 0.000-64-16,0.000 19.000-16 0,0.000-19.000 0 0,0.000 0.000 0 15,0.000 0.000-448-15,3.000 26.000 0 0,-3.000-26.000-176 0,0.000 0.000 176 0,5.000 29.000 0 0,-5.000-29.000 0 16,0.000 0.000 192-16</inkml:trace>
  <inkml:trace contextRef="#ctx0" brushRef="#br1">21114.000 7868.000 8287 0,'0.000'0.000'368'0,"0.000"0.000"80"0,0.000 0.000-448 0,0.000 2.000 0 16,0.000-2.000 0-16,0.000 0.000 0 0,0.000 0.000 224 0,0.000 0.000-32 16,0.000 0.000-16-16,0.000 0.000 0 0,0.000 0.000 592 0,0.000 0.000 112 15,0.000 0.000 16-15,0.000 0.000 16 0,0.000 0.000-752 0,0.000 0.000-160 0,0.000 0.000 0 0,0.000 0.000 0 16,0.000 0.000-192-16,9.000 23.000 0 0,-9.000-23.000 0 0,0.000 0.000 0 16,0.000 0.000 192-16,0.000 0.000 0 0,10.000 28.000 0 0,-10.000-28.000 0 15</inkml:trace>
  <inkml:trace contextRef="#ctx0" brushRef="#br1">21152.000 8104.000 10127 0,'0.000'0.000'448'0,"0.000"0.000"96"0,0.000 0.000-544 0,0.000 0.000 0 0,0.000 0.000 0 0,0.000 0.000 0 0,0.000 0.000 576 0,0.000 0.000 16 15,0.000 0.000 0-15,-2.000 11.000 0 0,2.000-11.000 112 0,0.000 0.000 0 16,0.000 0.000 16-16,0.000 0.000 0 0,2.000 20.000-720 0,-2.000-20.000 0 15,0.000 0.000 0-15,0.000 0.000 0 0,0.000 0.000-160 0,3.000 21.000 160 16,-3.000-21.000-128-16,0.000 0.000-6304 0</inkml:trace>
  <inkml:trace contextRef="#ctx0" brushRef="#br1">21144.000 8396.000 5519 0,'0.000'0.000'496'0,"-3.000"4.000"-496"0,3.000-4.000 0 0,0.000 0.000 0 16,0.000 0.000 1472-16,0.000 0.000 192 0,0.000 0.000 32 0,0.000 0.000 16 16,-1.000 13.000-32-16,-1.000-9.000 0 0,2.000-4.000 0 0,0.000 0.000 0 15,0.000 15.000-1040-15,0.000-15.000-192 0,0.000 0.000-64 0,0.000 16.000 0 16,0.000-16.000-384-16,0.000 0.000 0 0,3.000 18.000 0 0,-3.000-18.000-176 0,0.000 0.000 176 0,0.000 18.000 0 16,0.000-18.000 0-16,0.000 0.000 0 31,0.000 0.000-512-31,6.000 29.000 0 0,-6.000-29.000-16 0,2.000 20.000-7296 0</inkml:trace>
  <inkml:trace contextRef="#ctx0" brushRef="#br1">21168.000 8777.000 7359 0,'0.000'0.000'656'0,"0.000"0.000"-528"15,0.000 0.000-128-15,0.000 0.000 0 0,-3.000 8.000 1376 0,3.000-8.000 240 0,0.000 0.000 48 0,0.000 0.000 16 16,0.000 10.000 512-16,0.000-10.000 112 0,0.000 0.000 0 0,0.000 13.000 16 15,0.000 0.000-1488-15,0.000-13.000-320 16,3.000 13.000-48-16,-3.000-13.000-16 0,5.000 22.000-448 0,-5.000-22.000 0 16,0.000 0.000 0-16,6.000 26.000 0 15,-2.000-10.000 0-15,-1.000-1.000-192 0,-3.000-15.000 192 0,5.000 22.000-6912 16,-5.000-22.000-1280-16</inkml:trace>
  <inkml:trace contextRef="#ctx0" brushRef="#br1">21215.000 9185.000 12895 0,'0.000'-1.000'1152'0,"-2.000"0.000"-928"0,2.000 0.000-224 0,0.000 1.000 0 0,0.000 0.000 1792 0,0.000-1.000 304 0,0.000 1.000 64 0,-1.000 0.000 16 0,1.000 0.000-128 0,0.000-1.000 0 0,-2.000 1.000-16 0,2.000 0.000 0 0,0.000 0.000-432 0,0.000 0.000-64 15,0.000 0.000-32-15,0.000 0.000 0 0,0.000 1.000-624 0,0.000-1.000-128 16,0.000 0.000-32-16,0.000 1.000 0 0,0.000 0.000-720 0,0.000 3.000 0 16,0.000 1.000 0-16,0.000-5.000 0 15,-2.000 18.000-768-15,2.000-7.000-32 0,0.000-11.000-16 0,-1.000 29.000-14272 0</inkml:trace>
  <inkml:trace contextRef="#ctx0" brushRef="#br1">21205.000 9731.000 9215 0,'-3.000'6.000'400'0,"1.000"-3.000"96"0,2.000 1.000-496 0,-2.000-1.000 0 15,2.000-1.000 0-15,-1.000 0.000 0 0,1.000-2.000 1056 0,-2.000 8.000 112 0,2.000 0.000 32 0,-4.000 1.000 0 0,4.000 3.000 1232 0,-2.000 0.000 256 16,1.000 0.000 64-16,-1.000-2.000 0 0,2.000 1.000-1680 0,-2.000-2.000-336 16,2.000-9.000-64-16,0.000 18.000-16 0,0.000-18.000-208 0,-1.000 16.000-64 15,1.000-16.000 0-15,0.000 0.000 0 0,0.000 24.000-144 0,0.000-16.000-48 16,0.000-8.000 0-16,0.000 0.000 0 0,1.000 26.000-192 0,-1.000-26.000 0 15,4.000 22.000 0-15,-3.000-10.000-160 16,-1.000-12.000-384-16,6.000 30.000-80 0,-6.000-30.000-16 0,3.000 35.000-11008 0</inkml:trace>
  <inkml:trace contextRef="#ctx0" brushRef="#br1">21189.000 10467.000 911 0,'0.000'0.000'0'0,"0.000"0.000"0"0,0.000 15.000 0 0,0.000-14.000 0 16,0.000 1.000 1104-16,0.000 2.000 144 0,-3.000 3.000 32 0,3.000 6.000 0 16,-2.000 2.000 1152-16,1.000 1.000 224 0,-1.000 0.000 48 0,0.000-3.000 16 15,2.000 0.000-912-15,-1.000-3.000-176 0,1.000 1.000-32 0,-2.000-2.000-16 16,2.000 1.000-544-16,0.000-2.000-96 0,0.000 1.000-32 0,-2.000 1.000 0 16,2.000-2.000-48-16,0.000 0.000-16 0,-1.000 2.000 0 0,1.000-2.000 0 15,0.000-1.000-480-15,0.000 2.000-112 0,0.000-2.000 0 0,0.000-7.000-16 16,1.000 16.000-240-16,-1.000-16.000 0 0,2.000 19.000-192 0,1.000-8.000-8128 15,-3.000-11.000-1616-15</inkml:trace>
  <inkml:trace contextRef="#ctx0" brushRef="#br1">21213.000 11342.000 3327 0,'0.000'14.000'0'0,"0.000"-7.000"144"0,0.000 1.000-144 0,0.000-2.000 192 0,0.000-2.000-192 0,0.000-4.000 0 16,0.000 9.000 0-16,0.000 0.000 0 0,0.000 3.000 1328 0,0.000 8.000 224 0,2.000 6.000 48 0,-2.000-4.000 16 16,0.000-6.000-1072-16,2.000-4.000-224 0,0.000 2.000-32 0,-2.000-3.000-16 15,0.000 1.000-272-15,2.000-1.000 0 0,-1.000 0.000 0 0,-1.000-1.000-144 16,2.000 1.000 144-16,-2.000-1.000-160 16,2.000 2.000 160-16,-1.000-1.000-160 0,-1.000 1.000 16 0,2.000 0.000 0 0,0.000 2.000 0 0,-1.000-1.000 0 15,-1.000 2.000-752 1,2.000 0.000-160-16,0.000 2.000-32 0,-1.000 1.000 0 0,3.000 1.000 848 0,1.000 1.000 240 0,5.000 4.000 0 0,-1.000-3.000 0 15</inkml:trace>
  <inkml:trace contextRef="#ctx0" brushRef="#br1">21265.000 12194.000 7359 0,'-4.000'11.000'320'0,"3.000"-4.000"80"0,-1.000-2.000-400 0,0.000-1.000 0 15,2.000-1.000 0-15,-1.000 0.000 0 0,1.000-3.000 560 0,-2.000 10.000 16 16,0.000-1.000 16-16,-1.000 4.000 0 15,1.000 1.000-176-15,-1.000 2.000-32 0,3.000 2.000-16 0,-4.000-5.000 0 0,4.000-4.000-368 0,-2.000-3.000 0 16,2.000 2.000 0-16,-1.000 1.000-192 0,-1.000-1.000 192 0,2.000 0.000 256 16,-2.000 1.000-64-16,2.000-1.000-16 0,0.000 0.000 480 0,0.000 1.000 112 15,0.000-1.000 0-15,0.000-1.000 16 0,0.000-7.000-448 0,0.000 14.000-80 0,0.000-6.000-32 0,0.000-1.000 0 16,0.000-7.000-224-16,0.000 17.000 0 0,0.000-17.000 0 0,0.000 17.000 0 16,0.000-7.000 0-16,0.000 1.000 0 0,0.000 1.000 0 0,-1.000 1.000-160 15,1.000-1.000 32-15,0.000 4.000 0 0,0.000 4.000 0 0,0.000-3.000 0 16,0.000-1.000 128-16,0.000-2.000 0 0,-2.000-1.000 0 0,2.000 1.000 128 15,0.000-1.000-128-15,0.000 3.000 0 0,0.000 3.000 128 0,-2.000-4.000-128 16,2.000-2.000 0-16,0.000-3.000 0 0,-1.000 1.000 0 0,-1.000 0.000 0 16,2.000 4.000 0-16,0.000-1.000 0 0,-2.000-2.000 0 0,1.000 0.000 0 15,-1.000 1.000 0-15,2.000 0.000 0 0,-2.000 1.000 0 0,0.000 0.000 0 16,0.000-1.000 0-16,2.000 1.000 0 0,0.000-1.000 0 0,-1.000 1.000 0 16,-1.000 1.000-240-16,2.000-1.000-16 0,0.000 0.000 0 0,-2.000 0.000 0 15,2.000 0.000-592-15,0.000 1.000-128 0,0.000-1.000-32 0,0.000 1.000 0 16,0.000-2.000-80-16,-1.000 1.000 0 0,-1.000-2.000-16 15,0.000 1.000 0-15,2.000-2.000 1104 0,-1.000 1.000 320 0,-1.000-1.000 0 0,0.000 1.000 16 0,2.000-2.000 1040 0,0.000 0.000 208 16,0.000-1.000 32-16,0.000 0.000 16 0,0.000 1.000 224 0,0.000-2.000 64 16,0.000 2.000 0-16,0.000-2.000 0 0,0.000-8.000-864 15,2.000 17.000-160-15,0.000-8.000-48 0,-2.000-9.000 0 0,3.000 16.000-32 16,-3.000-16.000-16-16,3.000 14.000 0 0,-3.000-14.000 0 0,2.000 16.000 224 0,-2.000-16.000 32 16,3.000 16.000 16-16,-3.000-10.000 0 15,0.000-6.000 80-15,2.000 12.000 32 0,-2.000-12.000 0 0,2.000 14.000 0 0,-2.000-7.000-416 0,0.000 1.000-64 0,0.000-1.000-32 0,-2.000 0.000 0 16,2.000 0.000-400-1,0.000 1.000-80-15,-2.000 0.000 0 0,2.000 0.000-16 16,-1.000 0.000-176-16,-1.000 0.000 0 0,0.000 0.000 0 0,1.000 2.000 0 16,-1.000-2.000-688-16,0.000 2.000-64 0</inkml:trace>
  <inkml:trace contextRef="#ctx0" brushRef="#br1">21752.000 3704.000 19343 0,'-5.000'-5.000'1728'0,"2.000"2.000"-1392"0,2.000 1.000-336 0,-1.000 1.000 0 0,2.000 1.000 1856 0,0.000 0.000 320 0,0.000 0.000 48 0,-2.000 0.000 16 0,2.000 0.000-912 0,-3.000 0.000-176 0,0.000 2.000-48 0,0.000 0.000 0 0,-2.000 1.000 112 0,-3.000 2.000 32 15,0.000 1.000 0-15,0.000 3.000 0 0,-3.000 0.000-848 0,-1.000 3.000-160 16,1.000 1.000-48-16,-2.000 3.000 0 0,-1.000 1.000-192 0,-2.000 4.000 0 16,0.000 2.000 128-16,-1.000 1.000-128 0,-1.000 2.000 0 0,3.000-2.000 0 15,-2.000 0.000 0-15,1.000-2.000 0 0,3.000-1.000-176 0,-1.000 0.000 176 16,1.000-2.000-160-16,-1.000-3.000 160 16,4.000-2.000-1152-16,-1.000-2.000-144 0,4.000-3.000-32 0,2.000-3.000-13456 0</inkml:trace>
  <inkml:trace contextRef="#ctx0" brushRef="#br1">21427.000 3798.000 20271 0,'-1.000'-2.000'896'0,"1.000"1.000"192"0,0.000 1.000-880 0,0.000 0.000-208 0,0.000 0.000 0 0,0.000 0.000 0 16,0.000 0.000 224-16,0.000 0.000 0 0,1.000 1.000 0 0,1.000 1.000 0 16,2.000 2.000 480-16,-4.000-4.000 112 0,0.000 0.000 16 0,0.000 0.000 0 15,0.000 0.000-832-15,38.000 40.000 0 0,-38.000-40.000 0 0,0.000 0.000-144 16,39.000 35.000 144-16,-39.000-35.000-192 0,0.000 0.000 192 0,50.000 41.000-192 15,-50.000-41.000 192-15,0.000 0.000-160 0</inkml:trace>
  <inkml:trace contextRef="#ctx0" brushRef="#br1">22499.000 3665.000 24879 0,'-3.000'-3.000'1088'0,"1.000"1.000"256"0,2.000 1.000-1088 0,-3.000 0.000-256 0,3.000 1.000 0 0,0.000 0.000 0 15,0.000 0.000 256-15,-1.000 0.000-16 0,-1.000 0.000 0 0,0.000 1.000 0 16,-1.000 0.000 1344-16,-2.000 2.000 272 0,-1.000 3.000 48 0,-4.000 0.000 16 16,2.000 2.000-1440-16,-2.000 2.000-288 0,-2.000 2.000-48 0,-2.000 4.000-16 15,-1.000 0.000-128-15,-1.000 3.000 0 0,-1.000 2.000 0 0,0.000 2.000 0 16,-3.000 2.000 0-16,1.000 0.000 0 16,-2.000 1.000 0-16,0.000-2.000 0 0,3.000-1.000 0 0,-1.000-3.000 0 0,5.000-2.000 0 0,1.000-2.000 0 15,-1.000-1.000 0-15,2.000 0.000-176 0,-2.000-2.000 176 0,4.000-1.000-192 31,-1.000-2.000-1520-31,3.000-3.000-304 0</inkml:trace>
  <inkml:trace contextRef="#ctx0" brushRef="#br1">22101.000 3821.000 17503 0,'0.000'-1.000'1552'0,"0.000"0.000"-1232"16,0.000 1.000-320-16,0.000 0.000 0 0,0.000 0.000 576 0,2.000-1.000 48 15,-1.000 1.000 16-15,-1.000-1.000 0 0,3.000 0.000 1600 0,0.000-1.000 320 16,2.000 2.000 64-16,0.000 0.000 0 0,0.000 0.000-1792 0,2.000 2.000-384 15,-7.000-2.000-64-15,0.000 0.000 0 0,0.000 0.000-384 0,38.000 21.000 0 16,-38.000-21.000 0-16,0.000 0.000-192 0,44.000 38.000 192 0,-44.000-38.000 0 0,34.000 39.000 0 16,-34.000-39.000-128-1,37.000 42.000-288-15,-37.000-42.000-48 0,37.000 47.000-16 0,-37.000-47.000-12480 0</inkml:trace>
  <inkml:trace contextRef="#ctx0" brushRef="#br1">23373.000 3720.000 24879 0,'0.000'-1.000'1088'0,"0.000"0.000"256"0,0.000 0.000-1088 0,0.000 1.000-256 16,-2.000 0.000 0-16,2.000 0.000 0 0,0.000 0.000 1840 0,0.000 0.000 304 15,0.000 0.000 64-15,-2.000 0.000 16 0,2.000 1.000-288 0,-3.000 0.000-48 16,1.000 0.000-16-16,-5.000 1.000 0 16,0.000 2.000-1360-16,-1.000 1.000-288 0,-3.000 3.000-48 0,-4.000 3.000-16 0,0.000 2.000-160 0,-4.000 3.000 0 0,-2.000 4.000 0 0,3.000 0.000 0 15,-3.000 2.000 0-15,2.000 0.000 0 0,0.000-1.000 0 16,0.000 0.000 0-16,2.000-1.000 0 0,-2.000 0.000 0 0,0.000-1.000-128 0,3.000 0.000 128 31,-2.000-3.000-2032-31,1.000 1.000-336 0</inkml:trace>
  <inkml:trace contextRef="#ctx0" brushRef="#br1">23013.000 3853.000 20271 0,'0.000'-6.000'896'0,"0.000"3.000"192"0,1.000 0.000-880 0,-1.000 0.000-208 0,0.000 2.000 0 0,0.000-1.000 0 15,0.000 2.000 752-15,2.000-1.000 96 0,-2.000-1.000 32 0,2.000 0.000 0 16,-1.000 0.000 1744-16,2.000 1.000 368 16,-1.000 0.000 64-16,1.000 2.000 16 0,0.000 1.000-2336 0,-3.000-2.000-464 0,0.000 0.000-80 0,0.000 0.000-32 0,37.000 38.000-160 0,-37.000-38.000 0 15,33.000 37.000-192-15,-33.000-37.000 192 0,34.000 47.000-368 0,-34.000-47.000 48 16,29.000 39.000 16-16,-29.000-39.000-9808 16,33.000 43.000-1952-16</inkml:trace>
  <inkml:trace contextRef="#ctx0" brushRef="#br1">24265.000 3731.000 30399 0,'-1.000'-7.000'1344'0,"-1.000"3.000"288"0,0.000 2.000-1312 0,-1.000-3.000-320 0,3.000 4.000 0 0,-2.000 0.000 0 16,2.000 0.000 1248-16,-1.000 0.000 176 0,-3.000-1.000 48 0,0.000-1.000 0 16,-1.000 0.000-80-16,0.000 0.000-16 0,0.000 1.000 0 0,-4.000 1.000 0 15,3.000 2.000-1040-15,-3.000 1.000-208 0,0.000 3.000-128 0,-1.000 2.000 160 16,-4.000 3.000-160-16,1.000 1.000 0 0,-3.000 5.000 0 0,-3.000 2.000 0 0,4.000 0.000 0 0,-4.000 4.000 0 16,0.000 1.000-144-16,3.000 0.000 144 0,-2.000 2.000 0 0,-1.000-1.000 0 15,0.000 1.000 0-15,3.000 0.000 0 16,-3.000-1.000-752-16,1.000-1.000-80 0,-1.000 0.000-32 0,3.000-3.000-16368 15</inkml:trace>
  <inkml:trace contextRef="#ctx0" brushRef="#br1">23895.000 3808.000 27647 0,'2.000'0.000'2448'0,"0.000"-1.000"-1952"0,-1.000 1.000-496 16,1.000 0.000 0-16,1.000 0.000 0 0,-1.000 0.000 0 0,4.000 0.000-208 0,2.000 0.000 64 15,-8.000 0.000 1072-15,0.000 0.000 224 0,40.000 10.000 32 0,-40.000-10.000 16 16,35.000 15.000-816-16,-35.000-15.000-144 0,37.000 24.000-48 0,-37.000-24.000 0 16,34.000 33.000-192-16,-34.000-33.000-160 0</inkml:trace>
  <inkml:trace contextRef="#ctx0" brushRef="#br1">21763.000 5115.000 34095 0,'0.000'0.000'3024'0,"-1.000"0.000"-2416"0,1.000 0.000-480 0,-2.000 0.000-128 0,2.000 0.000 592 0,-2.000 0.000 112 0,1.000 1.000 0 0,-4.000 0.000 16 0,-3.000 1.000 336 0,0.000 2.000 64 0,-5.000 3.000 16 0,-1.000 3.000 0 0,-2.000 2.000-880 0,1.000 3.000-256 15,-4.000 3.000 0-15,0.000 0.000 128 0,0.000 4.000-128 0,-2.000 2.000 0 16,3.000 2.000 0-16,-2.000 0.000 0 0,-1.000 4.000-208 0,2.000-2.000 32 16,4.000 0.000 16-16,-1.000-1.000 0 15,2.000 0.000-1920-15,4.000-1.000-384 0</inkml:trace>
  <inkml:trace contextRef="#ctx0" brushRef="#br1">21397.000 5330.000 22111 0,'-2.000'-8.000'976'0,"1.000"3.000"208"16,1.000 1.000-944-16,0.000 1.000-240 0,1.000 1.000 0 0,-1.000 1.000 0 0,0.000 0.000 432 0,2.000-2.000 32 0,-2.000 1.000 16 0,3.000-2.000 0 15,-1.000 0.000 864-15,3.000 0.000 192 0,2.000 1.000 16 0,0.000 1.000 16 16,-7.000 2.000-1440-16,0.000 0.000-272 0,0.000 0.000-64 0,46.000 9.000-16 15,-46.000-9.000 96-15,0.000 0.000 128 0,50.000 27.000-208 0,-50.000-27.000 80 16,38.000 28.000-704-16,-38.000-28.000-144 0,39.000 34.000-32 0,-39.000-34.000-10560 16</inkml:trace>
  <inkml:trace contextRef="#ctx0" brushRef="#br1">22307.000 5112.000 25791 0,'-2.000'-3.000'1152'0,"2.000"2.000"224"0,-1.000 1.000-1104 0,1.000 0.000-272 16,0.000-1.000 0-16,-2.000 1.000 0 0,2.000 0.000 1536 0,0.000 0.000 240 0,0.000 0.000 48 0,-2.000 1.000 16 15,0.000 1.000-384-15,-1.000 2.000-80 0,-2.000 1.000-16 0,-2.000 3.000 0 16,-4.000 5.000-1152-16,0.000 1.000-208 0,-5.000 5.000 0 0,1.000 1.000-144 15,-1.000 1.000 144-15,-1.000-1.000-128 0,4.000-1.000 128 0,-1.000 0.000-128 32,0.000 0.000-448-32,0.000-1.000-64 0,3.000 0.000-32 0,-3.000 0.000-15008 0</inkml:trace>
  <inkml:trace contextRef="#ctx0" brushRef="#br1">22070.000 5167.000 23039 0,'2.000'0.000'1024'0,"-2.000"0.000"192"0,2.000 0.000-960 0,-1.000 1.000-256 0,1.000 0.000 0 0,0.000 0.000 0 0,-1.000 0.000 176 0,5.000 1.000-16 15,-6.000-2.000 0-15,0.000 0.000 0 0,0.000 0.000 784 0,48.000 32.000 144 16,-48.000-32.000 48-16,0.000 0.000 0 0,55.000 42.000-800 0,-55.000-42.000-144 16,41.000 34.000-48-16,-41.000-34.000 0 0,46.000 34.000-144 0,-46.000-34.000 0 15</inkml:trace>
  <inkml:trace contextRef="#ctx0" brushRef="#br1">23148.000 5074.000 25791 0,'0.000'-1.000'1152'0,"0.000"0.000"224"0,0.000 1.000-1104 0,0.000 0.000-272 0,0.000 0.000 0 0,0.000 0.000 0 16,0.000 0.000 688-16,-1.000 0.000 80 0,1.000 0.000 0 0,0.000 0.000 16 15,-2.000 1.000 1632-15,2.000 0.000 320 0,-2.000 0.000 64 0,-2.000 0.000 16 0,1.000 2.000-2016 0,-4.000 2.000-400 16,-1.000 3.000-80-16,-3.000 3.000 0 16,-2.000 3.000-320-16,-3.000 1.000 0 0,-1.000 4.000 0 0,-1.000 1.000 0 0,0.000 0.000 0 0,1.000 2.000 0 15,-2.000 1.000 0-15,3.000 0.000 0 16,-2.000 0.000-1344-16,2.000-2.000-208 0,2.000 1.000-48 0,-1.000 0.000-14464 16</inkml:trace>
  <inkml:trace contextRef="#ctx0" brushRef="#br1">22902.000 5100.000 29487 0,'0.000'-1.000'2624'0,"0.000"1.000"-2112"0,2.000 0.000-512 0,-2.000 0.000 0 0,1.000 0.000 304 0,-1.000 0.000-48 15,0.000 0.000-16-15,3.000 0.000 0 16,2.000 1.000-512-16,-5.000-1.000-112 0,0.000 0.000 0 0,0.000 0.000-16 0,43.000 20.000 224 0,-43.000-20.000 176 0,0.000 0.000-208 0,53.000 36.000 80 15,-53.000-36.000 128-15,42.000 36.000-128 0,-42.000-36.000 128 0,46.000 44.000-12672 16</inkml:trace>
  <inkml:trace contextRef="#ctx0" brushRef="#br1">24140.000 4999.000 35935 0,'0.000'-1.000'3200'0,"0.000"1.000"-2560"0,0.000 0.000-512 0,0.000 0.000-128 0,0.000 0.000 432 0,0.000 0.000 64 0,0.000 0.000 16 0,-1.000-1.000 0 0,-1.000 1.000 256 0,0.000 1.000 64 16,-1.000 1.000 16-16,-4.000 1.000 0 0,-2.000 4.000-688 0,0.000 3.000-160 15,-4.000 3.000 0-15,-3.000 5.000 0 0,0.000 4.000 0 0,-5.000 2.000 0 16,0.000 2.000 0-16,-1.000 1.000 0 15,0.000-1.000-416-15,-1.000-1.000-32 0,1.000-3.000 0 0,1.000-2.000 0 16,5.000-4.000-1520-16,0.000-2.000-304 0,0.000-1.000-64 0,3.000-4.000-12704 0</inkml:trace>
  <inkml:trace contextRef="#ctx0" brushRef="#br1">23876.000 5023.000 24879 0,'0.000'-1.000'2208'0,"0.000"1.000"-1760"0,2.000 0.000-448 0,-2.000 1.000 0 0,3.000-1.000 0 16,-3.000 1.000-320-16,2.000 0.000 48 0,1.000 1.000 16 16,-3.000-2.000 1344-16,0.000 0.000 256 0,0.000 0.000 64 0,32.000 40.000 16 0,-32.000-40.000-144 0,22.000 45.000-16 15,-22.000-45.000-16-15,23.000 58.000 0 0,-23.000-58.000-1248 0</inkml:trace>
  <inkml:trace contextRef="#ctx0" brushRef="#br1">21599.000 6232.000 27647 0,'-2.000'-1.000'2448'0,"2.000"1.000"-1952"0,0.000 0.000-496 16,0.000 0.000 0-16,0.000 0.000 432 0,0.000 0.000-16 0,0.000 1.000 0 0,0.000-1.000 0 0,0.000 0.000 1616 0,-2.000 0.000 320 0,2.000 1.000 64 0,-1.000 1.000 16 0,-2.000 2.000-1600 0,-1.000 3.000-304 15,-2.000 3.000-64-15,-2.000 6.000-16 0,-2.000 4.000-448 0,-4.000 5.000 0 16,-1.000 4.000 0-16,0.000 2.000 0 0,-3.000 0.000 0 0,2.000 2.000 0 15,-2.000-1.000 0-15,-1.000-2.000 0 16,0.000-2.000-576-16,1.000-4.000-128 0,-1.000-2.000 0 0,3.000-3.000-16 16,1.000-2.000-1792-16,1.000-4.000-368 0</inkml:trace>
  <inkml:trace contextRef="#ctx0" brushRef="#br1">21347.000 6388.000 22111 0,'0.000'0.000'976'0,"0.000"0.000"208"0,2.000 0.000-944 0,-2.000 0.000-240 0,3.000 0.000 0 0,-3.000 0.000 0 16,2.000 1.000 0-16,-2.000-1.000-192 0,0.000 0.000 48 0,0.000 0.000 0 16,0.000 0.000 544-16,51.000 15.000 112 0,-51.000-15.000 32 0,38.000 15.000 0 15,-38.000-15.000-288-15,43.000 20.000-48 0,-43.000-20.000-16 0,45.000 25.000 0 16,-45.000-25.000-192-16,44.000 26.000 0 0</inkml:trace>
  <inkml:trace contextRef="#ctx0" brushRef="#br1">22389.000 6230.000 31327 0,'0.000'-4.000'1392'0,"0.000"3.000"272"0,0.000 0.000-1328 0,0.000 0.000-336 0,0.000 0.000 0 0,0.000 1.000 0 15,0.000 0.000 512-15,0.000 0.000 16 0,0.000 0.000 16 0,-2.000 1.000 0 16,2.000-1.000 1248-16,0.000 1.000 240 0,-1.000-1.000 48 0,-1.000 2.000 16 15,0.000 0.000-1488-15,-3.000 2.000-288 0,0.000 3.000-64 0,-7.000 7.000-16 0,0.000 5.000-240 0,-5.000 5.000 0 16,-4.000 5.000 0-16,-1.000 2.000 0 16,0.000 1.000 0-16,-1.000-2.000-128 0,3.000-1.000 128 0,1.000-3.000 0 31,2.000-3.000-704-31,3.000-3.000-64 0,1.000-3.000-32 0,0.000-2.000-11008 0,2.000 0.000-2208 0</inkml:trace>
  <inkml:trace contextRef="#ctx0" brushRef="#br1">22176.000 6304.000 28559 0,'2.000'-1.000'1264'15,"-2.000"1.000"272"-15,0.000 0.000-1232 0,0.000 0.000-304 0,0.000 0.000 0 0,0.000 0.000 0 0,2.000 0.000 144 0,-2.000 0.000-16 0,2.000 0.000-128 0,-2.000 0.000 192 16,0.000 0.000 784 0,0.000 0.000 160-16,0.000 0.000 16 0,0.000 0.000 16 0,53.000 32.000-992 0,-53.000-32.000-176 0,37.000 34.000 0 0,-37.000-34.000-160 15,43.000 42.000 160-15,-43.000-42.000-128 16,47.000 45.000 128-16,-47.000-45.000-9776 15,46.000 48.000-1872-15</inkml:trace>
  <inkml:trace contextRef="#ctx0" brushRef="#br1">23102.000 6158.000 30399 0,'0.000'-1.000'2704'0,"0.000"0.000"-2160"0,0.000 1.000-544 0,0.000 0.000 0 16,0.000 0.000 896-16,-2.000 0.000 64 0,2.000 0.000 0 0,0.000 0.000 16 16,-1.000-1.000 704-16,-1.000 1.000 144 0,1.000 0.000 32 0,-1.000 1.000 0 0,-4.000 1.000-1328 0,1.000 1.000-256 15,0.000 4.000-48-15,-6.000 3.000-16 16,1.000 4.000-208-16,-4.000 4.000 0 0,-1.000 5.000 0 0,1.000 1.000 0 16,1.000 1.000-144-16,-1.000 1.000 144 0,3.000-1.000 0 0,0.000-1.000-144 15,1.000 0.000-912-15,-1.000-2.000-176 0,3.000-1.000-48 0,1.000-4.000-15664 16</inkml:trace>
  <inkml:trace contextRef="#ctx0" brushRef="#br1">22934.000 6216.000 20271 0,'2.000'-1.000'896'0,"-1.000"0.000"192"0,-1.000 1.000-880 0,2.000 0.000-208 15,1.000-1.000 0-15,-1.000 1.000 0 0,0.000 0.000 0 0,-2.000 0.000-128 0,0.000 0.000 128 0,0.000 0.000-208 16,39.000 8.000 720-16,-39.000-8.000 160 0,0.000 0.000 32 15,57.000 25.000 0-15,-57.000-25.000-176 0,46.000 29.000-16 0,-46.000-29.000-16 0,51.000 38.000-7440 16,-51.000-38.000-1488-16</inkml:trace>
  <inkml:trace contextRef="#ctx0" brushRef="#br1">24077.000 6123.000 21183 0,'0.000'-3.000'944'0,"0.000"2.000"192"0,0.000 0.000-912 0,0.000 0.000-224 0,0.000 1.000 0 0,0.000 0.000 0 15,0.000 0.000 2080-15,0.000 0.000 368 0,0.000-1.000 80 0,0.000 1.000 16 16,0.000-1.000 192-16,-2.000 1.000 32 0,2.000 0.000 16 0,-2.000 1.000 0 16,2.000 0.000-1968-16,-5.000 2.000-400 15,0.000 4.000-80-15,-5.000 1.000-16 0,-2.000 5.000-320 0,-4.000 1.000 0 0,-4.000 5.000-192 0,-3.000 1.000 64 16,2.000 2.000 128-16,-6.000 1.000-160 16,3.000 2.000 160-16,0.000 0.000-160 15,0.000 2.000-1312-15,0.000-1.000-272 0,3.000-3.000-48 0,2.000-3.000-14560 0</inkml:trace>
  <inkml:trace contextRef="#ctx0" brushRef="#br1">23833.000 6201.000 23951 0,'2.000'0.000'2128'0,"-2.000"0.000"-1696"16,0.000 0.000-432-16,2.000 0.000 0 0,-1.000 1.000 1216 0,2.000 0.000 144 15,-3.000 1.000 48-15,3.000-1.000 0 16,-3.000-1.000-288-16,0.000 0.000-48 0,0.000 0.000-16 0,0.000 0.000 0 15,42.000 43.000-352-15,-42.000-43.000-64 0,23.000 36.000 0 0,-23.000-36.000-16 0,22.000 49.000-816 0,-22.000-49.000-144 16</inkml:trace>
  <inkml:trace contextRef="#ctx0" brushRef="#br1">21538.000 7426.000 33167 0,'-2.000'0.000'2944'0,"2.000"0.000"-2352"0,0.000 0.000-464 0,0.000 0.000-128 16,0.000 1.000 496-16,-2.000 0.000 80 0,1.000 0.000 0 0,-1.000 2.000 16 0,-4.000 2.000 432 0,3.000 3.000 96 0,-4.000 4.000 16 0,-1.000 5.000 0 0,-1.000 5.000-896 0,1.000 2.000-240 16,-3.000 3.000 0-16,-1.000 4.000 0 0,0.000 5.000 0 0,0.000-2.000 0 15,-2.000-1.000 0-15,1.000 0.000 0 0,-1.000-3.000-256 0,2.000-5.000-16 16,0.000-1.000-16-16,2.000-4.000-11200 16,-1.000-3.000-2240-16</inkml:trace>
  <inkml:trace contextRef="#ctx0" brushRef="#br1">21325.000 7500.000 29487 0,'2.000'0.000'1296'0,"-1.000"0.000"288"0,-1.000 1.000-1264 0,2.000 0.000-320 0,0.000 0.000 0 0,-1.000 0.000 0 16,-1.000-1.000-128-16,0.000 0.000-96 0,0.000 0.000-16 0,0.000 0.000 0 15,43.000 32.000 240-15,-43.000-32.000 0 0,43.000 33.000-160 0,-43.000-33.000 160 16,45.000 40.000 0-16,-45.000-40.000-176 0,51.000 44.000 176 0,-51.000-44.000-12656 15</inkml:trace>
  <inkml:trace contextRef="#ctx0" brushRef="#br1">22368.000 7473.000 35007 0,'0.000'-1.000'1552'0,"0.000"1.000"320"0,0.000 0.000-1488 0,0.000 0.000-384 0,0.000 0.000 0 0,-1.000 0.000 0 16,1.000 0.000 912-16,0.000 0.000 112 0,-2.000 0.000 32 0,2.000 0.000 0 16,0.000 2.000-48-16,-2.000-1.000-16 0,-1.000 1.000 0 0,0.000 1.000 0 15,-2.000 2.000-784-15,-3.000 4.000-208 0,-2.000 1.000 0 0,0.000 6.000 0 16,-2.000 2.000 0-16,-2.000 3.000 0 0,-1.000 4.000 0 0,-1.000 2.000 0 16,-1.000 2.000-576-16,2.000-2.000-64 0,1.000-1.000 0 0,1.000-4.000-17504 15</inkml:trace>
  <inkml:trace contextRef="#ctx0" brushRef="#br1">22211.000 7490.000 29487 0,'2.000'0.000'1296'0,"-2.000"0.000"288"0,1.000 0.000-1264 15,-1.000 0.000-320-15,2.000 0.000 0 0,-2.000 1.000 0 0,2.000 0.000-160 0,-2.000-1.000-96 16,0.000 0.000 0-16,0.000 0.000-16 0,0.000 0.000 144 0,48.000 33.000 128 15,-48.000-33.000-192-15,34.000 31.000 192 0,-34.000-31.000-176 0,34.000 39.000 176 0,-34.000-39.000-160 0,40.000 45.000-12304 16</inkml:trace>
  <inkml:trace contextRef="#ctx0" brushRef="#br1">23124.000 7459.000 29487 0,'0.000'-2.000'1296'0,"0.000"1.000"288"0,0.000 0.000-1264 0,0.000 1.000-320 0,0.000 0.000 0 0,0.000 0.000 0 0,0.000 0.000 448 0,0.000 0.000 48 0,0.000 0.000 0 0,0.000 0.000 0 16,-1.000 0.000 1696-16,-1.000 0.000 352 0,2.000 0.000 64 0,-3.000 1.000 16 16,0.000 0.000-1728-16,-2.000 2.000-352 0,-1.000 2.000-64 0,-4.000 3.000-16 15,-1.000 2.000-464-15,-2.000 4.000 128 0,-3.000 2.000-128 0,0.000 4.000 0 16,2.000 2.000 0-16,-2.000 2.000 0 0,0.000 1.000 0 0,1.000 0.000 0 16,-1.000 0.000-704-16,5.000-2.000-64 0,-2.000-1.000-32 0,-1.000-1.000-17216 15</inkml:trace>
  <inkml:trace contextRef="#ctx0" brushRef="#br1">22958.000 7524.000 21183 0,'0.000'-1.000'1888'0,"0.000"0.000"-1504"15,2.000 1.000-384-15,-1.000 0.000 0 0,1.000-1.000 1664 0,-2.000 1.000 256 16,2.000 0.000 48-16,1.000-1.000 16 0,-3.000 1.000-1792 0,0.000 0.000-336 15,0.000 0.000-80-15,38.000 2.000-16 0,-38.000-2.000 240 0,0.000 0.000 0 16,51.000 16.000 0-16,-51.000-16.000 0 0,40.000 21.000 0 0,-40.000-21.000 0 0,41.000 32.000 0 0,-41.000-32.000-12288 16</inkml:trace>
  <inkml:trace contextRef="#ctx0" brushRef="#br1">24128.000 7347.000 25791 0,'0.000'-1.000'2304'0,"0.000"0.000"-1856"16,0.000 0.000-448-16,0.000 0.000 0 0,0.000 1.000 912 0,0.000 0.000 96 0,0.000 0.000 16 0,0.000 0.000 0 15,0.000 0.000 1200-15,0.000-1.000 240 0,-2.000 1.000 48 0,2.000 1.000 16 16,-3.000 0.000-1376-16,1.000 1.000-256 0,-3.000 4.000-64 0,-3.000 2.000-16 16,-1.000 2.000-688-16,-3.000 4.000-128 0,0.000 1.000 0 0,0.000 1.000 0 15,-3.000 5.000 0-15,0.000 1.000 0 0,2.000-4.000 0 0,-1.000 4.000 0 31,-1.000 1.000-512-31,-2.000 0.000-16 0,1.000 0.000 0 0,0.000-2.000-11408 0,0.000-1.000-2272 16</inkml:trace>
  <inkml:trace contextRef="#ctx0" brushRef="#br1">23902.000 7428.000 28559 0,'0.000'0.000'2544'0,"2.000"0.000"-2032"16,-1.000 0.000-512-16,-1.000 0.000 0 0,0.000 0.000 192 0,2.000 1.000-64 15,-2.000-1.000-128-15,0.000 0.000 192 0,0.000 0.000 544 0,0.000 0.000 96 16,0.000 0.000 32-16,43.000 26.000 0 0,-43.000-26.000-464 0,0.000 0.000-80 16,43.000 42.000-32-16,-43.000-42.000-9968 15,34.000 40.000-2000-15</inkml:trace>
  <inkml:trace contextRef="#ctx0" brushRef="#br1">21787.000 8729.000 24879 0,'0.000'-1.000'2208'0,"0.000"1.000"-1760"0,0.000 0.000-448 0,0.000 0.000 0 0,0.000 0.000 416 0,0.000 0.000 0 0,0.000-1.000 0 0,0.000 1.000 0 0,0.000 0.000 1616 0,-1.000 0.000 320 0,-1.000 0.000 64 0,2.000 1.000 16 0,-3.000 1.000-1232 0,1.000 1.000-240 0,-1.000 3.000-64 0,-5.000 4.000 0 16,2.000 2.000-736-16,-2.000 5.000-160 0,-3.000 3.000 0 0,-1.000 3.000 0 15,4.000 2.000 0-15,-6.000 2.000 0 0,1.000 1.000-160 0,2.000-4.000 160 0,1.000-3.000 0 0,-1.000 0.000-144 16,0.000 1.000 144-16,-2.000-2.000 0 16,2.000-3.000-784-16,-2.000 0.000-48 0,3.000-1.000-16 0,-1.000-2.000 0 15,0.000-2.000-1936-15,3.000-2.000-384 0</inkml:trace>
  <inkml:trace contextRef="#ctx0" brushRef="#br1">21581.000 8920.000 22111 0,'0.000'0.000'976'0,"0.000"0.000"208"0,1.000 0.000-944 0,-2.000-1.000-240 0,1.000 1.000 0 0,0.000 0.000 0 16,0.000 0.000 160-16,0.000 0.000-16 0,1.000 1.000 0 0,-1.000 0.000 0 15,4.000 2.000 864-15,-4.000-3.000 160 0,0.000 0.000 48 0,0.000 0.000 0 16,0.000 0.000-1024-16,43.000 40.000-192 0,-43.000-40.000 0 0,0.000 0.000 0 16,51.000 45.000-160-16,-51.000-45.000 160 0,45.000 36.000 0 0,-45.000-36.000-11968 15</inkml:trace>
  <inkml:trace contextRef="#ctx0" brushRef="#br1">22600.000 8747.000 22111 0,'0.000'0.000'1968'0,"0.000"0.000"-1584"0,0.000 0.000-384 0,0.000 0.000 0 16,0.000-1.000 1152-16,0.000 1.000 128 0,0.000 0.000 48 0,-2.000 0.000 0 15,2.000 0.000 512-15,2.000 1.000 96 0,-2.000-1.000 32 0,0.000 0.000 0 16,-2.000 1.000-272-16,2.000-1.000-48 0,0.000 2.000-16 0,-3.000 0.000 0 16,1.000 2.000-1168-16,-4.000 2.000-224 0,-2.000 5.000-48 0,0.000 2.000-16 15,-3.000 5.000-176-15,-2.000 2.000 0 0,0.000 2.000 0 0,2.000 1.000 0 16,0.000-2.000-256-1,0.000 0.000-16-15,0.000 0.000-16 0,1.000 1.000-11520 0,-2.000 1.000-2304 16</inkml:trace>
  <inkml:trace contextRef="#ctx0" brushRef="#br1">22444.000 8830.000 27647 0,'0.000'0.000'2448'0,"0.000"-1.000"-1952"16,2.000 1.000-496-16,-2.000 0.000 0 0,0.000 0.000 0 0,0.000 0.000-160 16,2.000 1.000 0-16,-1.000-1.000 0 0,3.000 1.000-80 0,-4.000-1.000-16 15,0.000 0.000 0-15,0.000 0.000 0 0,0.000 0.000 256 0,0.000 0.000 0 0,46.000 25.000 0 0,-46.000-25.000 0 16,0.000 0.000 0-16,39.000 37.000 0 0,-39.000-37.000 0 0,31.000 34.000-11696 16</inkml:trace>
  <inkml:trace contextRef="#ctx0" brushRef="#br1">23316.000 8709.000 24879 0,'-1.000'-2.000'1088'0,"-1.000"0.000"256"0,2.000 0.000-1088 0,-2.000 1.000-256 15,2.000 0.000 0-15,-2.000 0.000 0 0,2.000 1.000 1280 0,-2.000-1.000 208 16,2.000 0.000 48-16,-3.000-1.000 0 0,1.000 0.000 928 0,2.000 0.000 192 16,-3.000 1.000 32-16,3.000 1.000 16 0,-2.000 0.000-1808 0,1.000 0.000-352 15,-1.000 2.000-80-15,-1.000 1.000-16 0,-3.000 1.000-448 0,1.000 3.000 0 16,-2.000 2.000 0-16,-5.000 3.000 0 0,4.000 2.000 0 0,-4.000 3.000 0 0,0.000 2.000 0 0,-2.000 0.000 0 16,0.000 2.000 0-16,0.000 2.000 0 0,-1.000 2.000 0 0,0.000-2.000 0 31,0.000 1.000-768-31,-1.000-2.000-112 0,0.000 0.000-16 0,0.000-2.000-16688 0</inkml:trace>
  <inkml:trace contextRef="#ctx0" brushRef="#br1">23133.000 8712.000 29487 0,'0.000'0.000'1296'0,"0.000"0.000"288"0,0.000 0.000-1264 0,0.000 0.000-320 16,0.000-1.000 0-16,0.000 1.000 0 0,1.000 0.000 0 0,-1.000 0.000-192 15,2.000 1.000 16-15,0.000 1.000 16 0,-2.000-2.000 624 0,0.000 0.000 128 16,0.000 0.000 32-16,0.000 0.000 0 0,38.000 31.000-432 0,-38.000-31.000-64 16,0.000 0.000-128-16,35.000 38.000 176 0,-35.000-38.000-176 0,28.000 36.000 0 15,-28.000-36.000 0-15,29.000 38.000-9248 16,-29.000-38.000-1952-16</inkml:trace>
  <inkml:trace contextRef="#ctx0" brushRef="#br1">24169.000 8682.000 26719 0,'0.000'-1.000'1184'0,"0.000"0.000"240"0,0.000 1.000-1136 0,0.000-1.000-288 16,0.000 1.000 0-16,0.000 0.000 0 0,0.000 0.000 880 0,0.000 0.000 112 15,0.000 0.000 32-15,0.000 0.000 0 0,0.000 1.000 1152 0,-1.000 0.000 224 16,-1.000 1.000 48-16,-1.000 1.000 16 0,-4.000 3.000-1744 0,-2.000 3.000-336 16,1.000 4.000-80-16,-5.000 2.000-16 0,-2.000 4.000-288 0,-2.000 2.000 0 15,-2.000 3.000 0-15,-2.000 2.000 0 0,3.000 0.000 0 0,-3.000 1.000 0 31,2.000 0.000 0-31,2.000-2.000 0 0,1.000-4.000-1520 0,1.000-2.000-304 0</inkml:trace>
  <inkml:trace contextRef="#ctx0" brushRef="#br1">24001.000 8749.000 30399 0,'0.000'-1.000'1344'0,"0.000"1.000"288"0,0.000 0.000-1312 0,2.000 0.000-320 0,-2.000-1.000 0 0,2.000 1.000 0 16,-1.000 0.000 0-16,-1.000 0.000-128 0,0.000 0.000 0 0,0.000 0.000 0 0,0.000 0.000 128 0,0.000 0.000-160 16,0.000 0.000 160-16,43.000 21.000-160 0,-43.000-21.000 160 0,0.000 0.000 0 15,34.000 32.000 0-15,-34.000-32.000-13184 16</inkml:trace>
  <inkml:trace contextRef="#ctx0" brushRef="#br1">21813.000 9860.000 911 0,'-2.000'-2.000'0'0,"2.000"1.000"0"15,-1.000 0.000 0-15,1.000 1.000 0 0,0.000 0.000 5680 0,0.000 0.000 1040 0,0.000 0.000 224 0,0.000 0.000 32 0,0.000 0.000-3904 0,-2.000 0.000-768 0,2.000 0.000-176 0,-3.000 1.000-16 0,1.000 1.000-480 0,-1.000 2.000-96 16,-2.000 0.000 0-16,-3.000 4.000-16 0,0.000 1.000-1152 0,-3.000 1.000-240 15,0.000 4.000-128-15,1.000 2.000 160 0,-3.000-2.000-160 0,2.000 4.000 0 16,-3.000 3.000 0-16,-2.000 0.000 0 31,3.000 2.000-608-31,-3.000 0.000 0 0,0.000 1.000 0 0,3.000 0.000 0 0,-3.000 0.000-2080 16,3.000-3.000-400-16</inkml:trace>
  <inkml:trace contextRef="#ctx0" brushRef="#br1">21547.000 9982.000 22111 0,'0.000'0.000'976'0,"0.000"0.000"208"0,0.000 0.000-944 0,0.000 0.000-240 0,2.000 0.000 0 0,-2.000 1.000 0 31,0.000-1.000 0-31,3.000 1.000 0 0,0.000 1.000 0 0,-3.000-2.000 0 0,0.000 0.000 1024 0,0.000 0.000 176 0,0.000 0.000 16 0,45.000 40.000 16 16,-45.000-40.000-832-16,34.000 30.000-160 15,-34.000-30.000-48-15,35.000 38.000 0 0,-35.000-38.000-192 0,45.000 41.000 0 0,-45.000-41.000 0 0,51.000 46.000-12128 31</inkml:trace>
  <inkml:trace contextRef="#ctx0" brushRef="#br1">22509.000 9844.000 25791 0,'0.000'0.000'2304'0,"0.000"0.000"-1856"0,0.000 0.000-448 0,0.000 0.000 0 16,0.000 0.000 496-16,0.000 0.000 0 0,1.000 0.000 0 0,-1.000 0.000 0 16,0.000 0.000 1248-16,0.000 1.000 256 0,0.000-1.000 48 0,0.000 1.000 16 15,-1.000-1.000-448-15,1.000 2.000-80 0,-2.000 1.000-32 0,-1.000 1.000 0 16,-2.000 2.000-1104-16,0.000 1.000-208 0,-4.000 4.000-64 0,2.000 0.000 0 15,-3.000 4.000-128-15,-2.000 1.000 0 0,0.000 2.000 0 0,0.000 1.000 0 16,0.000 0.000 0-16,0.000-1.000 0 0,2.000 0.000-192 0,-1.000 1.000-17920 16</inkml:trace>
  <inkml:trace contextRef="#ctx0" brushRef="#br1">22368.000 9887.000 29487 0,'0.000'0.000'2624'0,"0.000"0.000"-2112"16,0.000 0.000-512-16,0.000 0.000 0 0,2.000 0.000 0 0,-2.000 0.000 0 0,2.000 1.000 0 0,0.000 0.000-144 15,-2.000-1.000 144-15,0.000 0.000 0 0,0.000 0.000 0 0,0.000 0.000 0 16,0.000 0.000 224-16,44.000 35.000 128 0,-44.000-35.000 32 0,0.000 0.000 0 16,38.000 37.000-384-16,-38.000-37.000 0 15,0.000 0.000 0-15,45.000 48.000-9056 16,-45.000-48.000-1760-16</inkml:trace>
  <inkml:trace contextRef="#ctx0" brushRef="#br1">23320.000 9794.000 25791 0,'0.000'-2.000'1152'0,"0.000"1.000"224"0,0.000-1.000-1104 0,0.000 1.000-272 16,0.000 0.000 0-16,0.000 1.000 0 0,0.000 0.000 848 0,0.000 0.000 112 15,0.000-1.000 32-15,0.000 1.000 0 0,0.000-1.000 1312 0,0.000 1.000 256 0,0.000 0.000 48 0,0.000-1.000 16 16,-2.000 2.000-1536-16,2.000-1.000-288 16,0.000 1.000-64-16,-2.000 2.000-16 0,-3.000 1.000-368 0,-2.000 4.000-80 15,0.000 5.000-16-15,-5.000 2.000 0 0,0.000 2.000-256 0,-2.000 3.000 0 0,1.000 1.000 0 0,-3.000 0.000 0 16,3.000 0.000-288-16,-1.000 1.000 32 16,-2.000 2.000 16-16,1.000 1.000 0 0,-2.000 0.000-1504 0,4.000 0.000-304 0</inkml:trace>
  <inkml:trace contextRef="#ctx0" brushRef="#br1">23184.000 9842.000 26719 0,'0.000'0.000'2368'0,"0.000"0.000"-1888"0,2.000 0.000-480 0,-2.000 0.000 0 0,0.000 0.000 128 0,1.000 0.000-128 15,-1.000 1.000 0-15,0.000-1.000 144 0,0.000 0.000-304 0,0.000 0.000-64 16,0.000 0.000-16-16,0.000 0.000 0 15,43.000 35.000 496-15,-43.000-35.000 112 0,0.000 0.000 16 0,37.000 37.000 0 0,-37.000-37.000-384 0,0.000 0.000 0 16,37.000 45.000 0-16,-37.000-45.000-12112 0</inkml:trace>
  <inkml:trace contextRef="#ctx0" brushRef="#br1">24252.000 9755.000 21183 0,'-4.000'-1.000'1888'0,"2.000"-2.000"-1504"16,2.000 1.000-384-16,-1.000 1.000 0 0,1.000 1.000 2304 0,-2.000 0.000 384 0,2.000 0.000 64 0,-2.000 0.000 32 15,1.000 0.000-1056-15,-3.000 1.000-192 0,-2.000 2.000-64 0,-3.000 3.000 0 16,0.000 1.000-1024-16,-3.000 4.000-224 0,-1.000 4.000-32 0,-3.000 3.000-16 16,1.000 2.000-176-16,-2.000 0.000 0 15,-1.000 4.000-160-15,-2.000 3.000 160 0,0.000 0.000-304 0,-1.000 1.000 48 0,0.000 1.000 0 0,1.000 1.000-15872 16</inkml:trace>
  <inkml:trace contextRef="#ctx0" brushRef="#br1">24044.000 9858.000 31327 0,'0.000'0.000'2784'16,"0.000"0.000"-2224"-16,0.000 0.000-560 0,0.000 0.000 0 0,0.000 0.000 0 0,0.000 0.000-320 16,0.000 0.000 32-16,0.000 0.000 16 15,0.000 0.000 272-15,0.000 0.000-192 0,0.000 0.000 192 0,31.000 43.000-160 16,-31.000-43.000 160-16,0.000 0.000 0 0,24.000 56.000 0 0,-24.000-56.000-13344 0</inkml:trace>
  <inkml:trace contextRef="#ctx0" brushRef="#br1">21811.000 11024.000 26719 0,'0.000'0.000'2368'0,"0.000"0.000"-1888"0,0.000 0.000-480 0,0.000 0.000 0 0,0.000 0.000 432 0,0.000 0.000-16 0,0.000 1.000 0 0,-3.000 1.000 0 0,0.000 2.000 928 0,-2.000 1.000 192 0,0.000 0.000 48 0,-3.000 2.000 0 0,0.000 1.000-560 0,-3.000 0.000-96 0,3.000 2.000-32 0,-2.000 2.000 0 0,1.000-1.000-560 0,-1.000 2.000-112 0,2.000-1.000-32 0,-3.000 2.000 0 0,3.000 1.000-192 0,-3.000 0.000 0 0,1.000 1.000-144 0,2.000 0.000 144 16,-3.000 0.000-880-1,3.000 0.000-80-15,0.000 0.000 0 0,0.000-2.000-14768 0</inkml:trace>
  <inkml:trace contextRef="#ctx0" brushRef="#br1">21563.000 11166.000 26719 0,'0.000'0.000'1184'0,"0.000"0.000"240"0,0.000 0.000-1136 0,0.000 0.000-288 15,2.000 1.000 0-15,-2.000 0.000 0 0,2.000 0.000 0 0,-2.000-1.000 0 0,0.000 0.000 0 0,0.000 0.000 0 0,0.000 0.000 384 0,39.000 30.000 64 16,-39.000-30.000 0-16,0.000 0.000 16 0,48.000 37.000-336 0,-48.000-37.000-128 31,37.000 31.000 0-31,-37.000-31.000-12544 0</inkml:trace>
  <inkml:trace contextRef="#ctx0" brushRef="#br1">22610.000 10997.000 11055 0,'0.000'0.000'976'0,"0.000"-1.000"-784"0,0.000 1.000-192 0,0.000 0.000 0 0,0.000 0.000 3520 0,0.000 0.000 640 0,0.000 0.000 144 0,0.000 0.000 32 0,0.000 0.000-2272 0,0.000 0.000-448 0,0.000 0.000-80 0,0.000 0.000-32 0,-2.000 0.000 464 0,2.000 1.000 80 0,0.000 1.000 32 0,0.000-2.000 0 15,-3.000 11.000-1440-15,-2.000-2.000-272 0,2.000 3.000-64 0,-4.000 2.000-16 16,-1.000 3.000-288-16,0.000 2.000 0 0,-3.000 1.000 0 0,2.000 0.000 0 16,-1.000 0.000 0-16,-1.000 0.000 0 15,1.000 0.000 0-15,-1.000 1.000 0 16,0.000 0.000-640-16,0.000-2.000-144 0,1.000-1.000-32 0,0.000 0.000-10704 0,1.000 0.000-2160 0</inkml:trace>
  <inkml:trace contextRef="#ctx0" brushRef="#br1">22456.000 11101.000 28559 0,'0.000'0.000'1264'0,"0.000"-2.000"272"0,0.000 2.000-1232 0,0.000 0.000-304 0,0.000 0.000 0 0,0.000 0.000 0 16,2.000 0.000 0-16,-1.000 0.000 0 0,-1.000 0.000-176 0,0.000 0.000 176 0,0.000 0.000 144 0,0.000 0.000 144 15,0.000 0.000 32-15,0.000 0.000 0 0,38.000 22.000-64 0,-38.000-22.000-16 16,0.000 0.000 0-16,36.000 29.000 0 15,-36.000-29.000-240-15,33.000 28.000 0 0,-33.000-28.000-144 16,34.000 34.000-13232-16</inkml:trace>
  <inkml:trace contextRef="#ctx0" brushRef="#br1">23326.000 10954.000 4607 0,'2.000'-1.000'400'0,"-2.000"0.000"-400"15,0.000 0.000 0-15,0.000 1.000 0 16,0.000 0.000 3648-16,0.000 0.000 640 0,0.000 0.000 128 0,0.000 0.000 16 0,0.000 0.000-640 0,0.000-1.000-128 0,0.000 1.000-16 0,-2.000 0.000-16 31,2.000 1.000-1664-31,0.000 0.000-336 0,-3.000-1.000-64 0,1.000 2.000-16 0,-3.000 2.000-752 0,0.000 1.000-160 0,-2.000 1.000-16 0,-1.000 2.000-16 16,-3.000 5.000-448-16,-1.000-1.000-160 0,0.000 2.000 0 0,0.000 2.000 144 16,-2.000-1.000-144-16,1.000 2.000 0 0,1.000 0.000 0 0,-2.000-1.000 0 15,2.000 2.000-256-15,-3.000-1.000 32 0,1.000 1.000 0 0,-2.000-3.000-18016 16</inkml:trace>
  <inkml:trace contextRef="#ctx0" brushRef="#br1">23150.000 11008.000 26719 0,'0.000'0.000'2368'0,"0.000"0.000"-1888"16,0.000 0.000-480-16,0.000 0.000 0 0,0.000 0.000 752 0,0.000 0.000 48 15,0.000 0.000 16-15,0.000 0.000 0 0,0.000 0.000-816 0,0.000 0.000-272 16,0.000 0.000 0-16,0.000 0.000 0 0,48.000 16.000 448 0,-48.000-16.000 80 16,0.000 0.000 32-16,46.000 24.000 0 0,-46.000-24.000-480 0</inkml:trace>
  <inkml:trace contextRef="#ctx0" brushRef="#br1">24217.000 10831.000 6447 0,'0.000'-1.000'576'0,"0.000"0.000"-576"15,-1.000 0.000 0-15,-1.000 0.000 0 0,2.000 1.000 5248 0,0.000 0.000 960 16,0.000 0.000 176-16,-2.000-1.000 32 0,2.000 1.000-3328 0,-3.000-1.000-656 16,0.000 1.000-144-16,-3.000 0.000-32 0,1.000 2.000-1008 0,0.000-1.000-208 15,-2.000 3.000-32-15,-2.000 2.000-16 0,1.000 0.000-592 0,-2.000 3.000-112 0,-2.000 4.000-32 0,0.000 1.000 0 16,-4.000 5.000-256-16,2.000 1.000 0 15,1.000 3.000 0-15,-4.000 0.000 0 0,2.000 2.000 0 0,-1.000-1.000 0 16,0.000-1.000 0-16,3.000-1.000 0 16,-3.000 0.000-928-16,2.000-2.000-96 0,-1.000-2.000 0 0,0.000 1.000-16640 0</inkml:trace>
  <inkml:trace contextRef="#ctx0" brushRef="#br1">23988.000 10906.000 29487 0,'0.000'0.000'2624'0,"0.000"0.000"-2112"16,0.000 0.000-512-16,0.000 0.000 0 0,2.000 1.000 304 0,-2.000-1.000-48 16,3.000 3.000-16-16,-3.000-3.000 0 0,0.000 0.000-240 0,0.000 0.000-128 15,0.000 0.000 128-15,36.000 37.000-208 0,-36.000-37.000 352 0,0.000 0.000 80 16,31.000 51.000 16-16,-31.000-51.000-13808 0</inkml:trace>
  <inkml:trace contextRef="#ctx0" brushRef="#br1">21883.000 12077.000 30399 0,'0.000'0.000'2704'0,"0.000"0.000"-2160"0,0.000 0.000-400 0,-1.000 0.000-144 0,1.000 1.000 0 0,-2.000-1.000 144 0,0.000 1.000 816 0,-1.000 2.000 176 0,-2.000 3.000 16 0,-1.000 2.000 16 0,-2.000 2.000-464 0,0.000 3.000-112 0,-3.000 0.000-16 0,-2.000 2.000 0 16,2.000 3.000-224-16,-2.000 2.000-48 0,-3.000 3.000-16 0,3.000 1.000 0 0,-1.000-4.000-288 0,0.000 0.000 0 16,2.000 2.000 0-16,-2.000-1.000 0 0,3.000 2.000-128 0,-4.000-3.000-96 31,4.000 0.000-16-31,0.000-2.000-16368 0</inkml:trace>
  <inkml:trace contextRef="#ctx0" brushRef="#br1">21623.000 12134.000 29487 0,'0.000'0.000'1296'0,"0.000"0.000"288"0,0.000 0.000-1264 0,0.000 0.000-320 0,0.000 0.000 0 0,0.000 0.000 0 16,0.000 0.000 0-16,0.000 0.000 0 0,0.000 0.000 0 0,0.000 0.000 0 0,33.000 34.000 624 0,-33.000-34.000 160 0,30.000 30.000 48 0,-30.000-30.000 0 31,34.000 34.000-656-31,-34.000-34.000-176 0,40.000 37.000 0 0,-40.000-37.000 0 15,46.000 38.000 0-15,-46.000-38.000 0 0,48.000 36.000-192 0,-48.000-36.000-14144 16</inkml:trace>
  <inkml:trace contextRef="#ctx0" brushRef="#br1">22774.000 11989.000 20271 0,'0.000'0.000'896'0,"0.000"0.000"192"0,0.000 0.000-880 0,0.000 0.000-208 0,0.000 0.000 0 0,0.000 0.000 0 16,0.000 0.000 1440-16,0.000 0.000 240 0,0.000 0.000 48 0,0.000 0.000 16 16,0.000 0.000 896-16,0.000 0.000 176 0,-3.000 2.000 48 0,3.000-2.000 0 15,-5.000 4.000-1440-15,2.000 0.000-272 0,-5.000 3.000-64 0,2.000 3.000-16 16,-2.000 1.000-816-16,-3.000 4.000-256 0,-1.000 0.000 128 0,1.000 4.000-128 15,-2.000 1.000 0-15,1.000 1.000 0 0,-1.000 1.000 0 0,0.000 0.000 0 0,2.000-2.000 0 0,0.000-1.000 0 16,1.000 1.000 0-16,2.000-2.000 0 0,-2.000 0.000 0 0,2.000-3.000-256 16,0.000 0.000 80-16,0.000-3.000-17808 15</inkml:trace>
  <inkml:trace contextRef="#ctx0" brushRef="#br1">22547.000 12045.000 28559 0,'0.000'0.000'1264'0,"0.000"0.000"272"0,0.000 0.000-1232 0,0.000 0.000-304 0,0.000 0.000 0 0,0.000 0.000 0 15,0.000 0.000-128-15,0.000 0.000-96 0,0.000 0.000-16 0,0.000 0.000 0 16,0.000 0.000 720-16,0.000 0.000 144 16,0.000 0.000 16-16,39.000 28.000 16 0,-39.000-28.000 208 0,0.000 0.000 32 0,39.000 35.000 16 0,-39.000-35.000 0 15,34.000 34.000-704-15,-34.000-34.000-208 0,38.000 40.000 0 0,-38.000-40.000 128 31,39.000 47.000-576-31,-39.000-47.000-128 0</inkml:trace>
  <inkml:trace contextRef="#ctx0" brushRef="#br1">23601.000 11897.000 3679 0,'0.000'0.000'320'0,"0.000"0.000"-320"0,0.000 0.000 0 0,0.000 0.000 0 0,0.000 0.000 5312 0,0.000 0.000 1008 0,0.000 0.000 192 0,0.000 0.000 32 0,0.000 0.000-3600 0,0.000 0.000-704 0,0.000 0.000-160 0,-6.000-5.000-32 0,6.000 5.000-240 0,0.000 0.000-48 0,-10.000 8.000-16 0,10.000-8.000 0 0,-12.000 11.000-1136 16,4.000-3.000-224-16,-2.000 1.000-64 0,-3.000 2.000 0 0,0.000 4.000-192 0,-1.000 1.000-128 15,0.000 0.000 128-15,-1.000 3.000-128 0,-1.000-1.000 0 0,1.000 1.000 0 16,0.000 1.000 0-16,-3.000 2.000 0 0,-1.000 1.000-224 0,1.000 0.000-16 16,-1.000-2.000 0-16,3.000 0.000 0 15,3.000-1.000-1200-15,-3.000-2.000-240 0</inkml:trace>
  <inkml:trace contextRef="#ctx0" brushRef="#br1">23335.000 12003.000 22111 0,'0.000'0.000'976'0,"0.000"0.000"208"0,0.000 0.000-944 0,0.000 0.000-240 0,0.000 0.000 0 0,0.000 0.000 0 16,0.000 0.000 560-16,0.000 0.000 64 0,0.000 0.000 16 0,0.000 0.000 0 0,0.000 0.000 1216 0,0.000 0.000 256 0,0.000 0.000 64 0,38.000 16.000 0 16,-38.000-16.000-1168-16,0.000 0.000-240 0,34.000 33.000-32 0,-34.000-33.000-16 15,26.000 32.000-432-15,-26.000-32.000-96 0,24.000 42.000 0 0,-12.000-19.000-16 16,3.000-1.000-1024-16,-2.000 1.000-208 0</inkml:trace>
  <inkml:trace contextRef="#ctx0" brushRef="#br1">24240.000 11850.000 20271 0,'0.000'0.000'896'0,"0.000"0.000"192"0,0.000 0.000-880 0,0.000 0.000-208 15,0.000 0.000 0-15,0.000 0.000 0 0,0.000 0.000 1056 0,0.000 0.000 160 16,0.000 0.000 48-16,0.000 0.000 0 0,0.000 0.000 1424 0,0.000 0.000 272 16,0.000 0.000 64-16,0.000 0.000 16 0,0.000 0.000-1312 0,0.000 0.000-272 15,-4.000 3.000-48-15,1.000-1.000-16 0,3.000-2.000-896 0,-7.000 7.000-176 16,3.000-2.000-48-16,-2.000 3.000 0 0,1.000 0.000-272 0,-2.000 0.000 160 15,0.000 4.000-160-15,-2.000 1.000 128 0,1.000 1.000-128 0,-3.000 2.000 0 16,3.000-1.000 0-16,-3.000 1.000 0 0,1.000-1.000-160 0,2.000 0.000 160 0,-3.000 0.000-208 16,3.000 0.000 80-1,0.000 1.000-1280-15,-1.000 0.000-240 0</inkml:trace>
  <inkml:trace contextRef="#ctx0" brushRef="#br1">24020.000 11946.000 14735 0,'0.000'0.000'1312'0,"0.000"-2.000"-1056"0,0.000 2.000-256 16,0.000 0.000 0-16,0.000 0.000 3440 0,0.000 0.000 624 0,0.000 0.000 128 0,0.000 0.000 32 16,0.000 0.000-3088-16,0.000 0.000-624 0,0.000 0.000-112 0,0.000 0.000-16 0,0.000 0.000 448 0,0.000 0.000 112 15,0.000 0.000 16-15,0.000 0.000 0 0,40.000 23.000-144 0,-40.000-23.000-32 16,0.000 0.000 0-16,32.000 28.000 0 0,-32.000-28.000-480 0,26.000 25.000-112 15,-26.000-25.000 0-15,27.000 27.000-16 0,-27.000-27.000-336 0,0.000 0.000-64 16,33.000 39.000-16-16,-33.000-39.000-16496 0</inkml:trace>
  <inkml:trace contextRef="#ctx0" brushRef="#br1">2247.000 18264.000 11967 0,'0.000'0.000'1072'0,"0.000"0.000"-864"0,0.000 0.000-208 0,0.000 0.000 0 0,0.000 0.000 1296 0,0.000 0.000 224 16,-22.000-6.000 32-16,22.000 6.000 16 0,0.000 0.000-336 0,-21.000-5.000-64 0,21.000 5.000-16 0,0.000 0.000 0 15,0.000 0.000-848-15,0.000 0.000-176 0,0.000 0.000-128 0,0.000 0.000 144 32,0.000 0.000-1552-32,0.000 0.000-304 0,0.000 0.000-64 0</inkml:trace>
  <inkml:trace contextRef="#ctx0" brushRef="#br1">1788.000 18166.000 12895 0,'-5.000'-1.000'1152'0,"2.000"1.000"-928"0,3.000 1.000-224 0,0.000-1.000 0 0,0.000 0.000 352 0,0.000 1.000 32 0,-3.000 0.000 0 0,1.000 2.000 0 15,1.000 2.000-1088-15,-1.000 0.000-192 0</inkml:trace>
  <inkml:trace contextRef="#ctx0" brushRef="#br1">1991.000 17986.000 12895 0,'-12.000'1.000'576'0,"5.000"0.000"112"0,2.000 0.000-560 0,2.000 0.000-128 0,3.000 1.000 0 0,0.000 0.000 0 16,0.000 1.000-352-16,0.000 2.000-96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22T12:16:0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18020.000 3873.000 11967 0,'0.000'-1.000'1072'0,"-2.000"1.000"-864"0,2.000 0.000-208 0,0.000 0.000 0 0,0.000 0.000 528 0,0.000 0.000 64 0,0.000 0.000 16 0,0.000 0.000 0 16,-1.000 0.000 1136-16,-1.000 0.000 240 0,-1.000 0.000 32 0,2.000 2.000 16 0,-1.000 0.000-1072 0,-1.000 2.000-192 0,-1.000 2.000-64 0,-1.000 0.000 0 16,1.000 1.000-560-16,-4.000 2.000-144 15,1.000 1.000 0-15,-1.000-1.000 0 0,-1.000 2.000 0 0,1.000-1.000 160 16,-2.000 2.000-160-16,1.000-2.000 160 0,2.000-2.000 16 0,-1.000 1.000 0 0,-3.000 0.000 0 15,1.000 2.000 0-15,-1.000-1.000 464 0,0.000-1.000 112 0,0.000 1.000 16 0,3.000-3.000 0 16,1.000 0.000-272-16,-2.000 1.000-48 0,1.000-1.000-16 0,0.000 1.000 0 16,-2.000 1.000-256-16,2.000-2.000-48 0,2.000 0.000-128 0,-2.000 1.000 192 0,0.000-1.000-192 0,3.000-1.000 176 31,0.000 0.000-176-31,-1.000-1.000 160 0,4.000-1.000-160 0,-1.000-1.000 0 16,3.000-1.000 0-16,-2.000 0.000 0 0,1.000-1.000 0 0,1.000 0.000 0 15,0.000 0.000-160-15,0.000-1.000 160 0,1.000 0.000-240 0,1.000 0.000 48 16,0.000 1.000 16-16,-1.000-1.000 0 0,4.000 0.000 176 0,1.000-1.000 0 15,1.000 0.000 0-15,1.000 0.000 0 0,5.000-2.000 512 0,-2.000 0.000 96 16,3.000 0.000 16-16,-1.000-1.000 0 0,3.000-2.000 112 0,0.000 2.000 32 16,-1.000 0.000 0-16,2.000-1.000 0 0,-3.000 1.000-512 0,1.000 0.000-112 0,2.000 1.000-16 15,-1.000 0.000 0-15,-3.000 1.000-128 0,-13.000 2.000 0 0,28.000-3.000 0 16,-28.000 3.000 0-16,0.000 0.000 0 0,41.000-2.000 0 0,-28.000 1.000 0 0,-13.000 1.000 0 16,0.000 0.000-144-16,28.000-2.000 144 0,-18.000 2.000 0 0,-2.000-1.000 0 15,-2.000 0.000 0-15,1.000 1.000 0 0,-2.000-1.000 0 0,1.000 0.000 0 16,-3.000 1.000 0-16,2.000 0.000 0 0,-3.000-1.000 0 0,-1.000 1.000 0 15,1.000 0.000 0-15,0.000-1.000 0 0,-1.000 1.000 0 0,-1.000 0.000 0 16,0.000 0.000 240-16,2.000-2.000 0 0,-2.000 2.000 0 0,0.000 0.000 0 16,-2.000 0.000 848-16,2.000 0.000 192 0,0.000 0.000 16 0,0.000-1.000 16 0,0.000 1.000-672 15,0.000 0.000-144-15,-1.000 0.000-32 0,1.000-1.000 0 0,-2.000 0.000 0 0,0.000-1.000 0 16,1.000 0.000 0-16,-3.000-1.000 0 0,1.000 0.000-192 0,0.000-1.000-32 16,-3.000-1.000-16-16,3.000-1.000 0 0,-2.000 1.000-224 0,-2.000-1.000 0 15,1.000-3.000 128-15,0.000 1.000-128 0,-1.000 0.000 0 0,1.000-2.000 0 16,-2.000 0.000 0-16,3.000 1.000 0 0,0.000-2.000 0 0,2.000 2.000 0 15,-2.000-1.000 0-15,2.000 0.000-160 16,2.000 2.000-224-16,-1.000-2.000-64 0,0.000 3.000 0 0,1.000 0.000 0 16,-1.000 0.000-16-16,2.000 1.000-16 0,0.000 1.000 0 0,0.000 1.000 0 15,0.000-1.000-816-15,0.000 2.000-176 0,3.000 1.000-16 0,2.000 1.000-15104 0</inkml:trace>
  <inkml:trace contextRef="#ctx0" brushRef="#br0">18564.000 3835.000 10127 0,'0.000'0.000'896'0,"0.000"0.000"-704"0,0.000 0.000-192 0,0.000 0.000 0 0,0.000 0.000 896 0,0.000 0.000 128 0,0.000 2.000 48 0,-2.000-1.000 0 0,1.000 1.000 640 0,-1.000 3.000 128 0,-3.000 2.000 16 0,0.000 3.000 16 15,-4.000 1.000-1296-15,1.000 2.000-272 0,-2.000 0.000-48 0,-1.000 1.000-16 0,1.000-1.000 432 0,-4.000 1.000 96 16,1.000-1.000 0-16,-1.000 1.000 16 0,2.000-3.000 432 0,-2.000 1.000 96 31,0.000-2.000 16-31,-1.000 1.000 0 0,1.000-1.000-240 0,1.000 0.000-64 0,1.000-2.000 0 0,2.000 0.000 0 0,-1.000-1.000-576 0,4.000 0.000-112 16,-1.000-1.000-16-16,1.000-1.000-16 0,2.000 1.000-304 0,1.000-2.000 0 15,1.000-2.000 128-15,1.000 0.000-128 0,2.000 0.000 0 0,0.000-2.000 0 16,0.000 1.000 0-16,0.000-1.000 0 0,2.000 1.000 128 0,0.000-1.000 64 16,-1.000 0.000 0-16,1.000 0.000 16 0,1.000 1.000-208 0,2.000-1.000 176 15,1.000 1.000-176-15,1.000-1.000 160 0,-7.000 0.000-160 0,0.000 0.000 0 16,0.000 0.000 0-16,43.000 3.000 0 0,-43.000-3.000 0 0,0.000 0.000 0 0,35.000 1.000 0 0,-35.000-1.000 0 15,0.000 0.000 0-15,43.000 1.000 0 0,-43.000-1.000 0 0,0.000 0.000 0 16,36.000 2.000 0-16,-24.000-3.000 0 0,-12.000 1.000 0 0,0.000 0.000 0 16,34.000 1.000-144-1,-34.000-1.000 144-15,0.000 0.000 0 0,33.000 0.000 0 0,-26.000 0.000-128 0,1.000 0.000 128 0,1.000 0.000 0 0,-4.000-1.000 0 16,0.000 1.000 0-16,0.000-1.000 0 0,-2.000 1.000 0 0,0.000-1.000 0 16,0.000 1.000 336-16,-1.000-1.000 128 0,-2.000 1.000 32 0,0.000-1.000 0 15,0.000 1.000 208 1,0.000 0.000 64-16,0.000-1.000 0 0,0.000 1.000 0 15,0.000 0.000-240-15,0.000-1.000-32 0,0.000 1.000-16 0,-2.000-1.000 0 0,2.000 0.000-128 16,0.000 0.000-32-16,0.000 0.000 0 0,-1.000-1.000 0 16,1.000 0.000-144-16,-2.000-1.000-48 0,2.000-2.000 0 0,-3.000 0.000 0 0,0.000-1.000-128 0,1.000-2.000 0 15,-1.000-3.000 0-15,0.000-1.000 128 0,0.000-2.000-128 0,-1.000 0.000-176 16,-2.000-2.000 48-16,1.000 1.000 0 16,2.000 2.000-272-16,0.000 0.000-48 0,1.000 2.000-16 0,2.000 0.000 0 15,0.000 3.000-1120-15,2.000 0.000-208 0,1.000-1.000-64 0,2.000 2.000-14304 0</inkml:trace>
  <inkml:trace contextRef="#ctx0" brushRef="#br0">19202.000 3870.000 6447 0,'0.000'-4.000'272'0,"2.000"0.000"80"0,-1.000 0.000-352 0,-1.000 1.000 0 0,0.000 2.000 0 0,0.000 0.000 0 0,2.000 0.000 1872 0,-2.000 0.000 304 0,0.000-2.000 64 0,2.000 0.000 16 0,-1.000 0.000 384 0,-1.000 1.000 80 0,0.000 0.000 16 0,0.000 1.000 0 0,2.000-1.000-624 0,-2.000 1.000-112 16,0.000 1.000-16-16,-2.000 0.000-16 0,2.000 1.000-672 0,-3.000 1.000-128 16,3.000 1.000-16-16,-3.000 0.000-16 0,-1.000 2.000-928 0,-2.000 0.000-208 15,0.000 2.000 0-15,-1.000 2.000 0 0,1.000 0.000 0 0,-5.000 1.000 0 0,3.000-1.000 0 0,-2.000 0.000 0 16,-1.000 2.000 0-16,1.000-3.000 0 0,1.000-1.000 0 0,-1.000 3.000 0 16,-1.000-1.000 0-16,0.000 1.000 0 0,-3.000 0.000 0 0,2.000-1.000 0 15,-2.000 2.000 0-15,2.000-3.000 0 0,2.000 2.000 128 0,1.000-2.000-128 16,1.000-1.000 0-16,1.000 0.000 0 0,2.000-1.000 0 0,1.000-2.000 0 15,1.000-1.000 0-15,3.000-1.000 0 0,0.000 0.000 0 0,0.000-1.000 0 16,0.000 0.000-192-16,2.000 0.000 48 0,-1.000 0.000 16 0,3.000 1.000 0 16,-1.000-1.000-48-16,0.000 0.000 0 0,3.000-1.000 0 0,2.000 1.000 0 15,-8.000-1.000 176-15,0.000 0.000-192 0,0.000 0.000 192 0,43.000 3.000-192 16,-43.000-3.000 192-16,0.000 0.000 0 0,39.000 1.000 0 16,-39.000-1.000 0-16,0.000 0.000 0 0,40.000 0.000 0 0,-40.000 0.000 0 0,0.000 0.000 0 0,37.000 0.000 0 0,-37.000 0.000 0 15,0.000 0.000 0-15,35.000-2.000 0 0,-35.000 2.000 128 0,0.000 0.000-128 16,29.000-3.000 160-16,-22.000 2.000-160 0,0.000-2.000 752 0,-2.000 1.000 48 15,0.000 1.000 16-15,-2.000-1.000 0 0,1.000 1.000-544 0,-2.000-1.000-96 16,1.000 1.000-32-16,-3.000 0.000 0 0,2.000 0.000 240 0,-2.000 0.000 32 16,0.000 0.000 16-16,0.000 0.000 0 0,0.000-1.000-64 0,0.000 1.000-16 15,-2.000 0.000 0-15,2.000-1.000 0 0,0.000 0.000-96 0,-1.000-1.000-32 16,-1.000-1.000 0-16,0.000-1.000 0 0,0.000 0.000-224 0,0.000-2.000 176 16,-1.000-4.000-176-16,-2.000-1.000 160 0,3.000-4.000-160 0,-3.000-2.000 0 0,2.000-2.000 0 15,-1.000-1.000 0-15,1.000 2.000-192 0,1.000 1.000 0 0,0.000 2.000-16 0,-1.000 4.000 0 31,3.000 2.000-240-31,0.000 4.000-32 0,0.000 1.000-16 0,0.000 2.000 0 16,3.000 1.000-1920-16,-1.000 2.000-384 0</inkml:trace>
  <inkml:trace contextRef="#ctx0" brushRef="#br0">19847.000 3864.000 7775 0,'1.000'-1.000'336'0,"-1.000"0.000"80"0,2.000 1.000-416 0,-2.000-2.000 0 0,0.000 2.000 0 0,0.000 0.000 0 0,0.000-1.000 1664 0,0.000 1.000 240 0,0.000 0.000 48 0,0.000-1.000 16 0,0.000 1.000 48 0,0.000 1.000 16 0,0.000-1.000 0 0,0.000 0.000 0 32,0.000 0.000 368-32,0.000 0.000 80 0,0.000 1.000 16 0,0.000 1.000 0 15,-2.000-1.000-1216-15,2.000 1.000-256 0,-3.000 1.000-32 0,0.000 1.000-16 16,-2.000 2.000-672-16,0.000-1.000-144 0,1.000 3.000-32 0,-3.000 0.000 0 16,-2.000 0.000 64-16,-1.000 2.000 0 0,-1.000 0.000 0 0,1.000 0.000 0 15,-4.000 0.000-32-15,1.000 2.000 0 0,-1.000-1.000 0 0,-1.000-1.000 0 16,-1.000 1.000 32-16,2.000-2.000 0 0,1.000 1.000 0 0,0.000-1.000 0 0,4.000-2.000-192 15,-1.000-1.000 0-15,5.000-1.000 0 0,2.000-1.000 0 0,2.000-1.000 0 0,-1.000-1.000 0 16,2.000 0.000 0-16,0.000 0.000 0 0,3.000-1.000-208 0,0.000 2.000 80 16,1.000-2.000 128-16,-4.000-1.000-208 0,0.000 0.000 208 0,0.000 0.000-192 15,0.000 0.000 192-15,41.000 5.000-192 0,-41.000-5.000 400 0,0.000 0.000 96 16,38.000-2.000 16-16,-38.000 2.000 0 0,26.000-3.000-48 0,-26.000 3.000 0 16,29.000-4.000 0-16,-29.000 4.000 0 0,30.000-3.000-272 0,-30.000 3.000 0 15,29.000-2.000 0-15,-29.000 2.000 0 0,29.000-2.000 0 0,-29.000 2.000 0 16,0.000 0.000 0-16,33.000 0.000 0 0,-33.000 0.000 0 0,0.000 0.000 0 0,31.000 0.000 0 0,-22.000-1.000 0 15,-9.000 1.000 0-15,0.000 0.000 0 16,0.000 0.000 0-16,0.000 0.000 0 0,0.000 0.000 0 0,32.000-1.000 0 0,-30.000 1.000 0 0,0.000 0.000 0 16,-1.000-1.000 0-16,-1.000 1.000 0 0,2.000-1.000 0 0,-2.000 0.000 0 15,0.000 0.000 336-15,0.000 0.000 16 0,0.000 0.000 0 0,0.000-1.000 0 16,0.000 0.000 80-16,-2.000-2.000 16 0,2.000 0.000 0 0,-3.000-2.000 0 16,3.000 0.000-208-16,-2.000-4.000-48 0,-1.000 1.000 0 0,0.000-2.000 0 15,0.000-3.000-192-15,-2.000-2.000 0 0,0.000-1.000 0 0,0.000-1.000 0 16,-1.000 1.000 0-16,1.000 0.000 0 0,-1.000 1.000 0 0,-1.000 1.000-160 15,2.000 2.000-480-15,1.000 0.000-80 0,-2.000 3.000-32 0,1.000 2.000-17008 16</inkml:trace>
  <inkml:trace contextRef="#ctx0" brushRef="#br0">17983.000 5013.000 19343 0,'0.000'0.000'1728'0,"0.000"0.000"-1392"0,0.000 0.000-336 0,0.000 0.000 0 0,0.000 0.000 832 0,-1.000 1.000 112 0,1.000-1.000 16 0,-2.000 2.000 0 0,0.000-1.000 560 0,-1.000 1.000 112 0,-2.000 1.000 32 0,-1.000 1.000 0 16,1.000 1.000-1056-16,-5.000 1.000-208 0,1.000 4.000-32 0,-1.000-1.000-16 15,2.000 2.000-352-15,-3.000 0.000 144 16,0.000 1.000-144-16,-2.000 0.000 0 0,2.000 2.000 0 0,0.000-1.000 0 0,-2.000 1.000 0 0,2.000-1.000 0 15,1.000 1.000 0-15,-2.000-2.000 0 0,0.000 1.000 0 0,1.000-2.000 0 16,1.000 0.000 240-16,1.000-2.000-64 0,-2.000 2.000-16 0,1.000-2.000 0 16,-1.000 0.000 416-16,3.000-1.000 96 0,0.000-1.000 16 0,-2.000-1.000 0 15,4.000 1.000-512-15,-1.000-2.000-176 0,1.000-1.000 0 0,1.000-1.000 144 0,4.000-2.000-144 16,-1.000 1.000 0-16,2.000-1.000 0 0,0.000-1.000 0 16,0.000 0.000 0-16,0.000 0.000 0 15,2.000 1.000 0-15,-1.000-1.000-176 0,1.000 0.000-16 0,4.000 0.000 0 16,1.000 1.000 0-16,-7.000-1.000 0 0,0.000 0.000 192 0,0.000 0.000 0 15,41.000-1.000-144-15,-41.000 1.000 144 0,0.000 0.000 0 0,42.000-4.000 0 16,-42.000 4.000 0-16,35.000-3.000 0 0,-35.000 3.000 0 0,35.000-3.000 0 16,-35.000 3.000 0-16,39.000-3.000 0 0,-39.000 3.000 0 0,41.000-4.000 128 15,-41.000 4.000-128-15,40.000-6.000 0 0,-40.000 6.000 0 0,40.000-4.000 0 16,-40.000 4.000 128-16,32.000-4.000-128 0,-32.000 4.000 0 0,0.000 0.000 0 0,34.000-3.000 0 16,-34.000 3.000 0-16,0.000 0.000 0 0,0.000 0.000 0 0,0.000 0.000 0 0,0.000 0.000 0 15,0.000 0.000 0-15,0.000 0.000 0 0,0.000 0.000 0 0,0.000 0.000 0 16,0.000 0.000 0-16,0.000 0.000 192 0,0.000 0.000-64 0,0.000 0.000 0 15,0.000 0.000 832-15,0.000 0.000 176 0,0.000 0.000 16 0,0.000 0.000 16 16,0.000 0.000-160-16,14.000-8.000-48 0,-17.000 5.000 0 0,1.000-2.000 0 16,-1.000 1.000-576-16,-2.000-2.000-128 0,-1.000-1.000-32 0,0.000-3.000 0 15,-1.000 1.000-224-15,-1.000-2.000 0 0,-3.000-2.000 0 0,1.000-4.000 0 16,-2.000-2.000 0-16,0.000-4.000-320 0,1.000-2.000 64 0,0.000 1.000 0 16,3.000 6.000-464-16,0.000-1.000-96 0,1.000 0.000-16 0,3.000 1.000 0 15,2.000 4.000-848-15,-1.000 1.000-176 16,3.000 4.000-48-16,3.000 0.000-12960 0</inkml:trace>
  <inkml:trace contextRef="#ctx0" brushRef="#br0">18612.000 5033.000 11055 0,'-2.000'-2.000'976'0,"2.000"1.000"-784"0,-1.000 0.000-192 0,-1.000 1.000 0 0,2.000 0.000 1024 0,0.000 0.000 176 0,0.000 0.000 16 0,0.000 0.000 16 0,-1.000 0.000 736 0,-1.000 0.000 144 0,2.000 0.000 16 0,-2.000 1.000 16 16,-1.000 0.000-672-16,0.000 0.000-144 0,-2.000 2.000-32 0,0.000 0.000 0 15,1.000 2.000-784-15,-3.000 0.000-176 0,-1.000 1.000-16 0,0.000 2.000-16 16,2.000 1.000-96-16,-5.000 1.000-16 0,-1.000 3.000 0 0,0.000-2.000 0 0,0.000 3.000-16 0,-4.000-1.000-16 15,3.000 2.000 0-15,-1.000-2.000 0 0,-1.000-2.000 16 0,1.000-1.000 0 16,-1.000 1.000 0-16,1.000-2.000 0 0,0.000 1.000 0 0,3.000-2.000 0 16,-2.000 1.000 0-16,5.000-1.000 0 0,3.000-3.000-176 0,-1.000 0.000 0 15,3.000-1.000 0-15,1.000 0.000 0 0,2.000-1.000 0 16,0.000 0.000 0-16,0.000-1.000-192 0,2.000-1.000 192 0,0.000 1.000-256 0,-1.000 0.000 64 16,-1.000-2.000 0-16,0.000 0.000 16 0,0.000 0.000 176 0,0.000 0.000 0 15,0.000 0.000-144-15,0.000 0.000 144 0,50.000 6.000 160 0,-50.000-6.000 96 16,0.000 0.000 32-16,36.000-2.000 0 0,-36.000 2.000 272 0,0.000 0.000 48 0,40.000-4.000 16 15,-40.000 4.000 0-15,0.000 0.000-448 0,44.000-5.000-176 0,-44.000 5.000 128 0,31.000-4.000-128 16,-31.000 4.000 0-16,29.000-6.000 0 0,-29.000 6.000 0 0,31.000-5.000 0 16,-31.000 5.000 0-16,29.000-5.000 0 0,-29.000 5.000 0 0,0.000 0.000 0 15,36.000-8.000 0-15,-36.000 8.000 0 0,0.000 0.000 0 0,26.000-9.000 0 16,-26.000 9.000 272-16,0.000 0.000 32 0,0.000 0.000 0 0,17.000-7.000 0 16,-15.000 5.000 48-16,-2.000 2.000 16 0,0.000-1.000 0 0,0.000 0.000 0 15,0.000 0.000 384-15,0.000-1.000 80 0,-2.000 0.000 0 0,1.000-1.000 16 16,-1.000 0.000-272-16,-1.000-1.000-64 0,0.000 0.000-16 0,1.000-1.000 0 15,-1.000 0.000-240-15,-2.000-3.000-64 16,0.000 1.000 0-16,-2.000-1.000 0 0,0.000-2.000-192 0,1.000 0.000 0 0,-4.000-1.000 0 0,2.000 0.000 0 0,0.000-1.000 0 0,-3.000 2.000 0 16,1.000 0.000 0-16,-1.000 0.000 0 0,3.000 2.000-192 0,2.000 2.000-64 15,-1.000-1.000-32-15,3.000 3.000 0 16,-1.000 1.000-800-16,5.000 0.000-176 0,-2.000 1.000-16 0,4.000-1.000-15536 0</inkml:trace>
  <inkml:trace contextRef="#ctx0" brushRef="#br0">19253.000 5001.000 11967 0,'0.000'-1.000'1072'15,"0.000"1.000"-864"-15,0.000 0.000-208 0,0.000 0.000 0 0,0.000 0.000 640 0,0.000 0.000 64 0,0.000 0.000 32 0,0.000-1.000 0 0,0.000 2.000 2144 0,0.000-2.000 416 0,0.000 1.000 96 0,0.000 0.000 0 0,0.000 0.000-608 0,-1.000 0.000-128 16,1.000 1.000-32-16,-2.000-1.000 0 0,2.000 1.000-1408 0,-3.000 0.000-272 16,-1.000 1.000-64-16,0.000 1.000-16 0,-1.000 1.000-672 0,-3.000 3.000-192 15,-1.000 0.000 0-15,1.000 2.000 128 0,-2.000 3.000-128 0,-3.000 0.000 0 16,2.000 3.000 0-16,-5.000 0.000 0 0,3.000 1.000 0 0,-3.000 1.000 0 15,0.000-1.000 0-15,3.000-2.000 0 0,-1.000-1.000 0 0,1.000-2.000 0 16,-1.000 1.000 0-16,1.000-3.000 0 0,3.000-1.000 0 0,2.000-1.000 0 16,1.000-2.000 0-16,2.000-2.000 0 0,1.000 0.000 0 0,3.000-1.000 0 15,-1.000 0.000 0-15,2.000-1.000 0 0,-2.000 0.000 0 0,2.000-1.000 0 0,2.000 1.000 0 0,-2.000-1.000 0 16,2.000 0.000 0-16,-1.000 1.000 0 0,-1.000-1.000-176 0,0.000 0.000 176 16,0.000 0.000-192-16,0.000 0.000 192 0,0.000 0.000-208 0,0.000 0.000 80 15,40.000 12.000 128-15,-40.000-12.000 0 0,0.000 0.000 0 0,0.000 0.000-128 16,45.000 8.000 128-16,-45.000-8.000 0 0,0.000 0.000 0 0,40.000 7.000 0 15,-40.000-7.000 0-15,0.000 0.000 0 0,45.000 4.000 0 0,-45.000-4.000 0 16,0.000 0.000 0-16,34.000 1.000 0 0,-34.000-1.000 0 0,0.000 0.000 0 16,36.000-2.000 0-16,-36.000 2.000 0 0,0.000 0.000 0 0,29.000-6.000 128 15,-29.000 6.000-128-15,0.000 0.000 144 0,0.000 0.000-144 0,23.000-8.000 160 16,-20.000 6.000-160-16,-3.000 1.000 0 0,2.000-1.000 144 0,-2.000 1.000-144 0,0.000-1.000 320 0,0.000 1.000-16 16,-2.000-1.000 0-16,0.000-2.000 0 0,-1.000 0.000 0 0,1.000 0.000 0 15,-3.000-2.000 0-15,-2.000-1.000 0 0,2.000-2.000-176 0,-2.000 0.000-128 16,-1.000-2.000 192-16,-3.000 0.000-192 0,1.000-3.000 0 0,0.000 0.000 0 15,1.000-1.000 0-15,-3.000 0.000 0 16,4.000 1.000 0-16,1.000 2.000 0 0,0.000 1.000 0 0,2.000 2.000 0 16,1.000 1.000-416-16,1.000 2.000-32 0,1.000 1.000-16 0,2.000 0.000 0 15,2.000 0.000-1520-15,1.000 1.000-288 0,1.000 0.000-64 0,3.000 0.000-13136 0</inkml:trace>
  <inkml:trace contextRef="#ctx0" brushRef="#br0">19980.000 4969.000 24879 0,'-2.000'0.000'1088'0,"2.000"0.000"256"0,0.000 0.000-1088 0,0.000 0.000-256 0,0.000 0.000 0 0,0.000 0.000 0 0,-2.000 0.000 832 0,2.000 1.000 128 0,-3.000 0.000 0 0,0.000 1.000 16 0,0.000 2.000-80 0,-5.000 1.000 0 0,1.000 3.000-16 0,1.000 1.000 0 31,-5.000 1.000-448-31,1.000 3.000-96 0,-1.000 1.000-16 0,0.000 2.000 0 0,1.000 0.000-192 0,-4.000 1.000-128 0,1.000 2.000 128 0,0.000 0.000-128 16,-1.000-1.000 176-16,3.000-2.000-48 0,0.000-1.000 0 0,1.000-2.000 0 31,3.000-4.000 128-31,1.000-2.000 0 0,1.000 0.000 16 0,2.000-2.000 0 16,0.000-2.000-80-16,3.000 0.000 0 0,0.000-2.000-16 0,0.000 1.000 0 15,0.000-1.000-176-15,1.000-1.000 0 0,-1.000 0.000 0 0,0.000 0.000-176 0,0.000 0.000 0 0,0.000 0.000 0 16,0.000 0.000 0-16,0.000 0.000 0 0,42.000 11.000 176 0,-42.000-11.000 0 15,0.000 0.000 0-15,35.000 2.000 0 0,-35.000-2.000 128 0,0.000 0.000-128 16,45.000 0.000 160-16,-45.000 0.000-160 0,29.000-3.000 208 0,-29.000 3.000-48 16,33.000-5.000-16-16,-33.000 5.000 0 0,32.000-5.000-144 0,-32.000 5.000 0 15,31.000-5.000 0-15,-31.000 5.000 0 0,33.000-5.000 128 0,-33.000 5.000-128 16,27.000-5.000 0-16,-27.000 5.000 128 0,0.000 0.000-128 0,33.000-7.000 0 16,-33.000 7.000 0-16,0.000 0.000 0 0,0.000 0.000 128 0,0.000 0.000-128 15,0.000 0.000 0-15,24.000-7.000 128 0,-24.000 7.000 512 0,0.000 0.000 112 0,0.000 0.000 16 16,1.000-1.000 0-16,-1.000 0.000-64 0,-1.000 1.000-16 0,-1.000-1.000 0 0,2.000 0.000 0 15,-2.000 0.000-224-15,-1.000-1.000-32 0,1.000-1.000-16 0,-1.000-1.000 0 16,-3.000 0.000-128-16,1.000-1.000-32 0,-1.000-2.000 0 0,-4.000-2.000 0 16,-1.000-1.000-256-16,-2.000-4.000 0 0,-1.000 1.000 128 0,-2.000-3.000-128 31,0.000 0.000-448-31,-2.000-1.000-160 0,2.000-1.000-32 0,0.000-1.000-17968 0</inkml:trace>
  <inkml:trace contextRef="#ctx0" brushRef="#br0">17748.000 6125.000 20271 0,'0.000'0.000'1792'0,"0.000"0.000"-1424"0,0.000 0.000-368 0,0.000 0.000 0 0,0.000 1.000 880 0,-1.000-1.000 96 0,1.000 0.000 32 0,-2.000 1.000 0 0,0.000 0.000 480 0,-1.000 0.000 112 0,0.000 3.000 0 0,-4.000 1.000 16 16,0.000 2.000-752-16,-3.000 2.000-160 0,0.000 1.000-16 0,-1.000 2.000-16 15,1.000-2.000-480-15,-4.000 3.000-192 0,1.000 1.000 128 0,-4.000 2.000-128 16,-1.000 2.000 0-16,1.000-2.000 128 0,0.000 1.000-128 0,0.000 0.000 0 15,1.000-2.000 0-15,3.000-1.000 0 0,0.000 0.000 0 0,2.000-2.000 0 16,0.000 0.000 0-16,3.000-2.000 0 0,3.000 0.000 0 0,-2.000-2.000 0 16,3.000-1.000 0-16,-1.000-1.000 0 0,4.000-2.000 0 0,-1.000 0.000 0 15,2.000-2.000-160-15,0.000 0.000 160 0,2.000 0.000 0 0,-1.000-1.000-144 16,-1.000-1.000-128-16,0.000 0.000-32 0,0.000 0.000 0 0,0.000 0.000 0 16,0.000 0.000-272-16,0.000 0.000-48 0,53.000 16.000-16 0,-53.000-16.000 0 0,0.000 0.000 432 15,51.000 2.000 80-15,-51.000-2.000 128 0,39.000-1.000-208 0,-39.000 1.000 208 0,36.000-4.000 0 16,-36.000 4.000 0-16,34.000-3.000 0 0,-34.000 3.000 0 0,0.000 0.000 0 15,48.000-5.000 128-15,-48.000 5.000-128 0,32.000-3.000 0 0,-32.000 3.000 0 16,0.000 0.000 128-16,41.000-5.000-128 0,-41.000 5.000 0 0,0.000 0.000 160 16,37.000-5.000-160-16,-37.000 5.000 128 0,0.000 0.000 576 0,29.000-6.000 128 15,-29.000 6.000 0-15,0.000 0.000 16 0,0.000 0.000-400 0,29.000-6.000-64 16,-24.000 4.000-32-16,-2.000 0.000 0 0,0.000 1.000-160 0,0.000 0.000-48 0,-3.000 0.000 0 16,2.000 1.000 0-16,-1.000-1.000 496 0,-1.000 1.000 80 0,0.000-1.000 32 0,0.000 1.000 0 15,-1.000 0.000-80-15,1.000 0.000-16 0,0.000 0.000 0 0,-2.000-1.000 0 16,2.000 0.000-96-16,-3.000 0.000-32 0,3.000 0.000 0 0,-3.000-3.000 0 15,1.000 2.000-256-15,-1.000-2.000-48 16,1.000-1.000-16-16,-2.000-1.000 0 0,-1.000-2.000-208 0,-3.000 1.000 128 0,1.000-2.000-128 0,-2.000-2.000 0 16,-1.000 0.000 0-16,-1.000-2.000 0 15,0.000 0.000 0-15,1.000-3.000 0 0,2.000 0.000-384 0,-1.000-2.000-64 0,1.000-3.000 0 0,1.000-2.000-16 16,1.000-1.000-1808-16,4.000-5.000-352 0</inkml:trace>
  <inkml:trace contextRef="#ctx0" brushRef="#br0">18609.000 6162.000 17503 0,'0.000'0.000'768'0,"0.000"0.000"176"0,0.000 0.000-752 0,-2.000 0.000-192 0,2.000 0.000 0 0,0.000 0.000 0 0,0.000 0.000 1200 0,-1.000 1.000 208 0,-1.000-1.000 32 0,0.000 1.000 16 0,-3.000 1.000 544 16,-1.000 1.000 112-16,1.000 1.000 32 0,-1.000 0.000 0 0,-1.000 1.000-880 0,0.000 1.000-176 15,-3.000 1.000-48-15,2.000 1.000 0 0,-3.000 2.000-640 0,1.000 1.000-128 16,-1.000 1.000-16-16,-2.000 1.000-16 0,0.000 1.000-240 0,2.000 0.000 0 16,-3.000 0.000 0-16,2.000 0.000-160 0,-2.000 2.000 160 0,1.000-1.000 0 15,-1.000 1.000 0-15,2.000-2.000 0 0,0.000-1.000 0 0,5.000-2.000 0 16,0.000-3.000 0-16,2.000-2.000-128 0,3.000-3.000 128 0,-1.000 1.000 0 16,5.000-3.000 0-16,-1.000 0.000 0 0,-1.000 0.000 0 0,0.000 0.000-208 15,2.000-1.000 80-15,0.000 0.000 128 16,-1.000 1.000-496-16,-1.000-1.000 32 0,0.000 0.000 0 0,0.000 0.000 0 0,0.000 0.000 208 0,38.000 3.000 64 0,-38.000-3.000 0 15,0.000 0.000 0-15,42.000 1.000 192 0,-42.000-1.000 0 0,0.000 0.000 0 0,38.000-2.000 160 16,-38.000 2.000 48-16,0.000 0.000 16 0,42.000-4.000 0 0,-42.000 4.000 0 31,0.000 0.000-80-31,41.000-5.000-16 0,-41.000 5.000 0 0,0.000 0.000 0 0,39.000-5.000-128 0,-39.000 5.000 0 0,0.000 0.000 0 0,32.000-6.000 128 16,-32.000 6.000 48-16,0.000 0.000 0 0,0.000 0.000 0 0,30.000-7.000 0 16,-30.000 7.000 384-16,0.000 0.000 80 0,0.000 0.000 0 0,16.000-10.000 16 31,-14.000 9.000-416-31,-1.000-1.000-96 0,1.000 1.000-16 0,-2.000-1.000 0 15,0.000 1.000 304-15,2.000 0.000 48 0,-2.000 0.000 16 0,0.000 0.000 0 0,0.000 0.000-240 0,0.000 0.000-64 16,-2.000 0.000 0-16,2.000 0.000 0 0,0.000 0.000 80 16,0.000-1.000 16-16,-2.000 1.000 0 0,2.000-3.000 0 0,-1.000 2.000-96 0,-1.000-2.000 0 15,-1.000 0.000-16-15,0.000-2.000 0 0,0.000-1.000-176 0,0.000-1.000 160 16,-1.000-2.000-160-16,-1.000-3.000 160 0,-1.000-1.000-160 0,1.000 1.000 0 16,1.000 0.000 0-16,-3.000 0.000 0 0,2.000-5.000-272 0,-1.000-3.000-48 15,1.000-2.000 0-15,0.000-1.000 0 16,2.000-1.000-1680-16,1.000 0.000-352 0</inkml:trace>
  <inkml:trace contextRef="#ctx0" brushRef="#br0">19346.000 6102.000 22111 0,'0.000'-2.000'976'0,"-2.000"0.000"208"0,2.000-1.000-944 0,0.000 2.000-240 0,0.000 0.000 0 0,0.000 1.000 0 0,0.000 0.000 592 0,-1.000 0.000 80 0,1.000-1.000 16 0,-2.000 1.000 0 0,2.000-1.000 1360 0,-2.000 1.000 256 0,0.000 0.000 64 0,0.000 1.000 16 16,-1.000 0.000-1200-16,0.000 1.000-240 0,-2.000 2.000-48 0,-2.000 0.000-16 15,-2.000 1.000-624-15,1.000 1.000-128 0,-5.000 3.000-128 0,2.000 0.000 176 16,-3.000 0.000-176-16,0.000 1.000 0 0,2.000-1.000 0 0,-1.000 0.000 0 15,0.000 2.000 0-15,0.000-1.000 0 0,-1.000 1.000 0 0,1.000-1.000 0 16,0.000 2.000 0-16,2.000-2.000 0 0,2.000 0.000 0 0,0.000-2.000 0 16,3.000 0.000 0-16,0.000 0.000 0 15,3.000-1.000 0-15,1.000 0.000 0 0,0.000 0.000 0 0,2.000 0.000 0 0,0.000-2.000-160 16,0.000 0.000 160-16,0.000-5.000-192 0,0.000 0.000 48 0,0.000 0.000 16 0,0.000 0.000 0 0,0.000 0.000-48 16,0.000 0.000 0-16,43.000 23.000 0 0,-43.000-23.000 0 0,0.000 0.000-16 15,0.000 0.000-16-15,50.000 3.000 0 0,-50.000-3.000 0 0,0.000 0.000 32 0,45.000-2.000 16 16,-45.000 2.000 0-16,30.000-3.000 0 0,-30.000 3.000 160 0,31.000-3.000 0 15,-31.000 3.000-144-15,0.000 0.000 144 0,45.000-5.000 0 0,-45.000 5.000 0 16,0.000 0.000 0-16,36.000-7.000 0 0,-36.000 7.000 0 0,0.000 0.000 0 16,26.000-7.000 0-16,-20.000 5.000 0 0,-2.000-1.000 528 0,-1.000 1.000 32 15,0.000 0.000 0-15,-1.000 1.000 0 0,0.000-1.000-240 0,-2.000 1.000-64 16,0.000-1.000 0-16,0.000 2.000 0 0,0.000-1.000 192 0,0.000 0.000 48 0,-2.000 0.000 0 16,2.000-1.000 0-1,-2.000 0.000 0-15,2.000 0.000 0 0,-3.000-2.000 0 0,1.000-1.000 0 0,1.000-3.000-288 0,-3.000 0.000-48 0,1.000-1.000-16 0,0.000-3.000 0 16,-5.000 0.000-144-16,5.000-2.000 0 0,-2.000-1.000 0 0,-2.000 0.000 0 15,2.000-2.000 0-15,-2.000 1.000 0 0,2.000 0.000-192 0,-2.000 0.000 192 32,0.000 2.000-464-32,0.000-2.000 16 0,1.000 2.000 16 0,-1.000 1.000 0 0,3.000 1.000-816 15,-1.000 3.000-160-15,3.000 2.000-48 0,4.000-1.000-14480 0</inkml:trace>
  <inkml:trace contextRef="#ctx0" brushRef="#br0">20232.000 6060.000 18431 0,'0.000'0.000'816'0,"-2.000"0.000"160"0,0.000 0.000-784 0,2.000 0.000-192 0,0.000 0.000 0 0,0.000 0.000 0 0,-2.000 0.000 1152 0,2.000 0.000 192 0,-1.000 1.000 48 0,-3.000 1.000 0 0,3.000 0.000 400 0,-6.000 2.000 64 15,2.000 3.000 32-15,-4.000-1.000 0 0,-1.000 1.000-928 0,1.000 2.000-192 16,-3.000 0.000-48-16,-2.000 1.000 0 16,1.000 1.000-304-16,-3.000 1.000-64 0,2.000 0.000-16 0,-1.000-2.000 0 0,1.000-1.000 64 0,4.000 0.000 16 15,-1.000-1.000 0-15,0.000 0.000 0 16,3.000-1.000 112-16,0.000-2.000 32 0,3.000-1.000 0 0,2.000 0.000 0 0,1.000-1.000-432 0,-1.000-1.000-128 16,3.000 1.000 0-16,-2.000-2.000 0 0,2.000 0.000 0 0,0.000 0.000 0 15,0.000 0.000-128-15,2.000 0.000 128 0,-2.000 0.000-128 0,3.000 0.000 128 16,-3.000-1.000 0-16,0.000 0.000-144 0,0.000 0.000 16 0,0.000 0.000 0 0,0.000 0.000 0 0,0.000 0.000 0 15,50.000 16.000-32-15,-50.000-16.000 0 16,0.000 0.000 0-16,41.000 7.000 0 0,-41.000-7.000 160 0,0.000 0.000 0 0,45.000 3.000 0 0,-45.000-3.000 0 16,0.000 0.000 0-16,44.000 3.000 0 0,-44.000-3.000 0 0,0.000 0.000-128 15,38.000 1.000 128-15,-38.000-1.000 0 0,0.000 0.000 0 0,34.000-1.000 0 16,-34.000 1.000 0-16,0.000 0.000 0 16,0.000 0.000 0-16,36.000-1.000 0 0,-36.000 1.000 272 0,0.000 0.000 48 0,19.000-6.000 0 0,-14.000 4.000 0 15,-1.000 0.000 0-15,-1.000-1.000 16 0,0.000 1.000 0 0,-1.000-3.000 0 16,0.000 2.000 64-16,0.000-1.000 16 0,-2.000 0.000 0 0,2.000-1.000 0 15,-2.000-1.000-96-15,0.000-1.000 0 0,1.000 1.000-16 0,-1.000-2.000 0 16,0.000-1.000-80-16,-3.000-1.000-16 0,3.000 0.000 0 0,-4.000-1.000 0 16,1.000-2.000-208-16,-1.000 1.000 144 0,-2.000-3.000-144 0,1.000 1.000 128 15,-3.000 0.000-128-15,2.000-2.000 0 0,-3.000 0.000-192 0,0.000-2.000-12224 16,-1.000 1.000-2432-16</inkml:trace>
  <inkml:trace contextRef="#ctx0" brushRef="#br0">17754.000 7349.000 17503 0,'0.000'0.000'1552'0,"0.000"0.000"-1232"0,0.000 0.000-320 0,0.000 0.000 0 0,-1.000 0.000 832 0,1.000 1.000 96 0,-2.000 0.000 32 0,-1.000 1.000 0 0,0.000 2.000 448 0,-2.000 1.000 80 16,-3.000 3.000 32-16,-3.000 3.000 0 16,1.000 1.000-640-16,-1.000 1.000-128 0,0.000 2.000-32 0,-3.000-1.000 0 0,1.000 1.000-512 0,-2.000-2.000-208 0,2.000 2.000 176 0,-1.000-3.000-176 15,1.000 2.000 368-15,-1.000-3.000-32 0,0.000 2.000 0 0,-1.000-3.000 0 0,1.000 1.000 256 0,2.000-2.000 48 16,0.000 1.000 16-16,0.000-3.000 0 0,3.000 0.000-160 0,-1.000 1.000-48 15,4.000-3.000 0-15,0.000 0.000 0 16,1.000-1.000-448-16,3.000-1.000 0 0,2.000-1.000 0 0,0.000 0.000 0 0,0.000-1.000 0 0,2.000-1.000 0 16,-2.000 0.000 0-16,3.000 2.000-160 15,1.000-1.000-80-15,-4.000-1.000-16 16,0.000 0.000 0-16,0.000 0.000 0 0,50.000 9.000 32 0,-50.000-9.000 0 16,50.000 6.000 0-16,-50.000-6.000 0 0,53.000 5.000 224 0,-53.000-5.000 0 15,51.000 4.000 0-15,-51.000-4.000-144 0,56.000 2.000 144 0,-56.000-2.000 0 16,51.000 0.000 0-16,-51.000 0.000-128 0,45.000-1.000 128 0,-45.000 1.000 0 15,46.000-2.000 0-15,-46.000 2.000 0 0,40.000-5.000 192 0,-40.000 5.000-16 0,0.000 0.000-16 0,48.000-8.000 0 0,-48.000 8.000 352 0,0.000 0.000 80 0,0.000 0.000 16 0,31.000-9.000 0 32,-30.000 8.000-352-32,1.000 0.000-64 0,-2.000 1.000 0 0,-2.000 0.000-16 15,2.000-2.000 656-15,-1.000 2.000 128 0,-1.000 0.000 16 0,2.000 0.000 16 16,-2.000-1.000-240-16,1.000-1.000-48 0,-1.000 1.000-16 0,-1.000-2.000 0 16,1.000 0.000-208-16,-4.000-2.000-32 0,0.000 0.000-16 0,-1.000-3.000 0 15,-1.000 2.000-288-15,-3.000-3.000-144 0,1.000-5.000 160 0,-4.000-1.000-160 16,1.000 0.000 0-16,2.000 1.000-160 0,1.000 2.000 0 0,1.000-2.000 0 15,1.000-1.000-416-15,0.000-2.000-96 0,0.000 3.000-16 0,6.000 1.000 0 16,-1.000-1.000-1440-16,6.000 1.000-304 0</inkml:trace>
  <inkml:trace contextRef="#ctx0" brushRef="#br0">18738.000 7231.000 12895 0,'0.000'0.000'576'0,"0.000"0.000"112"0,0.000 0.000-560 0,0.000 0.000-128 0,0.000 0.000 0 0,0.000 0.000 0 0,-3.000 1.000 880 0,3.000 0.000 144 0,-3.000 1.000 16 0,1.000 0.000 16 0,-3.000 2.000 1184 0,1.000 1.000 224 0,-3.000 2.000 48 0,-1.000 0.000 16 0,0.000 1.000-1136 0,0.000 1.000-240 0,-1.000 0.000-32 0,1.000 0.000-16 0,-2.000 2.000-240 0,-1.000-2.000-48 15,3.000 2.000-16-15,-3.000-1.000 0 0,1.000 1.000-416 0,-1.000 1.000-64 16,1.000-1.000-32-16,-1.000 1.000 0 0,2.000-2.000-160 0,0.000 1.000-128 16,0.000-1.000 192-16,1.000-1.000-192 0,1.000-2.000 128 0,0.000 1.000-128 15,0.000 0.000 0-15,2.000-2.000 0 0,2.000-1.000 0 0,0.000 0.000 0 16,-1.000 0.000 0-16,4.000 1.000 0 15,-2.000-2.000 0-15,2.000 0.000-144 0,0.000-2.000 144 0,0.000 0.000-192 0,2.000 0.000 16 0,0.000 0.000 0 16,1.000-1.000 0-16,-1.000-1.000 0 0,-2.000 0.000-32 0,0.000 0.000-16 16,0.000 0.000 0-16,0.000 0.000 0 0,0.000 0.000 224 0,0.000 0.000 0 15,51.000 2.000 0-15,-51.000-2.000 0 0,0.000 0.000 208 0,0.000 0.000 144 0,40.000-1.000 32 16,-40.000 1.000 0-16,0.000 0.000-192 0,45.000-2.000-48 16,-45.000 2.000 0-16,0.000 0.000 0 0,56.000-1.000-144 0,-56.000 1.000 0 15,0.000 0.000 0-15,53.000 1.000 0 0,-53.000-1.000 0 0,0.000 0.000 0 0,53.000 3.000 0 0,-53.000-3.000 0 16,0.000 0.000 0-16,44.000 3.000 0 0,-44.000-3.000 0 0,0.000 0.000 0 15,0.000 0.000 0-15,0.000 0.000 0 0,0.000 0.000 0 0,40.000-2.000 0 16,-40.000 2.000 176-16,2.000-1.000 48 0,-2.000 1.000 16 0,0.000-1.000 0 16,-2.000 1.000 800-16,2.000-1.000 176 0,0.000 0.000 16 0,-1.000 0.000 16 15,-1.000-1.000-560-15,2.000 0.000-112 0,0.000 0.000-32 0,-3.000-1.000 0 0,2.000-2.000-256 0,-1.000-6.000-48 32,-1.000-1.000-16-32,-1.000-4.000 0 0,1.000-3.000-224 0,-2.000-4.000 0 0,2.000-2.000 0 0,-3.000-2.000 0 0,1.000 1.000-272 0,0.000 1.000 0 15,2.000 2.000 0-15,1.000 3.000 0 16,-1.000 1.000-528-16,3.000 3.000-96 0,0.000 3.000-32 0,2.000 2.000-16400 0</inkml:trace>
  <inkml:trace contextRef="#ctx0" brushRef="#br0">19656.000 7113.000 15663 0,'-3.000'-1.000'1392'0,"0.000"0.000"-1120"0,3.000 1.000-272 0,-1.000 0.000 0 0,-1.000 0.000 1680 0,2.000 0.000 288 0,-2.000 1.000 48 0,-2.000 1.000 16 0,0.000 2.000-496 0,-4.000 1.000-112 0,0.000 2.000-16 16,-3.000 3.000 0-16,0.000 1.000-160 0,0.000 2.000-32 0,-2.000 1.000-16 0,2.000 1.000 0 15,-2.000 1.000-912-15,0.000 0.000-288 0,-1.000 2.000 160 0,2.000 0.000-160 16,-2.000 1.000 128-16,1.000-2.000-128 0,-1.000 0.000 0 0,2.000-1.000 128 15,-2.000-1.000 16-15,6.000-2.000 0 0,-1.000-4.000 0 0,4.000 0.000 0 16,-2.000-1.000 240-16,4.000-2.000 32 0,1.000 1.000 16 0,-2.000-4.000 0 16,4.000 1.000-304-16,-1.000-2.000-128 0,1.000-1.000 0 0,1.000 0.000 128 15,-1.000 0.000 32-15,4.000-1.000 0 0,-4.000 0.000 0 0,0.000 0.000 0 16,0.000 0.000-16-16,0.000 0.000 0 0,0.000 0.000 0 0,0.000 0.000 0 16,36.000 1.000 80-16,-36.000-1.000 16 0,0.000 0.000 0 0,0.000 0.000 0 0,41.000-5.000 64 15,-41.000 5.000 16-15,0.000 0.000 0 0,42.000-6.000 0 0,-42.000 6.000-320 0,0.000 0.000 160 16,45.000-5.000-160-16,-45.000 5.000 128 0,0.000 0.000-128 0,46.000-1.000 0 15,-46.000 1.000 0-15,0.000 0.000 0 0,0.000 0.000 0 16,45.000 2.000 0-16,-45.000-2.000 0 0,0.000 0.000 0 0,0.000 0.000 0 0,0.000 0.000 0 16,0.000 0.000 0-16,0.000 0.000 0 0,37.000 2.000 0 0,-37.000-2.000 0 15,0.000 0.000 0-15,0.000 0.000 128 0,0.000 0.000 320 0,0.000 0.000 64 16,0.000 0.000 16-16,0.000 0.000 0 0,0.000 0.000-96 0,1.000-3.000-32 16,-1.000 3.000 0-16,-1.000-4.000 0 0,-1.000 1.000-80 0,-2.000-3.000-32 0,0.000-2.000 0 0,-2.000-4.000 0 15,1.000-4.000-288-15,-4.000-2.000 0 0,-1.000-4.000 128 0,0.000-3.000-128 31,-1.000-2.000-384-31,3.000-2.000-144 0,-3.000-1.000-32 0,3.000 0.000 0 16,3.000 2.000-960-16,3.000 2.000-192 0,4.000 3.000-32 0,1.000 3.000-14704 0</inkml:trace>
  <inkml:trace contextRef="#ctx0" brushRef="#br0">20221.000 7081.000 5519 0,'0.000'0.000'496'0,"-1.000"-1.000"-496"0,1.000 1.000 0 0,0.000 0.000 0 0,0.000 0.000 1408 0,0.000 0.000 192 0,-2.000 0.000 48 0,2.000-1.000 0 0,-2.000 1.000 1168 0,-1.000 0.000 256 0,1.000 0.000 32 0,1.000 1.000 16 15,-3.000 0.000-1792-15,0.000 0.000-368 0,1.000 2.000-64 0,1.000-1.000 0 16,-1.000 1.000-416-16,0.000-1.000-80 0,-1.000 1.000-16 0,1.000 0.000 0 16,-3.000 1.000-240-16,1.000 1.000-144 0,0.000 1.000 160 0,0.000-1.000-160 15,-1.000 2.000 512-15,-2.000 1.000 16 0,-2.000 1.000 0 0,-2.000 2.000 0 16,0.000 1.000 0-16,-2.000 1.000 0 0,0.000 4.000 0 0,-1.000-2.000 0 16,-2.000 1.000-400-16,4.000 0.000-128 0,-3.000 0.000 0 0,3.000-2.000 0 15,0.000 1.000 0-15,4.000-3.000 0 16,-1.000-1.000 0-16,4.000-2.000 0 0,-1.000 0.000 0 0,7.000-9.000 0 0,-6.000 10.000 0 0,6.000-10.000 0 0,0.000 0.000 0 0,0.000 0.000 0 31,0.000 0.000 0-31,0.000 0.000 0 0,0.000 0.000 256 0,0.000 0.000 64 16,0.000 0.000 0-16,0.000 0.000 0 0,0.000 0.000 64 0,0.000 0.000 0 15,0.000 0.000 16-15,45.000 3.000 0 0,-45.000-3.000 112 0,0.000 0.000 0 16,0.000 0.000 16-16,48.000-2.000 0 0,-48.000 2.000-352 0,0.000 0.000-176 16,48.000 4.000 160-16,-48.000-4.000-160 0,0.000 0.000 0 0,48.000 6.000 0 15,-48.000-6.000 0-15,0.000 0.000 0 0,41.000 6.000 0 0,-41.000-6.000 0 16,0.000 0.000 0-16,42.000 8.000 0 0,-42.000-8.000 0 0,0.000 0.000 0 15,0.000 0.000 0-15,46.000 6.000 0 0,-46.000-6.000 0 0,0.000 0.000 0 0,0.000 0.000 0 0,0.000 0.000 0 16,41.000 1.000 0-16,-41.000-1.000 0 0,0.000 0.000 0 0,0.000 0.000 0 16,0.000 0.000 848-16,20.000-12.000 240 0,-18.000 7.000 32 0,-2.000-1.000 16 15,0.000-1.000-592-15,0.000-2.000-112 0,-2.000-3.000-32 0,-1.000-1.000 0 16,-2.000-2.000-112-16,-4.000-2.000-32 0,2.000 0.000 0 0,-4.000-3.000 0 16,0.000-2.000-256-16,-1.000-1.000 0 0,-2.000 0.000 0 0,-1.000 0.000 0 15,1.000-1.000 0-15,2.000 5.000 0 0,0.000 5.000 0 0,2.000 1.000 0 16,0.000 2.000 0-16,1.000 2.000-320 0,0.000 2.000 32 0,1.000 2.000 16 15,3.000 2.000-1360-15,0.000 1.000-272 0</inkml:trace>
  <inkml:trace contextRef="#ctx0" brushRef="#br0">20619.000 3638.000 8287 0,'0.000'0.000'736'0,"2.000"0.000"-592"0,-2.000 0.000-144 0,0.000 0.000 0 0,0.000 0.000 176 0,0.000 0.000 0 0,0.000 0.000 0 0,0.000 0.000 0 0,0.000 0.000 592 0,0.000 1.000 128 0,0.000-1.000 32 0,0.000 0.000 0 0,0.000 0.000-288 0,0.000 0.000-64 0,0.000 0.000-16 0,0.000 1.000 0 0,0.000-1.000-560 0,0.000 1.000-176 15,2.000 1.000 0-15,-2.000 1.000 0 0,1.000 0.000 176 0,-1.000 1.000 0 16,0.000 2.000-144-16,2.000 1.000 144 0,-2.000-7.000-192 0,0.000 0.000 16 15</inkml:trace>
  <inkml:trace contextRef="#ctx0" brushRef="#br0">20675.000 3994.000 13823 0,'0.000'0.000'1216'0,"0.000"0.000"-960"0,0.000 0.000-256 0,0.000 0.000 0 15,0.000 0.000 0-15,0.000 0.000 144 0,0.000 0.000-144 0,0.000 0.000 128 16,0.000 0.000 0-16,0.000 1.000 0 0,2.000 0.000 0 0,-2.000 1.000 0 16,0.000 2.000-128-16,2.000 1.000 192 0,-2.000 0.000-192 0,1.000 2.000 192 15,-1.000-7.000-192-15,0.000 0.000 0 0,0.000 0.000 0 0,0.000 0.000-176 16,4.000 48.000 176-16,-4.000-48.000 0 0,0.000 0.000 0 0,4.000 40.000 0 0,-4.000-40.000-144 0,0.000 0.000 144 16</inkml:trace>
  <inkml:trace contextRef="#ctx0" brushRef="#br0">20725.000 4315.000 8287 0,'0.000'1.000'368'0,"-2.000"-1.000"80"0,2.000 0.000-448 0,-1.000 0.000 0 16,1.000 0.000 0-16,0.000 0.000 0 0,0.000 1.000 896 0,0.000 1.000 112 15,0.000-2.000 16-15,-2.000 0.000 0 0,2.000 1.000 944 0,0.000-1.000 192 16,0.000 1.000 32-16,-1.000 0.000 16 16,1.000 0.000-1312-16,-2.000 0.000-256 0,4.000 0.000-48 0,-2.000 1.000-16 0,0.000 1.000-576 0,0.000 1.000 0 15,1.000 2.000-192-15,-1.000 3.000 64 16,2.000-1.000-64-16,-2.000-8.000 0 0,0.000 0.000 0 0,0.000 0.000-9184 0</inkml:trace>
  <inkml:trace contextRef="#ctx0" brushRef="#br0">20709.000 4687.000 9151 0,'0.000'1.000'192'0,"-1.000"-1.000"64"0,1.000 0.000 0 0,0.000 0.000 0 0,0.000 0.000-256 0,0.000 0.000 0 0,0.000 0.000 0 0,0.000 0.000 0 0,0.000 1.000 1712 16,-2.000-1.000 288-1,2.000 0.000 64-15,0.000 1.000 16 0,0.000-1.000 0 0,0.000 0.000 0 0,0.000 0.000 0 0,0.000 0.000 0 16,0.000 1.000-1248-16,0.000 0.000-256 0,0.000 0.000-64 0,0.000 1.000 0 0,2.000 1.000-512 0,-2.000-1.000 0 16,1.000 3.000 0-16,-1.000-1.000-7632 15,3.000 1.000-1568-15</inkml:trace>
  <inkml:trace contextRef="#ctx0" brushRef="#br0">20647.000 3695.000 23951 0,'0.000'-2.000'2128'0,"-2.000"0.000"-1696"0,2.000 1.000-432 16,0.000 1.000 0-16,0.000 0.000 1456 0,0.000 0.000 208 0,0.000 0.000 32 0,0.000-1.000 16 0,0.000 1.000 576 0,-2.000-1.000 112 0,2.000 0.000 32 0,0.000 0.000 0 15,0.000 1.000-1856-15,0.000 0.000-384 0,0.000 2.000-64 0,0.000 0.000 0 16,0.000 3.000-128-16,0.000 1.000-240 0,0.000-6.000 64 0,0.000 0.000 16 15,0.000 0.000-96-15,0.000 50.000 0 0,0.000-50.000-16 0,0.000 41.000 0 32,0.000-41.000-1248-32,-3.000 49.000-240 0,3.000-49.000-48 0,-3.000 49.000-13136 0</inkml:trace>
  <inkml:trace contextRef="#ctx0" brushRef="#br0">20634.000 4151.000 2991 0,'0.000'3.000'0'0,"0.000"-1.000"128"0,0.000 0.000-128 0,-2.000 0.000 160 0,2.000-1.000-160 0,0.000 0.000 0 0,0.000 0.000 0 0,0.000 1.000 0 16,0.000 1.000 2560-16,-1.000 3.000 496 0,-1.000-1.000 80 0,2.000 1.000 32 0,-1.000 1.000-976 16,-1.000 1.000-192-16,2.000-8.000-32 0,0.000 0.000-16 0,0.000 0.000-928 0,0.000 0.000-176 15,-3.000 34.000-32-15,1.000-27.000-16 0,2.000-7.000-656 0,0.000 0.000-144 16,0.000 0.000 0-16,5.000 42.000 0 0,-5.000-42.000 0 0,0.000 0.000-160 16,6.000 39.000 160-16,-6.000-39.000-10768 15</inkml:trace>
  <inkml:trace contextRef="#ctx0" brushRef="#br0">20643.000 4601.000 5519 0,'0.000'0.000'496'0,"0.000"0.000"-496"0,0.000 1.000 0 16,0.000-1.000 0-16,0.000 0.000 592 0,0.000 0.000 32 0,0.000 1.000 0 0,-1.000 0.000 0 16,1.000 0.000 2080-16,-2.000 1.000 432 0,2.000 0.000 64 0,0.000 0.000 32 15,0.000 1.000-1472-15,0.000-1.000-288 0,-3.000 1.000-64 0,3.000 1.000-16 16,0.000-4.000-1184-16,0.000 0.000-208 0,0.000 0.000 0 0,0.000 0.000-144 15,0.000 0.000 16-15,6.000 45.000 0 0,-6.000-45.000 0 0,0.000 0.000-10480 16</inkml:trace>
  <inkml:trace contextRef="#ctx0" brushRef="#br0">20616.000 4986.000 7359 0,'0.000'1.000'656'0,"0.000"0.000"-528"16,0.000 0.000-128-16,0.000-1.000 0 0,-3.000 1.000 640 0,3.000 1.000 80 15,0.000-1.000 32-15,-1.000 1.000 0 0,-1.000 2.000 2112 0,2.000-1.000 416 16,-2.000 1.000 96-16,2.000-1.000 16 0,0.000 1.000-1856 16,-1.000 1.000-384-16,1.000-1.000-64 0,0.000-4.000 0 0,0.000 0.000-960 15,0.000 0.000-128-15,0.000 0.000 0 0,0.000 0.000-192 0,5.000 36.000 192 0,-5.000-36.000-192 16,0.000 0.000 192-16,7.000 38.000-7680 16,-7.000-38.000-1424-16</inkml:trace>
  <inkml:trace contextRef="#ctx0" brushRef="#br0">20631.000 5354.000 7359 0,'0.000'2.000'320'0,"0.000"-1.000"80"0,0.000 0.000-400 0,0.000 0.000 0 16,-2.000-1.000 0-16,2.000 1.000 0 0,0.000 0.000 1024 0,0.000 0.000 128 0,0.000 2.000 32 0,0.000-3.000 0 16,0.000 0.000-96-16,0.000 0.000-32 0,0.000 0.000 0 0,0.000 0.000 0 15,3.000 37.000-928-15,-3.000-37.000-128 0,0.000 0.000 0 0,0.000 0.000-192 0,0.000 0.000 192 0,5.000 36.000 0 16,-5.000-36.000 0-16,0.000 0.000-6784 15</inkml:trace>
  <inkml:trace contextRef="#ctx0" brushRef="#br0">20656.000 5802.000 9215 0,'0.000'1.000'816'0,"-1.000"0.000"-656"16,1.000 0.000-160-16,0.000 0.000 0 0,0.000 0.000 704 0,0.000-1.000 128 0,0.000 0.000 0 0,0.000 0.000 16 15,0.000 0.000 1520-15,-5.000 21.000 288 0,5.000-21.000 64 0,0.000 0.000 16 32,0.000 0.000-1872-32,-2.000 31.000-368 0,2.000-31.000-80 0,0.000 0.000-16 0,0.000 0.000-400 0,7.000 32.000 0 0,-7.000-32.000-224 0,0.000 0.000 80 31,3.000 32.000-720-31,-3.000-32.000-144 0</inkml:trace>
  <inkml:trace contextRef="#ctx0" brushRef="#br0">20671.000 6228.000 911 0,'0.000'0.000'0'0,"0.000"0.000"0"15,0.000 0.000 0-15,0.000 0.000 0 0,0.000 0.000 768 0,0.000 0.000 80 16,0.000 0.000 16-16,-4.000 18.000 0 0,4.000-18.000 1376 0,0.000 0.000 288 16,-3.000 23.000 48-16,3.000-23.000 16 0,0.000 0.000-1376 0,-3.000 24.000-288 15,3.000-24.000-48-15,0.000 0.000-16 0,3.000 25.000-736 0,-3.000-25.000-128 16,0.000 0.000 0-16,3.000 26.000-128 15,-3.000-26.000-304-15,0.000 0.000-48 0,2.000 31.000-16 0,-2.000-31.000 0 0</inkml:trace>
  <inkml:trace contextRef="#ctx0" brushRef="#br0">20674.000 6705.000 6447 0,'0.000'0.000'576'0,"0.000"0.000"-576"0,-2.000 25.000 0 0,2.000-25.000 0 16,0.000 0.000 1536-16,0.000 0.000 208 0,0.000 0.000 48 0,0.000 0.000 0 15,-3.000 21.000 704-15,3.000-21.000 128 0,-2.000 21.000 48 0,2.000-21.000 0 0,0.000 24.000-1760 0,0.000-24.000-336 16,0.000 24.000-80-16,0.000-24.000-16 0,0.000 24.000-160 0,0.000-24.000-48 16,0.000 24.000 0-16,0.000-24.000 0 0,4.000 31.000-128 0,-4.000-31.000-16 15,3.000 29.000-128-15,-3.000-29.000 192 0,0.000 0.000-192 0,5.000 30.000 0 16,-5.000-30.000 0-16,0.000 0.000 0 0,3.000 24.000-160 0,-3.000-24.000 160 15,0.000 0.000-128-15,0.000 0.000 128 16,3.000 28.000-512-16,-3.000-28.000 0 0,0.000 0.000-16 0,0.000 0.000 0 16,0.000 28.000-1408-16,0.000-28.000-288 0,0.000 0.000-48 0,0.000 0.000-16 15,0.000 29.000 656-15,0.000-29.000 128 0,0.000 0.000 32 0,0.000 23.000 0 16,0.000-23.000 208-16,0.000 0.000 48 0,3.000 24.000 16 0,-3.000-24.000 0 0,0.000 0.000 896 0,2.000 24.000 304 0,-2.000-24.000-192 0,0.000 0.000 192 16,-2.000 25.000 336-16,2.000-25.000 176 0,0.000 0.000 16 0,-6.000 25.000 16 15,6.000-25.000 1840-15,-5.000 24.000 368 0,5.000-24.000 80 0,-2.000 37.000 16 16,2.000-37.000-384-16,-3.000 25.000-80 0,3.000-25.000-16 0,0.000 0.000 0 15,-3.000 29.000-640-15,3.000-29.000-144 0,0.000 0.000-32 0,0.000 31.000 0 16,0.000-31.000-1168-16,0.000 0.000-224 0,0.000 30.000-160 0,0.000-30.000 192 16,0.000 0.000-192-16,0.000 30.000 0 0,0.000-30.000 0 0,3.000 27.000 0 15,-3.000-27.000 0-15,0.000 0.000 0 0,3.000 28.000 0 0,-3.000-28.000 0 16,0.000 0.000-128-16,0.000 0.000 128 0,5.000 26.000-160 0,-5.000-26.000 160 16,0.000 0.000-1344-16,0.000 0.000-192 0,8.000 22.000-16 0,-8.000-22.000-10864 15</inkml:trace>
  <inkml:trace contextRef="#ctx0" brushRef="#br0">20701.000 7584.000 7775 0,'0.000'0.000'160'0,"0.000"0.000"32"0,0.000 0.000 16 0,0.000 0.000 32 0,0.000 0.000-240 0,0.000 0.000 0 16,0.000 0.000 0-16,0.000 0.000 0 0,0.000 0.000 2416 0,-8.000 21.000 432 15,8.000-21.000 96-15,0.000 0.000 0 0,-5.000 18.000-576 0,5.000-18.000-112 16,0.000 0.000-16-16,-4.000 18.000-16 0,4.000-18.000-1328 0,0.000 0.000-272 0,0.000 0.000-48 0,-2.000 24.000-16 16,2.000-24.000-176-16,0.000 0.000-16 0,0.000 0.000-16 0,0.000 24.000 0 15,0.000-24.000-224-15,0.000 0.000-128 0,0.000 0.000 128 0,3.000 22.000-128 16,-3.000-22.000 0-16,0.000 0.000 0 0,0.000 0.000 0 0,0.000 0.000 0 15,5.000 23.000 0-15,-5.000-23.000-160 16,0.000 0.000 160-16,0.000 0.000-208 16,0.000 0.000-800-16,1.000 22.000-144 0,-1.000-22.000-48 0,0.000 0.000 0 15,-1.000 22.000-1424-15,1.000-22.000-304 0</inkml:trace>
  <inkml:trace contextRef="#ctx0" brushRef="#br0">20674.000 7890.000 9215 0,'0.000'0.000'400'0,"0.000"0.000"96"15,0.000 0.000-496-15,0.000 0.000 0 0,0.000 0.000 0 0,0.000 0.000 0 0,0.000 0.000 1168 0,0.000 0.000 144 16,0.000 0.000 32-16,-2.000 21.000 0 0,2.000-21.000 1072 0,0.000 0.000 208 15,0.000 0.000 64-15,0.000 0.000 0 0,0.000 0.000-752 0,0.000 0.000-144 16,0.000 0.000-16-16,0.000 0.000-16 0,0.000 0.000-224 0,0.000 0.000-32 16,0.000 0.000-16-16,0.000 0.000 0 15,0.000 0.000-1312-15,0.000 0.000-176 0</inkml:trace>
  <inkml:trace contextRef="#ctx0" brushRef="#br0">17337.000 7987.000 6447 0,'0.000'0.000'576'0,"0.000"0.000"-576"0,0.000 1.000 0 0,0.000-1.000 0 0,0.000 0.000 1024 0,-1.000 0.000 112 0,1.000 1.000 16 0,-2.000 0.000 0 0,0.000 1.000-320 0,1.000 0.000-48 0,-1.000-1.000-16 0,2.000 0.000 0 0,-2.000 2.000-224 0,2.000-3.000-48 0,0.000 1.000-16 0,-1.000-1.000 0 15,1.000-1.000 304-15,0.000 1.000 64 0,0.000 0.000 16 0,0.000 0.000 0 32,0.000 0.000 80-32,0.000 0.000 16 0,0.000 0.000 0 0,0.000 0.000 0 15,0.000 0.000 192-15,0.000 0.000 64 0,0.000 0.000 0 0,0.000 0.000 0 16,0.000 0.000-320-16,0.000 0.000-48 0,0.000 0.000-16 0,0.000 0.000 0 16,0.000 0.000-448-16,0.000-2.000-112 0,0.000 2.000-16 0,1.000 0.000 0 15,-1.000 2.000-256-15,0.000-2.000 0 0,0.000 1.000-128 0,0.000-1.000 128 16,0.000 0.000-208-16,0.000 0.000 48 0,0.000 0.000 16 0,0.000 0.000 0 0,0.000 0.000-64 0,2.000 0.000-16 15,-2.000-1.000 0-15,2.000 1.000 0 0,-1.000 0.000 48 0,4.000-2.000 16 16,-1.000 2.000 0-16,1.000 0.000 0 0,0.000-1.000 160 0,0.000 1.000 0 16,2.000-1.000 0-16,2.000 0.000-128 15,-9.000 1.000-768-15,0.000 0.000-160 0,0.000 0.000-32 0,43.000-3.000 0 16,-43.000 3.000-656-16,0.000 0.000-144 0</inkml:trace>
  <inkml:trace contextRef="#ctx0" brushRef="#br0">17758.000 7958.000 911 0,'0.000'0.000'0'0,"0.000"0.000"0"0,0.000 0.000 0 0,0.000 0.000 0 16,0.000 0.000 2672-16,0.000 0.000 448 0,0.000 1.000 80 0,0.000-1.000 32 16,0.000 0.000-2480-16,0.000 0.000-496 0,0.000 0.000-112 0,0.000 0.000-16 15,1.000-1.000 0-15,-1.000 1.000-128 0,2.000-1.000 192 0,1.000 0.000-64 16,2.000 1.000-400-16,-2.000-1.000-96 0,5.000 0.000-16 0,-3.000 1.000 0 15,1.000-1.000 384-15,2.000 1.000 0 0,0.000-1.000-144 0,-8.000 1.000 144 0,0.000 0.000 0 0,0.000 0.000-128 16,0.000 0.000 128-16,47.000 5.000 0 0,-47.000-5.000-384 0,0.000 0.000 48 16,0.000 0.000 0-16,0.000 0.000 0 0,57.000 6.000 336 0,-57.000-6.000 0 15,0.000 0.000 0-15,0.000 0.000 0 0,48.000 6.000 0 0,-48.000-6.000 0 16,0.000 0.000 0-16,0.000 0.000 0 0</inkml:trace>
  <inkml:trace contextRef="#ctx0" brushRef="#br0">18063.000 7976.000 2751 0,'0.000'0.000'128'0,"0.000"0.000"16"0,0.000 0.000-144 0,0.000 0.000 0 0,0.000 0.000 0 0,0.000 0.000 0 16,0.000 0.000 864-16,0.000 0.000 144 0,0.000 0.000 16 0,0.000-1.000 16 16,2.000 1.000-592-16,-1.000 0.000-112 0,-1.000 0.000-16 0,3.000-2.000-16 15,1.000 2.000-304-15,-1.000 0.000-144 16,2.000 0.000 16-16,1.000 0.000 0 0,-1.000 0.000 128 0,-5.000 0.000-160 0,0.000 0.000 160 0,0.000 0.000-160 16,0.000 0.000 160-16,46.000 4.000 0 0,-46.000-4.000 0 0,0.000 0.000-128 15,0.000 0.000 128-15,45.000 10.000 0 0</inkml:trace>
  <inkml:trace contextRef="#ctx0" brushRef="#br0">18324.000 7987.000 9215 0,'0.000'0.000'816'0,"0.000"0.000"-656"16,0.000 0.000-160-16,0.000-1.000 0 0,0.000 1.000 768 0,0.000 0.000 128 16,0.000 0.000 32-16,0.000 0.000 0 0,0.000 0.000-96 0,0.000-1.000 0 15,0.000 0.000-16-15,2.000 1.000 0 0,0.000 0.000-816 0,0.000 0.000-304 16,3.000 0.000 16-16,-2.000 0.000 0 0,2.000-1.000 96 0,2.000 1.000 32 15,0.000-2.000 0-15,0.000 1.000 0 16,-7.000 1.000 160-16,0.000 0.000-160 0</inkml:trace>
  <inkml:trace contextRef="#ctx0" brushRef="#br0">18594.000 7957.000 2751 0,'0.000'0.000'128'0,"0.000"0.000"16"0,0.000 0.000-144 0,0.000 0.000 0 15,0.000-1.000 0-15,0.000 1.000 0 0,2.000 0.000 1344 0,-2.000 0.000 256 0,0.000 0.000 32 0,0.000 0.000 16 16,0.000 0.000-560-16,1.000-1.000-128 0,-1.000 1.000 0 0,2.000 0.000-16 16,1.000 0.000-944-16,-1.000-1.000-272 0,3.000 1.000-16 0,-2.000-1.000 0 0,5.000 0.000 144 0,-2.000-2.000 144 31,-6.000 3.000-208-31,0.000 0.000 80 0,0.000 0.000 128 0,42.000-5.000 0 16,-42.000 5.000-144-16,0.000 0.000 144 0,0.000 0.000 0 0,53.000-1.000 0 15,-53.000 1.000 0-15,0.000 0.000 0 0,49.000-3.000 0 0</inkml:trace>
  <inkml:trace contextRef="#ctx0" brushRef="#br0">18938.000 7939.000 6271 0,'0.000'0.000'128'0,"0.000"0.000"48"0,0.000 0.000 0 0,0.000 0.000 0 0,0.000 0.000-176 0,0.000 0.000 0 16,0.000 0.000 0-16,0.000 0.000 0 0,0.000 0.000 1168 0,0.000 0.000 208 0,0.000 1.000 32 0,0.000-1.000 16 16,0.000 0.000-1136-16,2.000 0.000-288 0,-1.000 1.000 0 0,1.000-1.000 0 15,1.000 0.000 0-15,2.000 0.000-272 0,1.000 0.000 48 0,-1.000 0.000 16 16,0.000 0.000-144-16,2.000-1.000-32 0,0.000 0.000 0 0,1.000 0.000 0 31,-8.000 1.000-304-31,0.000 0.000-64 0,0.000 0.000-16 0,0.000 0.000 0 0,42.000 1.000 768 0,-42.000-1.000 0 0,0.000 0.000 0 0,0.000 0.000 0 16,0.000 0.000 0-16,46.000 8.000 0 0,-46.000-8.000 0 0,0.000 0.000 0 15,0.000 0.000 0-15,0.000 0.000 0 0,50.000 4.000 0 0,-50.000-4.000 0 16,0.000 0.000 0-16,0.000 0.000 0 0,37.000-8.000 0 0,-37.000 8.000 0 16</inkml:trace>
  <inkml:trace contextRef="#ctx0" brushRef="#br0">19255.000 7933.000 911 0,'0.000'1.000'0'0,"0.000"-1.000"0"0,0.000 0.000 0 0,0.000 0.000 0 15,0.000 0.000 0-15,0.000 0.000 0 0,0.000 0.000 608 0,0.000 0.000 32 16,2.000-1.000 16-16,-2.000 1.000 0 0,0.000 0.000 384 0,1.000 0.000 80 16,1.000 0.000 16-16,0.000 0.000 0 0,-1.000 0.000-832 0,3.000-1.000-176 15,1.000 0.000-128-15,-1.000 1.000 192 0,-1.000 0.000 64 0,2.000 0.000 0 16,-2.000-1.000 16-16,3.000 1.000 0 0,-1.000 0.000 48 0,-2.000 0.000 0 16,2.000 0.000 0-16,-1.000 1.000 0 0,-1.000-2.000-320 0,3.000 1.000 160 0,-6.000 0.000-160 15,0.000 0.000 128-15,0.000 0.000-128 0,0.000 0.000 0 16,0.000 0.000 0-16,0.000 0.000-176 0,42.000 3.000 176 0,-42.000-3.000 0 0,0.000 0.000 0 0,0.000 0.000 0 15,46.000-3.000 0-15,-46.000 3.000 128 0</inkml:trace>
  <inkml:trace contextRef="#ctx0" brushRef="#br0">19601.000 7927.000 16575 0,'0.000'0.000'1472'0,"0.000"0.000"-1168"15,0.000 0.000-304-15,0.000 0.000 0 0,1.000 0.000 256 0,-1.000 0.000 0 0,0.000-1.000 0 0,0.000 1.000 0 16,0.000 0.000-80-16,3.000-2.000-32 0,-3.000 2.000 0 0,3.000-1.000 0 15,-1.000 0.000 576-15,1.000 0.000 112 0,-1.000 0.000 32 16,3.000 0.000 0-16,0.000 0.000-736 0,-5.000 1.000-128 0,0.000 0.000 0 0,0.000 0.000-128 0,0.000 0.000 128 0,38.000-3.000-160 16,-38.000 3.000 160-16,0.000 0.000-160 15,0.000 0.000 160-15,0.000 0.000 0 0,51.000 3.000 0 0,-51.000-3.000 0 16,0.000 0.000-144-16,0.000 0.000 144 0,48.000-2.000-160 0,-48.000 2.000-8928 16</inkml:trace>
  <inkml:trace contextRef="#ctx0" brushRef="#br0">19967.000 7866.000 17503 0,'0.000'0.000'1552'0,"0.000"0.000"-1232"0,0.000 0.000-320 0,0.000 0.000 0 0,0.000 0.000 1008 0,0.000 0.000 144 15,0.000 0.000 16-15,0.000 0.000 16 0,0.000 0.000-1184 0,0.000 0.000 0 0,1.000 0.000-144 0,-1.000 0.000-16 16,0.000 0.000 736-16,0.000-1.000 160 0,0.000 1.000 32 0,2.000-1.000 0 16,-1.000 1.000-352-16,1.000 0.000-64 0,1.000 0.000-16 0,-1.000 0.000 0 15,-2.000 0.000-336-15,0.000 0.000 0 16,0.000 0.000 0-16,0.000 0.000 0 15,0.000 0.000-672-15,0.000 0.000-48 0,41.000 1.000-16 0,-41.000-1.000 0 0,0.000 0.000-784 0,0.000 0.000-144 0,0.000 0.000-48 0,47.000 3.000-3872 16,-47.000-3.000-784-16</inkml:trace>
  <inkml:trace contextRef="#ctx0" brushRef="#br0">20256.000 7872.000 1199 0,'0.000'0.000'0'0,"2.000"0.000"0"0,-1.000 0.000 0 0,-1.000 0.000 0 0,2.000 1.000 0 0,-2.000-1.000 0 0,3.000 0.000 0 0,1.000 0.000 0 0,-4.000 0.000 240 0,0.000 0.000-64 15,0.000 0.000-16-15,0.000 0.000 0 0,0.000 0.000-160 0,0.000 0.000 192 16,0.000 0.000-192-16,0.000 0.000 192 16,0.000 0.000 448-16,44.000 7.000 80 0,-44.000-7.000 32 0,0.000 0.000 0 0,0.000 0.000-48 0,0.000 0.000-16 15,0.000 0.000 0-15,0.000 0.000 0 16,0.000 0.000-560-16,0.000 0.000-128 0,47.000 11.000 0 0,-47.000-11.000 0 0,0.000 0.000 0 0,0.000 0.000 0 16,0.000 0.000 144-16,41.000-1.000-144 15,-41.000 1.000 0-15,0.000 0.000 0 0,0.000 0.000-192 0,40.000-6.000 64 0,-40.000 6.000 128 0,0.000 0.000 0 0,0.000 0.000 0 0,0.000 0.000 0 16,0.000 0.000-352-16,44.000 1.000 16 0,-44.000-1.000 0 15,0.000 0.000 0 1,0.000 0.000-656-16,0.000 0.000-128 0,0.000 0.000-32 0,0.000 0.000 0 0,0.000 0.000 960 0,0.000 0.000 192 0,0.000 0.000 0 16,0.000 0.000 0-16,0.000 0.000 0 0,0.000 0.000 0 0,43.000 15.000 144 0,-43.000-15.000-144 15,0.000 0.000 0 1,0.000 0.000 128-16,0.000 0.000-128 0,0.000 0.000 0 0,0.000 0.000 0 0,0.000 0.000 0 0,0.000 0.000 0 0,0.000 0.000 0 0,0.000 0.000 128 0,0.000 0.000-128 16,0.000 0.000 128-16,0.000 0.000-128 0,0.000 0.000 1024 0,0.000 0.000 144 31,0.000 0.000 32-31,0.000 0.000 0 0,38.000 2.000 1056 0,-38.000-2.000 224 15,-1.000 0.000 32-15,1.000 0.000 16 0,0.000 0.000-496 0,0.000 0.000-112 16,0.000 0.000 0-16,1.000-2.000-16 0,-1.000 2.000-640 0,0.000 0.000-128 16,-1.000 0.000-32-16,1.000 0.000 0 0,0.000 0.000-640 0,1.000 0.000-128 15,-1.000 0.000-16-15,0.000 0.000-16 0,3.000 0.000-304 0,0.000-1.000-176 16,-1.000 0.000 32-16</inkml:trace>
  <inkml:trace contextRef="#ctx0" brushRef="#br1">17697.000 8795.000 18431 0,'-2.000'0.000'1632'0,"2.000"0.000"-1312"0,0.000 0.000-320 0,0.000 0.000 0 0,0.000-1.000 704 0,-1.000 1.000 80 0,-1.000 0.000 16 0,2.000-1.000 0 0,-3.000 0.000 896 0,1.000-1.000 176 16,2.000 2.000 48-16,-3.000-1.000 0 0,3.000 0.000-496 0,-2.000 1.000-80 0,1.000 0.000-32 0,-1.000 0.000 0 0,2.000 0.000-416 0,0.000 0.000-96 15,0.000 1.000-16-15,0.000 0.000 0 0,-3.000 1.000-560 0,3.000 0.000-224 16,-1.000 1.000 176-16,-1.000 1.000-176 0,0.000 2.000 0 0,-1.000 4.000 0 16,2.000 1.000 0-16,-3.000 3.000 0 0,3.000-1.000-144 0,-1.000 2.000 144 0,0.000 0.000 0 0,2.000 0.000-144 15,0.000 1.000 144-15,0.000-3.000 0 0,0.000-13.000-144 16,0.000 0.000 144-16,7.000 37.000-128 0,-7.000-37.000 128 0,0.000 0.000-160 0,0.000 0.000 160 16,17.000 38.000-160-16,-17.000-38.000 160 0,0.000 0.000-160 0,0.000 0.000 160 15,0.000 0.000-144-15,0.000 0.000 144 0,0.000 0.000-128 0,37.000 35.000 128 16,-29.000-32.000 0-16,-3.000-1.000-160 0,0.000-1.000 160 0,1.000 0.000 0 31,-1.000-1.000 0-31,3.000-1.000 0 0,-3.000 1.000 0 0,1.000-2.000 0 16,2.000-1.000 0-16,0.000-1.000-128 0,-1.000-3.000 128 0,2.000 0.000 0 0,1.000-1.000 288 0,-2.000-2.000 112 15,3.000 0.000 32-15,-1.000-3.000 0 16,-1.000 1.000-160-16,1.000-2.000-16 0,0.000 1.000-16 0,-1.000-1.000 0 16,-1.000 2.000-240-16,-3.000 0.000 128 0,3.000 1.000-128 0,-5.000 1.000 0 0,2.000 1.000 0 15,-4.000 2.000 128-15,1.000-1.000-128 0,0.000 2.000 0 0,-1.000 2.000 0 0,-1.000 0.000 0 16,-1.000 1.000 128-16,1.000 1.000-128 0,-2.000-2.000 0 0,2.000 2.000 144 15,-2.000 0.000-144-15,1.000 0.000 128 0,-1.000-1.000 416 0,-1.000 1.000 80 16,1.000 0.000 16-16,-1.000-1.000 0 0,0.000 0.000-448 0,-2.000-2.000-192 16,2.000 2.000 160-16,-2.000 0.000-160 0,0.000 0.000 192 0,-1.000 0.000-64 15,1.000-1.000-128-15,-1.000 1.000 192 0,1.000-1.000-192 0,0.000 2.000 0 16,-1.000 1.000 0-16,3.000-1.000 0 0,1.000 1.000-240 0,-1.000 0.000-80 16,1.000 1.000-32-16,2.000 0.000 0 15,-3.000 1.000-1136-15,3.000 0.000-240 0,0.000 1.000-32 0,-2.000 2.000-13872 0</inkml:trace>
  <inkml:trace contextRef="#ctx0" brushRef="#br1">18721.000 8783.000 13823 0,'-2.000'-2.000'1216'0,"0.000"0.000"-960"0,2.000 1.000-256 0,0.000 1.000 0 0,0.000 0.000 128 0,-1.000-1.000-128 0,-1.000-1.000 176 0,-1.000-1.000-176 0,0.000-1.000 1488 0,0.000 0.000 192 15,-1.000 1.000 48-15,1.000 0.000 0 0,2.000 1.000 704 0,-3.000 1.000 128 0,4.000 0.000 48 0,-3.000 1.000 0 0,3.000 0.000-1312 0,-3.000 0.000-256 16,2.000 1.000-48-16,-1.000 0.000-16 16,0.000 1.000 0-16,1.000-1.000 0 15,-1.000 1.000 0-15,1.000 1.000 0 0,-1.000 2.000-544 0,0.000 0.000-112 0,-1.000 1.000-32 0,1.000 2.000 0 16,2.000 1.000-288-16,-1.000 1.000 0 0,-1.000 2.000 0 0,2.000-1.000-144 16,0.000-11.000 144-16,0.000 24.000 0 0,0.000-24.000-144 0,0.000 27.000 144 15,0.000-27.000 0-15,3.000 27.000-176 0,-3.000-27.000 176 0,0.000 0.000-128 16,9.000 35.000 128-16,-9.000-35.000 0 0,0.000 0.000-144 0,0.000 0.000 144 15,0.000 0.000 0-15,22.000 42.000-176 0,-22.000-42.000 176 0,0.000 0.000-128 16,0.000 0.000 128-16,0.000 0.000 0 0,0.000 0.000 0 0,43.000 30.000 0 0,-43.000-30.000 0 0,0.000 0.000 0 0,0.000 0.000 0 0,0.000 0.000 0 16,35.000-1.000 0-16,-27.000-2.000 224 0,-3.000-2.000-48 0,3.000 0.000-16 15,0.000-2.000 176 1,0.000-2.000 48-16,-3.000-1.000 0 0,3.000 0.000 0 0,-2.000-1.000-144 0,1.000-1.000-32 0,-3.000-1.000 0 0,1.000 0.000 0 16,0.000 0.000-208-16,1.000 1.000 0 0,-2.000-2.000 0 0,0.000 0.000 0 15,-2.000 2.000 0-15,1.000 1.000 0 0,2.000 0.000 0 0,-2.000 1.000 0 16,0.000 0.000 0-16,1.000 3.000 0 0,-3.000 1.000 0 0,-1.000-1.000 0 15,2.000 2.000 0-15,-4.000 1.000 0 0,2.000 2.000 0 0,0.000-1.000 0 16,0.000 2.000 0-16,-1.000-1.000 0 0,-1.000 0.000 128 0,-1.000 1.000-128 16,1.000 0.000 128-16,-2.000-1.000-128 0,0.000 2.000 176 0,-1.000-1.000-176 0,-1.000 0.000 320 15,-2.000 0.000-32-15,0.000 1.000-16 0,0.000-1.000 0 0,0.000 0.000-272 16,0.000 1.000 0-16,-2.000-2.000 128 0,-1.000 1.000-128 0,2.000 0.000 0 0,-2.000 1.000 0 16,2.000 0.000 0-16,1.000 0.000 0 0,-1.000 0.000 0 0,1.000 0.000 0 15,1.000 0.000 0-15,0.000 0.000-144 16,0.000 2.000-656-16,2.000-1.000-128 0,0.000 1.000-32 0,-1.000 1.000 0 15,3.000 2.000-1040-15,1.000-1.000-224 0</inkml:trace>
  <inkml:trace contextRef="#ctx0" brushRef="#br1">19495.000 8896.000 18431 0,'-2.000'0.000'1632'0,"2.000"0.000"-1312"0,0.000-1.000-320 0,0.000 1.000 0 0,0.000 0.000 384 0,0.000 0.000 0 0,-1.000 0.000 0 0,-1.000 0.000 0 0,2.000-1.000 1024 0,-2.000 1.000 192 0,1.000 1.000 64 0,-1.000 0.000 0 16,0.000 0.000-384-16,2.000 1.000-64 0,0.000 1.000 0 0,-2.000 0.000-16 16,2.000 1.000-992-16,-2.000 2.000-208 0,2.000-1.000 0 0,0.000-1.000 0 0,0.000 1.000 192 0,0.000 0.000 80 15,0.000 0.000 16-15,0.000-1.000 0 0,0.000-4.000 96 0,0.000 0.000 32 16,0.000 0.000 0-16,0.000 0.000 0 0,0.000 0.000-416 0,0.000 0.000 0 15,13.000 33.000 0-15,-13.000-33.000 0 0,0.000 0.000 0 0,0.000 0.000-144 16,0.000 0.000 144-16,0.000 0.000-160 0,0.000 0.000 160 0,33.000 36.000-160 16,-33.000-36.000 160-16,0.000 0.000-160 0,0.000 0.000 160 0,0.000 0.000 0 15,0.000 0.000 0-15,0.000 0.000 0 0,42.000 11.000 192 0,-42.000-11.000 64 16,0.000 0.000 0-16,17.000-7.000 16 16,-12.000 3.000 416-16,0.000-2.000 80 0,2.000-1.000 0 0,0.000-2.000 16 0,0.000-2.000-320 0,-2.000 2.000-64 15,1.000-3.000-16-15,-1.000 0.000 0 0,-2.000-1.000-256 0,0.000 1.000-128 0,1.000-2.000 0 0,-3.000 1.000 128 31,-1.000 0.000-128-31,0.000 1.000 0 0,0.000 0.000 0 0,0.000 2.000 0 0,-1.000 1.000 128 0,-1.000 3.000-128 0,0.000 1.000 0 0,-1.000 0.000 128 16,0.000 2.000 48-16,-2.000 0.000 0 0,2.000-1.000 0 0,0.000 1.000 0 16,-2.000 1.000 400-16,2.000-1.000 64 0,-1.000 2.000 32 0,-2.000-1.000 0 15,1.000 1.000-432-15,1.000-2.000-96 0,-1.000 2.000-16 0,-2.000 0.000 0 16,1.000 1.000-128-16,0.000 0.000 0 0,1.000 0.000 0 0,-2.000 0.000-176 16,3.000 1.000-224-1,-1.000 0.000-48-15,3.000 0.000-16 0,-1.000 2.000 0 16,1.000 0.000-1328-16,2.000 1.000-272 0</inkml:trace>
  <inkml:trace contextRef="#ctx0" brushRef="#br1">20235.000 8867.000 1839 0,'-3.000'0.000'160'0,"-1.000"0.000"-160"0,2.000 0.000 0 0,1.000-1.000 0 0,1.000 1.000 5088 0,0.000 0.000 992 0,0.000 0.000 192 0,0.000 0.000 32 0,-2.000 0.000-4032 0,2.000 0.000-800 15,-2.000 0.000-176-15,2.000 0.000-16 0,-1.000 1.000 592 0,1.000 0.000 128 16,-2.000 0.000 32-16,2.000 0.000 0 0,0.000 1.000-1520 0,0.000-2.000-320 16,0.000 0.000-48-16,0.000 0.000-16 0,0.000 0.000-128 0,0.000 30.000-144 15,0.000-30.000 144-15,0.000 0.000-208 0,-2.000 35.000 208 0,2.000-35.000 0 16,2.000 26.000 0-16,-2.000-26.000 0 0,0.000 0.000-128 0,3.000 37.000 128 15,-3.000-37.000 0-15,0.000 0.000-144 0,0.000 0.000 144 0,11.000 41.000 0 16,-11.000-41.000 0-16,0.000 0.000 0 0,0.000 0.000 0 0,0.000 0.000-160 16,0.000 0.000 160-16,0.000 0.000 0 0,0.000 0.000-160 0,36.000 29.000 160 0,-36.000-29.000-128 0,0.000 0.000 128 15,22.000-7.000 304-15,-14.000-1.000 144 0,3.000 0.000 16 16,-1.000-3.000 16-16,2.000-3.000 16 0,0.000-1.000 0 16,0.000-1.000 0-16,0.000-1.000 0 0,-1.000 1.000-352 0,-3.000 1.000-144 0,0.000 0.000 128 0,-2.000 3.000-128 15,-1.000 0.000 0-15,-3.000 3.000 0 0,-1.000 1.000 0 0,-1.000 2.000 0 16,0.000 1.000 192-16,-3.000 0.000-64 0,1.000 1.000 0 0,-1.000-2.000 0 15,1.000 3.000 272-15,-5.000-1.000 48 0,4.000 0.000 16 0,-4.000 0.000 0 16,2.000 1.000-96-16,-2.000-2.000-32 0,0.000 3.000 0 0,0.000-1.000 0 0,-2.000 0.000-336 16,1.000 1.000 144-16,-2.000 1.000-144 0,1.000 0.000 0 15,-1.000 0.000-144-15,-1.000 2.000-144 0,-2.000 1.000-32 0,-1.000 1.000-12240 16,-1.000 3.000-2464-16</inkml:trace>
  <inkml:trace contextRef="#ctx0" brushRef="#br1">17719.000 9913.000 20271 0,'-3.000'0.000'1792'0,"1.000"0.000"-1424"0,1.000 0.000-368 0,1.000 0.000 0 0,0.000 0.000 352 0,-2.000 1.000 0 0,-1.000 0.000 0 0,0.000 0.000 0 16,-3.000 1.000 1632-16,1.000 1.000 320 0,0.000 2.000 64 0,0.000-1.000 0 15,0.000 4.000-1328-15,1.000-1.000-272 0,0.000 3.000-48 0,1.000-1.000-16 16,0.000 3.000-576-16,1.000-1.000-128 15,-1.000 3.000 0-15,0.000 0.000 0 0,1.000 1.000 0 0,-1.000 1.000 128 0,2.000 0.000-128 0,-1.000 0.000 144 16,2.000 1.000 16-16,0.000-2.000 0 0,3.000 1.000 0 0,0.000-1.000 0 0,-3.000-15.000-160 0,0.000 0.000 128 16,10.000 36.000-128-1,-10.000-36.000 128-15,0.000 0.000-128 0,0.000 0.000-176 0,0.000 0.000 48 0,38.000 29.000 0 0,-38.000-29.000 256 0,0.000 0.000 64 16,0.000 0.000 16-16,45.000-4.000 0 16,-45.000 4.000 176-16,29.000-13.000 16 0,-16.000 4.000 16 0,3.000-3.000 0 0,-3.000-4.000 32 0,1.000-2.000 16 15,2.000-3.000 0-15,-5.000 1.000 0 0,0.000 1.000-80 0,0.000-1.000 0 16,-1.000 0.000-16-16,0.000-2.000 0 0,-4.000 1.000-368 0,2.000 2.000 0 0,-2.000 0.000 0 15,-2.000 1.000 128-15,-3.000 2.000-128 0,1.000 1.000 0 0,-4.000-1.000 0 0,-1.000 1.000 0 32,1.000 2.000 0-32,-5.000-1.000 0 0,0.000 2.000 0 0,1.000 2.000 128 0,-1.000 2.000-128 0,-4.000 2.000 0 15,3.000 2.000 0-15,0.000 2.000 0 0,-2.000-1.000 0 0,1.000 3.000-192 0,-4.000 3.000 64 0,0.000 0.000 0 32,0.000 2.000-320-17,-1.000 1.000-64-15,1.000 4.000-16 0,-1.000-1.000 0 0,1.000 1.000-16 0,0.000 1.000 0 0,4.000 0.000 0 0,-1.000 0.000-9888 16,4.000-1.000-1968-16</inkml:trace>
  <inkml:trace contextRef="#ctx0" brushRef="#br1">18799.000 9917.000 19343 0,'-3.000'-1.000'848'0,"1.000"0.000"192"0,2.000 0.000-832 0,-1.000 0.000-208 0,1.000 1.000 0 0,0.000 0.000 0 0,0.000 0.000 720 0,-2.000-1.000 112 0,2.000 1.000 0 0,-2.000-1.000 16 0,2.000 1.000 1632 0,0.000-1.000 320 0,0.000 1.000 64 0,0.000 0.000 16 16,0.000 1.000-1360-16,0.000-1.000-272 0,0.000 2.000-48 0,0.000 1.000-16 0,0.000 1.000-944 0,0.000 2.000-240 15,-1.000 1.000 0-15,1.000 1.000 0 0,0.000 2.000 0 0,0.000 0.000 0 16,0.000 2.000 0-16,0.000-12.000 0 0,1.000 26.000 0 0,-1.000-26.000-128 15,0.000 0.000 128-15,7.000 36.000 0 0,-7.000-36.000 0 0,0.000 0.000 0 16,14.000 34.000-128-16,-14.000-34.000 128 0,0.000 0.000 0 0,0.000 0.000-192 16,27.000 33.000 192-16,-27.000-33.000-160 0,0.000 0.000 160 0,0.000 0.000-128 0,0.000 0.000 128 15,0.000 0.000-128-15,47.000 20.000 128 0,-47.000-20.000 0 0,0.000 0.000-144 0,0.000 0.000 144 16,33.000-13.000 0-16,-26.000 7.000 0 0,2.000-1.000 192 0,-4.000-4.000-64 16,3.000-1.000 416-16,-3.000-3.000 80 0,1.000 0.000 16 0,-1.000-1.000 0 15,-2.000-1.000-368-15,1.000 0.000-64 0,-3.000 1.000-16 0,1.000 0.000 0 16,-2.000 0.000-192-16,0.000 2.000 176 0,-2.000 0.000-176 0,-1.000 2.000 160 15,1.000 0.000-160-15,-3.000 2.000 0 0,2.000 3.000 144 0,-3.000 0.000-144 16,3.000 2.000 128-16,-2.000 1.000-128 16,-2.000 1.000 160-16,3.000 0.000-160 0,-4.000 2.000 368 0,1.000 0.000-32 0,1.000 1.000 0 0,-2.000 0.000 0 15,3.000 1.000-336-15,-3.000 1.000 0 0,0.000 0.000 0 0,-1.000 0.000 0 16,2.000 2.000-320-16,1.000-1.000-64 0,0.000 0.000-32 0,1.000 0.000-11568 16,1.000 0.000-2320-1</inkml:trace>
  <inkml:trace contextRef="#ctx0" brushRef="#br1">19617.000 9895.000 14735 0,'0.000'0.000'640'0,"0.000"0.000"160"0,0.000 0.000-640 0,0.000 0.000-160 0,0.000 0.000 0 0,0.000 0.000 0 0,0.000 0.000 240 0,0.000 0.000 16 0,0.000 1.000 0 0,1.000-1.000 0 0,-1.000 3.000 2016 0,0.000-1.000 416 0,-1.000 2.000 64 0,1.000 1.000 32 0,-2.000 1.000-1184 0,2.000 2.000-224 15,-2.000 0.000-48-15,2.000-8.000-16 0,0.000 17.000-576 0,0.000-17.000-112 16,0.000 0.000-32-16,2.000 27.000 0 0,-2.000-27.000-240 0,0.000 0.000-48 16,0.000 0.000-16-16,8.000 32.000 0 0,-8.000-32.000-288 0,0.000 0.000 0 15,0.000 0.000 0-15,0.000 0.000 0 0,0.000 0.000 0 0,0.000 0.000 0 0,22.000 35.000 0 0,-22.000-35.000 0 16,0.000 0.000-144-16,0.000 0.000 144 0,0.000 0.000-128 0,0.000 0.000 128 15,0.000 0.000 0-15,37.000-5.000 304 0,-29.000-1.000-48 0,3.000-2.000-16 16,-1.000-3.000 368-16,1.000 0.000 80 0,0.000-1.000 16 0,-1.000-1.000 0 16,1.000-3.000-400-16,-1.000 0.000-80 0,-1.000 1.000-16 0,-2.000 0.000 0 15,-1.000 0.000-208-15,-3.000 0.000 0 0,-1.000 1.000 0 0,-2.000 0.000 0 16,0.000-1.000 128-16,-2.000 1.000-128 0,-1.000-1.000 0 0,-2.000 1.000 0 16,0.000 2.000 0-16,-1.000 1.000 0 0,0.000 3.000 0 0,-1.000 2.000 0 0,-1.000 3.000 128 15,0.000 0.000-128-15,2.000 2.000 0 0,-2.000 1.000 0 0,-2.000 2.000 128 0,2.000 0.000-128 16,0.000 2.000 0-16,0.000 0.000 0 0,-1.000 1.000 176 0,-1.000 2.000-176 15,2.000-1.000 192-15,0.000 0.000-192 0,0.000 2.000 0 0,2.000-1.000-304 16,1.000 0.000 48-16,0.000 0.000-16416 16</inkml:trace>
  <inkml:trace contextRef="#ctx0" brushRef="#br1">20403.000 9858.000 22111 0,'-5.000'0.000'976'0,"1.000"0.000"208"0,3.000 0.000-944 0,-1.000-1.000-240 0,2.000 1.000 0 0,0.000 0.000 0 0,0.000 0.000 1424 0,0.000 0.000 240 0,-2.000 1.000 64 0,2.000 0.000 0 0,-3.000 1.000 0 0,3.000 1.000 0 15,-2.000 2.000 0-15,2.000 1.000 0 0,-1.000 2.000-1280 0,-1.000 1.000-240 16,2.000-9.000-48-16,0.000 22.000-16 0,0.000-22.000-16 0,0.000 26.000-128 16,0.000-26.000 192-16,3.000 28.000-64 0,-3.000-28.000 128 0,4.000 28.000 0 15,-4.000-28.000 16-15,0.000 0.000 0 0,10.000 32.000-272 0,-10.000-32.000 128 16,0.000 0.000-128-16,0.000 0.000 0 0,0.000 0.000 0 0,0.000 0.000 0 15,0.000 0.000 0-15,0.000 0.000 0 0,33.000 29.000 128 0,-33.000-29.000 32 16,0.000 0.000 0-16,19.000-12.000 0 0,-11.000 3.000 304 0,0.000-2.000 64 16,3.000-3.000 16-16,0.000-2.000 0 0,2.000-1.000-288 0,-3.000-1.000-64 0,2.000 1.000-16 0,-3.000 0.000 0 15,-3.000 0.000-176-15,2.000 0.000 0 0,-3.000 2.000 0 0,-4.000 0.000 0 16,1.000 0.000 144-16,-4.000 3.000-144 0,1.000 1.000 160 0,-3.000 3.000-160 16,-2.000 1.000 304-16,-2.000 1.000-48 0,0.000 0.000 0 0,-3.000 2.000 0 15,-2.000 1.000 128-15,-1.000 2.000 32 0,-1.000 1.000 0 0,-2.000 2.000 0 16,-2.000 3.000-416-16,-4.000 4.000-144 0,-1.000 1.000 0 0,-3.000 4.000 0 15,-2.000 2.000-560-15,-6.000 4.000-96 16</inkml:trace>
  <inkml:trace contextRef="#ctx0" brushRef="#br1">17684.000 10822.000 21183 0,'0.000'0.000'1888'0,"-2.000"1.000"-1504"0,2.000-1.000-384 0,0.000 0.000 0 0,0.000 1.000 0 0,0.000 0.000-240 0,0.000 1.000 48 0,-1.000 2.000 0 0,-1.000 4.000 432 0,-1.000 1.000 80 0,3.000 2.000 32 0,0.000 4.000 0 15,0.000 2.000 816-15,0.000 1.000 176 0,3.000 0.000 16 0,-3.000 3.000 16 16,2.000 2.000-416-16,-1.000 0.000-64 0,1.000-1.000-32 0,1.000-1.000 0 15,2.000-1.000-16-15,-5.000-20.000 0 0,11.000 34.000 0 0,-11.000-34.000 0 16,0.000 0.000-640-16,24.000 42.000-208 0,-24.000-42.000 128 0,0.000 0.000-128 16,0.000 0.000 0-16,37.000 28.000 0 0,-37.000-28.000-128 0,0.000 0.000 128 15,0.000 0.000 0-15,43.000 1.000 256 0,-43.000-1.000-16 0,26.000-11.000-16 16,-26.000 11.000 288-16,24.000-18.000 64 0,-10.000 5.000 16 0,-3.000-2.000 0 0,-1.000-2.000 128 16,1.000-2.000 32-16,-3.000-1.000 0 0,0.000-2.000 0 0,-1.000 2.000-432 0,-3.000-1.000-64 15,1.000-1.000-32-15,-3.000 2.000 0 16,-2.000 1.000-224-16,0.000 4.000 176 0,0.000 0.000-176 0,-2.000 1.000 160 0,-3.000 1.000-16 0,1.000-1.000 0 15,-3.000 2.000 0-15,-1.000 0.000 0 0,0.000 2.000 0 0,0.000 0.000 0 16,0.000 2.000 0-16,0.000 1.000 0 0,0.000 2.000-144 0,0.000 1.000 0 16,0.000 1.000 0-16,2.000 2.000 0 0,-2.000 1.000 128 0,0.000 0.000-128 15,1.000 3.000 0-15,-2.000 1.000 128 16,2.000 0.000-656-16,1.000 1.000-144 0,1.000 2.000-32 0,-1.000-1.000-10944 16,1.000 2.000-2208-16</inkml:trace>
  <inkml:trace contextRef="#ctx0" brushRef="#br1">18924.000 10890.000 29487 0,'-2.000'1.000'2624'0,"1.000"0.000"-2112"0,-1.000 0.000-512 0,0.000 0.000 0 0,2.000 0.000 912 0,-1.000-1.000 80 0,1.000 2.000 16 0,-2.000 0.000 0 0,-1.000 2.000-768 0,1.000 3.000-240 0,-1.000 0.000 128 0,0.000 1.000-128 16,2.000 2.000 736-16,-1.000 0.000 96 0,2.000-1.000 0 0,0.000 3.000 16 16,0.000-2.000-576-16,0.000 3.000-112 0,0.000-13.000-32 0,6.000 27.000 0 15,-6.000-27.000-128-15,0.000 0.000 0 16,11.000 37.000 0-16,-11.000-37.000 0 0,0.000 0.000 0 0,0.000 0.000-144 0,21.000 31.000 144 0,-21.000-31.000 0 0,0.000 0.000 0 0,0.000 0.000-128 31,0.000 0.000 128-31,0.000 0.000 0 0,0.000 0.000 128 0,45.000 5.000 96 16,-45.000-5.000 16-16,16.000-12.000 0 0,-7.000 2.000-16 0,0.000-2.000 0 15,0.000-3.000 0-15,-1.000-1.000 0 0,0.000 0.000-48 0,-3.000-2.000-16 16,1.000 1.000 0-16,-3.000 2.000 0 0,-1.000-1.000-160 0,0.000 2.000 0 16,-4.000 1.000 0-16,-1.000 0.000 128 0,1.000 2.000 64 0,-4.000-1.000 16 15,3.000 1.000 0-15,-4.000-1.000 0 0,1.000 3.000 16 0,-2.000-3.000 0 16,2.000 2.000 0-16,-3.000 0.000 0 0,3.000-1.000-224 0,-3.000 2.000 0 0,2.000 1.000 128 15,-1.000 2.000-128-15,2.000 2.000 0 0,1.000 1.000 0 16,0.000 2.000 0-16,0.000 1.000 0 0,-1.000 1.000-304 0,3.000-1.000-48 16,0.000 1.000-16-16,1.000 1.000 0 15,0.000 1.000-1424-15,2.000 2.000-272 0</inkml:trace>
  <inkml:trace contextRef="#ctx0" brushRef="#br1">19631.000 10815.000 19343 0,'-5.000'0.000'848'0,"5.000"0.000"192"0,-1.000 0.000-832 0,1.000 0.000-208 0,0.000 0.000 0 0,-2.000 0.000 0 16,2.000 1.000 896-16,0.000 0.000 128 0,0.000 1.000 16 0,0.000 1.000 16 0,0.000 2.000 96 0,0.000 1.000 0 0,0.000-6.000 16 0,2.000 19.000 0 0,-2.000-19.000-400 0,4.000 25.000-64 0,-4.000-25.000-32 0,5.000 32.000 0 16,-5.000-32.000-304-16,5.000 34.000-64 0,-5.000-34.000-16 0,8.000 35.000 0 15,-8.000-35.000-96-15,11.000 33.000-32 16,-11.000-33.000 0-16,0.000 0.000 0 0,19.000 36.000-160 0,-19.000-36.000 0 0,0.000 0.000 0 0,0.000 0.000 0 15,34.000 27.000 0-15,-34.000-27.000 0 0,0.000 0.000 0 0,0.000 0.000-176 16,41.000-4.000 368-16,-41.000 4.000 64 0,23.000-16.000 0 0,-12.000 1.000 16 16,2.000-1.000 432-16,-2.000-4.000 64 0,0.000-2.000 32 0,-3.000-1.000 0 15,0.000 1.000-528-15,2.000 0.000-96 16,-7.000 1.000-32-16,3.000-1.000 0 0,-4.000 2.000-144 0,0.000 1.000 192 0,-2.000 1.000-192 0,-2.000 2.000 192 16,2.000 2.000 176-16,-2.000 3.000 32 0,-1.000 1.000 16 0,0.000 3.000 0 15,0.000 2.000 96-15,-3.000 1.000 0 0,2.000 1.000 16 0,-2.000 1.000 0 16,3.000 1.000 16-16,-2.000 1.000 0 0,-1.000 1.000 0 0,-1.000 0.000 0 0,2.000 1.000-368 0,0.000 1.000-176 15,-2.000 1.000 160-15,0.000 2.000-160 16,-1.000 2.000-144-16,0.000-1.000-128 0,2.000 1.000-32 0,-1.000 0.000 0 16,2.000-1.000-656-1,2.000-1.000-144-15,0.000 0.000-32 0,3.000 1.000-15696 0</inkml:trace>
  <inkml:trace contextRef="#ctx0" brushRef="#br1">20455.000 10743.000 11967 0,'-2.000'1.000'1072'0,"0.000"-1.000"-864"0,2.000 0.000-208 0,0.000 0.000 0 0,0.000 0.000 560 0,0.000 0.000 64 0,0.000 0.000 16 0,-1.000 5.000 0 0,-1.000-2.000 1040 0,2.000 1.000 224 15,-2.000 1.000 32-15,2.000 1.000 16 0,0.000-6.000-256 0,0.000 0.000-48 0,0.000 23.000-16 0,0.000-23.000 0 16,0.000 20.000 496-16,0.000-20.000 112 0,4.000 25.000 0 0,-4.000-25.000 16 31,5.000 30.000-2256-31,-5.000-30.000-544 0,6.000 32.000-64 0,-6.000-32.000-16 0,9.000 28.000 624 0,-9.000-28.000 256 0,0.000 0.000 0 0,15.000 37.000-16 16,-15.000-37.000-240-16,0.000 0.000 0 0,0.000 0.000 0 0,29.000 27.000 0 15,-29.000-27.000 0-15,0.000 0.000 0 0,0.000 0.000 0 0,0.000 0.000 0 16,48.000-4.000 576-16,-48.000 4.000 112 0,21.000-20.000 16 0,-12.000 7.000 16 16,1.000-1.000-208-16,-4.000-2.000-32 0,2.000-1.000-16 0,-3.000 0.000 0 0,-2.000 1.000-272 0,-1.000-1.000-64 0,-2.000 3.000-128 15,-2.000-2.000 192 1,-1.000 2.000 0-16,-2.000 0.000 0 0,-3.000 1.000 0 0,-1.000 0.000 0 16,-4.000 1.000-48-16,-2.000 1.000-16 0,-2.000 0.000 0 0,-4.000 4.000 0 15,-1.000 3.000-128-15,-2.000 3.000 128 0,-2.000 4.000-128 0,-1.000 3.000 128 0,1.000 4.000-128 16,-6.000 5.000-272-16,-8.000 8.000 64 0,-3.000 4.000-17344 15</inkml:trace>
  <inkml:trace contextRef="#ctx0" brushRef="#br1">18044.000 12140.000 29487 0,'-2.000'-1.000'2624'0,"-1.000"0.000"-2112"0,3.000 1.000-512 0,0.000 0.000 0 0,-3.000 0.000 144 0,3.000-1.000-144 0,-3.000 0.000 0 0,-4.000-2.000 144 0,1.000 1.000-16 0,-3.000-1.000 0 0,0.000 0.000 0 0,1.000 2.000 0 0,-1.000-1.000 1216 0,2.000 1.000 224 0,-1.000 1.000 48 0,2.000-1.000 16 16,0.000 2.000-432-16,1.000 0.000-96 0,0.000 1.000-16 0,0.000 0.000 0 15,-1.000 0.000-624-15,3.000 2.000-128 0,-1.000 2.000-16 0,1.000 0.000-16 16,0.000 2.000-304-16,1.000 2.000 128 15,-1.000 1.000-128-15,0.000 4.000 0 0,3.000-1.000 0 0,0.000 2.000 0 0,0.000 4.000 0 0,0.000-1.000 0 16,3.000-1.000 0-16,0.000 0.000 0 0,-3.000-18.000 0 0,5.000 29.000 0 0,-5.000-29.000 0 16,0.000 0.000 0-16,0.000 0.000 0 0,19.000 35.000-144 0,-19.000-35.000 144 15,0.000 0.000 0-15,0.000 0.000 0 0,0.000 0.000 0 0,0.000 0.000 0 0,0.000 0.000-128 16,0.000 0.000 128-16,42.000 14.000 0 0,-42.000-14.000 0 0,0.000 0.000 0 16,0.000 0.000 0-16,24.000-17.000 0 15,-18.000 8.000 0-15,1.000-3.000 0 0,-1.000-2.000 0 0,-1.000-3.000 0 16,1.000 2.000 0-16,-4.000-1.000 0 0,3.000 1.000 0 0,-2.000-5.000 128 15,0.000-4.000-128-15,1.000-1.000 0 0,-3.000 2.000 0 0,2.000 3.000 0 16,-3.000 3.000 0-16,-3.000 4.000 0 0,3.000 2.000 0 0,-3.000 2.000 128 16,1.000 3.000-128-16,-1.000 0.000 0 0,1.000 2.000 0 0,-1.000 2.000 0 0,0.000 0.000 0 15,1.000 0.000 0-15,-4.000 1.000 0 0,3.000 0.000 128 16,1.000 0.000-128-16,-1.000 1.000 0 0,-2.000-1.000 0 0,2.000 1.000 128 0,-2.000 0.000-128 0,-1.000 1.000 0 16,3.000-1.000 0-16,-1.000 1.000 0 15,-1.000-1.000-256-15,2.000 0.000-128 0,-3.000 0.000-32 16,3.000 0.000-11584-16,1.000-1.000-2320 0</inkml:trace>
  <inkml:trace contextRef="#ctx0" brushRef="#br1">19068.000 12089.000 14735 0,'0.000'1.000'1312'0,"0.000"-1.000"-1056"0,0.000 0.000-256 0,0.000 0.000 0 0,0.000 1.000 2080 0,0.000-1.000 352 0,0.000 1.000 80 0,0.000 1.000 16 0,0.000 0.000-1488 0,0.000 2.000-288 0,-2.000 3.000-64 0,2.000 3.000-16 15,-1.000 2.000 832-15,1.000 2.000 160 0,-2.000 1.000 48 0,2.000 1.000 0 16,0.000 2.000-560-16,2.000 1.000-96 0,-1.000 2.000-32 0,1.000-1.000 0 16,1.000 2.000-592-16,2.000-3.000-128 0,-5.000-19.000-32 0,9.000 32.000 0 0,-9.000-32.000-112 0,9.000 25.000-32 15,-9.000-25.000 0-15,0.000 0.000 0 16,0.000 0.000-128-16,0.000 0.000 0 0,0.000 0.000-160 0,0.000 0.000 160 15,0.000 0.000 0-15,39.000 18.000 0 0,-39.000-18.000 176 0,0.000 0.000-48 16,18.000-22.000 0-16,-12.000 8.000 16 0,-1.000-5.000 0 0,3.000-3.000 0 0,-2.000-4.000-16 0,1.000-1.000-128 16,-2.000 0.000 192-16,1.000 0.000-64 0,-3.000 3.000-128 15,0.000 0.000 0-15,-3.000 3.000 0 0,-3.000 1.000 0 0,0.000 2.000 0 0,-1.000 2.000 0 16,-1.000 4.000 0-16,-2.000 1.000 0 0,2.000 3.000 128 0,-1.000 3.000-128 16,0.000 1.000 128-16,1.000 1.000-128 0,0.000 1.000 400 0,0.000 0.000 0 15,-3.000 2.000 0-15,3.000 0.000 0 0,0.000 2.000-256 0,-1.000 0.000-144 16,0.000 1.000 160-16,1.000 0.000-160 15,0.000 1.000-640-15,0.000 1.000-208 0,-1.000 0.000-48 0,1.000 3.000-16 16,4.000-1.000-1024-16,-1.000 2.000-208 0</inkml:trace>
  <inkml:trace contextRef="#ctx0" brushRef="#br1">19887.000 12058.000 31327 0,'-3.000'1.000'1392'0,"1.000"-1.000"272"0,0.000 1.000-1328 0,1.000-1.000-336 0,-1.000 1.000 0 0,2.000-1.000 0 0,0.000 1.000 128 0,-1.000 2.000-128 0,-1.000 0.000 128 0,0.000 1.000-128 0,-1.000 3.000 0 0,-1.000 3.000 0 0,0.000-1.000 0 0,1.000 2.000 0 0,0.000 1.000 704 16,1.000 1.000 128-16,-1.000 1.000 32 0,3.000 1.000 0 0,0.000 0.000-64 0,-2.000 0.000-16 0,4.000 1.000 0 0,-2.000 1.000 0 16,3.000 1.000-544-16,-1.000 0.000-112 0,-1.000-3.000-128 0,-1.000-15.000 176 15,7.000 24.000-176-15,-7.000-24.000 0 0,0.000 0.000 0 0,11.000 24.000 0 16,-11.000-24.000 0-16,0.000 0.000 0 0,0.000 0.000 0 0,0.000 0.000 0 15,0.000 0.000 0-15,0.000 0.000 0 0,0.000 0.000 0 0,0.000 0.000 0 16,40.000-6.000 0-16,-40.000 6.000-304 0,14.000-25.000 48 0,-7.000 4.000 16 16,2.000-3.000-80-16,-2.000-1.000 0 0,-1.000-1.000-16 0,-1.000 0.000 0 15,1.000 1.000 176-15,-3.000-1.000 160 0,-1.000 2.000-208 0,0.000 2.000 80 16,-1.000 2.000-160-16,-1.000 5.000-32 0,-1.000 1.000 0 0,-3.000 5.000 0 16,1.000 1.000 320-16,0.000 3.000 0 15,-1.000 1.000 0-15,0.000 2.000 0 0,-1.000 1.000 640 0,-1.000 0.000 224 16,1.000 2.000 48-16,-1.000 1.000 16 0,1.000 0.000-288 0,-2.000 1.000-48 0,1.000 2.000-16 0,-2.000 0.000 0 15,2.000 3.000-720-15,-2.000-1.000-160 0,0.000 0.000-16 0,3.000 2.000-16 32,0.000-1.000-560-32,-1.000-1.000-96 0,1.000 3.000-32 0,2.000-2.000-9728 0,1.000 0.000-1936 0</inkml:trace>
  <inkml:trace contextRef="#ctx0" brushRef="#br1">20348.000 11958.000 30399 0,'0.000'0.000'1344'0,"0.000"0.000"288"0,0.000 0.000-1312 0,0.000 0.000-320 0,0.000 0.000 0 0,0.000 0.000 0 16,0.000 0.000-976-16,0.000 0.000-272 0,0.000 0.000-48 0,0.000 0.000-16 0,0.000 0.000 352 0,0.000 0.000 64 0,19.000 25.000 0 0,-19.000-25.000 16 15,0.000 0.000 1008-15,9.000 24.000 192 0,-9.000-24.000 32 0,3.000 19.000 16 16,-3.000-19.000 960-16,2.000 22.000 192 0,-2.000-22.000 32 0,3.000 25.000 16 15,-3.000-25.000-800-15,5.000 27.000-176 16,-5.000-27.000-16-16,5.000 28.000-16 0,-5.000-28.000-432 0,8.000 29.000-128 16,-8.000-29.000 0-16,6.000 29.000 0 0,-6.000-29.000 208 0,0.000 0.000-64 15,14.000 29.000-16-15,-14.000-29.000 0 0,0.000 0.000 128 0,0.000 0.000 0 16,34.000 27.000 16-16,-34.000-27.000 0 0,0.000 0.000-272 0,0.000 0.000 160 0,0.000 0.000-160 0,42.000-15.000 128 16,-42.000 15.000 512-16,14.000-25.000 80 0,-6.000 11.000 32 0,0.000-3.000 0 15,-1.000-3.000-352-15,2.000 1.000-64 0,-2.000 2.000-16 0,-1.000 0.000 0 0,-1.000 1.000-192 0,1.000 2.000-128 16,-6.000 14.000 128-16,5.000-23.000-128 0,-2.000 10.000 0 0,-1.000 1.000 0 15,1.000 0.000 0-15,-3.000 1.000 128 0,0.000 1.000-128 0,-1.000 1.000 0 16,-3.000 2.000 0-16,1.000-1.000 0 16,0.000 1.000 320-16,-3.000 2.000-16 0,1.000 0.000 0 0,-2.000 0.000 0 0,-1.000 1.000-304 0,-3.000 2.000 128 0,1.000 0.000-128 0,-4.000 0.000 0 31,1.000 1.000-272-31,-1.000 0.000-176 0,-2.000-1.000-16 0,-2.000-1.000-16288 0</inkml:trace>
  <inkml:trace contextRef="#ctx0" brushRef="#br1">17305.000 8447.000 11055 0,'-2.000'0.000'976'0,"2.000"0.000"-784"0,-1.000 0.000-192 0,-1.000 0.000 0 0,2.000-1.000 288 0,0.000 1.000 16 0,0.000 0.000 0 0,0.000 0.000 0 0,0.000 0.000 784 0,-2.000-1.000 144 16,2.000 1.000 48-16,0.000-1.000 0 0,0.000 1.000 64 0,0.000-1.000 32 15,0.000 0.000 0-15,0.000 0.000 0 0,2.000 0.000-1040 0,0.000-1.000-208 0,-1.000 0.000-128 16,1.000 0.000 160-16,3.000-2.000-160 0,-2.000 2.000 0 16,1.000-1.000 0-16,1.000 0.000 0 0,0.000 1.000-192 0,0.000 0.000 192 15,0.000 0.000-160-15,1.000-1.000 160 0,1.000 0.000-128 0,-1.000-1.000 128 0,5.000 0.000 0 0,-1.000-2.000-144 0,2.000 1.000 144 0,-2.000 0.000 0 16,2.000 0.000 0-16,0.000 0.000-128 16,4.000-2.000-384-16,-1.000 0.000-64 0</inkml:trace>
  <inkml:trace contextRef="#ctx0" brushRef="#br1">17607.000 8368.000 11967 0,'0.000'0.000'1072'0,"0.000"0.000"-864"0,0.000 0.000-208 0,-3.000 0.000 0 15,3.000 0.000 384-15,0.000 0.000 48 0,0.000 0.000 0 0,0.000 0.000 0 16,0.000 0.000 16-16,0.000 0.000 0 0,0.000 0.000 0 0,0.000 0.000 0 16,3.000 1.000-80-16,-3.000-1.000-16 0,3.000 0.000 0 0,-1.000 1.000 0 31,3.000 1.000-352-31,0.000-1.000-320 0,1.000 0.000 64 0,2.000-1.000 16 0,-1.000 1.000 240 0,1.000-2.000-176 15,3.000 0.000 176-15,0.000 0.000-6912 0</inkml:trace>
  <inkml:trace contextRef="#ctx0" brushRef="#br1">17884.000 8332.000 1839 0,'2.000'1.000'0'0,"-1.000"-1.000"160"0,-1.000 0.000-160 0,0.000 0.000 0 16,0.000 0.000 0-16,0.000 2.000 0 0,2.000-2.000 1088 0,-2.000 0.000 192 15,3.000 1.000 48-15,0.000 0.000 0 0,2.000-1.000-336 0,0.000 1.000-64 16,1.000-1.000-16-16,-1.000 1.000 0 0,3.000-1.000-784 0,-2.000-1.000-128 16,4.000 1.000 0-16,1.000-1.000-176 0,-1.000 0.000 176 0,-10.000 1.000 0 15,0.000 0.000-144-15,38.000 0.000 144 0,-38.000 0.000-176 0,0.000 0.000 48 16,51.000 1.000 0-16,-51.000-1.000 0 0,0.000 0.000 128 0,55.000 4.000 0 0</inkml:trace>
  <inkml:trace contextRef="#ctx0" brushRef="#br1">18376.000 8349.000 15663 0,'-2.000'1.000'688'0,"0.000"-1.000"144"0,2.000 2.000-656 0,0.000-2.000-176 0,0.000 0.000 0 0,0.000 0.000 0 15,0.000 0.000 176-15,0.000 0.000 0 0,0.000 0.000 0 0,0.000 0.000 0 16,0.000 1.000 704-16,0.000-1.000 144 0,0.000 0.000 16 0,2.000 0.000 16 16,0.000 0.000-288-16,0.000-1.000-48 0,1.000 0.000-16 0,2.000-1.000 0 15,2.000 1.000-704-15,2.000 0.000-128 0,-1.000 1.000-48 0,2.000-1.000 0 16,1.000 1.000-544-16,-11.000 0.000-112 0</inkml:trace>
  <inkml:trace contextRef="#ctx0" brushRef="#br1">18668.000 8351.000 23039 0,'-2.000'1.000'2048'0,"-1.000"0.000"-1648"16,3.000 0.000-400-16,0.000-1.000 0 15,0.000 0.000 192-15,-1.000 0.000-32 0,-1.000 1.000-16 0,2.000 1.000 0 0,-2.000 1.000 176 0,1.000-2.000 16 16,-1.000 1.000 16-16,2.000-1.000 0 0,-1.000-1.000 480 0,1.000 0.000 112 15,0.000 0.000 16-15,1.000 0.000 0 16,2.000 0.000-1120-16,-1.000 0.000-224 0,4.000-2.000-32 0,1.000 0.000-16 16,-1.000-1.000-944-16,5.000 1.000-192 0,-11.000 2.000-32 0,0.000 0.000-8672 0</inkml:trace>
  <inkml:trace contextRef="#ctx0" brushRef="#br1">19026.000 8374.000 20271 0,'0.000'1.000'1792'0,"0.000"-1.000"-1424"16,0.000 0.000-368-16,0.000 0.000 0 0,0.000 0.000 0 0,0.000 0.000-208 0,-3.000 0.000 16 0,3.000 0.000 16 31,0.000 0.000-272-31,0.000 0.000-48 0,3.000 0.000-16 0,0.000 0.000 0 0,-1.000-1.000 144 0,3.000-1.000 32 0,1.000 0.000 0 0,2.000-1.000 0 16,0.000-1.000-240-16,2.000 0.000-32 0,-1.000-1.000-16 0,1.000 1.000-3920 15,4.000 0.000-768-15</inkml:trace>
  <inkml:trace contextRef="#ctx0" brushRef="#br1">19322.000 8359.000 20271 0,'0.000'1.000'896'0,"0.000"-1.000"192"0,0.000 0.000-880 0,0.000 0.000-208 0,0.000 0.000 0 0,0.000 0.000 0 0,0.000 0.000 0 0,0.000 1.000 0 0,0.000 0.000 128 16,0.000 0.000-128-16,0.000 0.000 640 0,2.000 1.000 96 15,-1.000 0.000 16-15,-1.000 0.000 0 0,2.000 0.000 16 0,1.000 0.000 16 16,-1.000 0.000 0-16,3.000 0.000 0 0,-5.000-2.000-784 0,0.000 0.000 0 15,0.000 0.000-192-15,0.000 0.000 48 0,0.000 0.000 144 0,43.000 10.000-128 16,-43.000-10.000 128-16,0.000 0.000-128 16,38.000-3.000-656-16,-38.000 3.000-128 0,0.000 0.000-32 0,41.000-2.000-5952 15,-41.000 2.000-1184-15</inkml:trace>
  <inkml:trace contextRef="#ctx0" brushRef="#br1">19685.000 8408.000 5807 0,'0.000'0.000'128'0,"0.000"0.000"16"0,0.000 0.000 16 0,0.000 0.000 16 0,0.000 0.000-176 0,0.000 0.000 0 0,0.000 0.000 0 0,0.000 0.000 0 15,0.000 0.000 3136-15,0.000 0.000 576 0,0.000 0.000 128 0,0.000 0.000 32 0,0.000 0.000-1920 0,0.000 0.000-384 16,0.000 0.000-80-16,0.000 0.000-16 0,0.000 0.000-1152 0,0.000 0.000-320 16,43.000 28.000 128-16,-43.000-28.000-128 0,0.000 0.000 0 0,0.000 0.000-240 15,0.000 0.000 48-15,41.000-4.000 16 0,-41.000 4.000 176 0,0.000 0.000-192 16,35.000-10.000 192-16,-35.000 10.000-192 16,25.000-6.000-736-16,-25.000 6.000-160 0,27.000-6.000-16 0,-27.000 6.000-16 0,24.000-7.000 624 0,-24.000 7.000 128 0,21.000-5.000 32 15,-11.000 2.000 0-15,-10.000 3.000 96 0,22.000-6.000 32 0,-22.000 6.000 0 0,26.000-6.000 0 16,-26.000 6.000 208-16,0.000 0.000 0 0,38.000-6.000 0 0,-38.000 6.000 0 15,0.000 0.000 0-15,32.000-3.000 0 0,-32.000 3.000 0 0,0.000 0.000 0 16,0.000 0.000 0-16,0.000 0.000 160 0,37.000-1.000-160 0,-37.000 1.000 128 16,0.000 0.000 16-16,0.000 0.000 0 0,0.000 0.000 0 0,0.000 0.000 0 31,0.000 0.000 240-31,0.000 0.000 64 0,40.000 4.000 0 0,-40.000-4.000 0 16,0.000 0.000-256-16,0.000 0.000-64 0,40.000 2.000 0 0,-40.000-2.000 0 15,0.000 0.000-128-15,41.000 1.000 0 0,-41.000-1.000 0 0,0.000 0.000 0 0,39.000 1.000 0 16,-39.000-1.000-144-16,0.000 0.000 144 0,43.000-1.000 0 0,-43.000 1.000-240 0,0.000 0.000 64 15,38.000 0.000 16-15,-38.000 0.000 0 16,0.000 0.000-1376-16,34.000-4.000-256 0,-34.000 4.000-64 0,26.000-5.000-16 16,-26.000 5.000 816-16,27.000-6.000 160 0,-27.000 6.000 48 0,0.000 0.000 0 0,30.000-4.000 592 0,-30.000 4.000 112 15,0.000 0.000 144-15,42.000-6.000-208 0,-42.000 6.000 208 0,0.000 0.000 0 16,43.000 0.000-160-16,-43.000 0.000 160 0,0.000 0.000 0 0,0.000 0.000 0 16,38.000 5.000 0-16,-38.000-5.000 0 0,0.000 0.000 0 0,0.000 0.000 0 0,0.000 0.000 0 15,0.000 0.000 0-15,0.000 0.000 192 0,0.000 0.000-64 0,0.000 0.000 0 0,0.000 0.000 0 16,0.000 0.000 1632-16,0.000 0.000 320 15,0.000 0.000 64-15,0.000 0.000 16 0,0.000 0.000-160 0,0.000 0.000-16 16,0.000 0.000-16-16,0.000 0.000 0 0,0.000 0.000-1552 0,0.000 0.000-416 0,0.000 0.000 128 0,0.000 0.000-128 16,0.000 0.000 0-16,0.000 0.000-224 0,0.000 0.000 32 0,0.000 0.000 16 15,45.000 7.000-448 1,-45.000-7.000-80-16,0.000 0.000-32 0,0.000 0.000-9584 0</inkml:trace>
  <inkml:trace contextRef="#ctx0" brushRef="#br1">20794.000 8385.000 31327 0,'-2.000'0.000'1392'0,"-1.000"0.000"272"0,5.000 0.000-1328 0,-2.000-1.000-336 0,0.000 1.000 0 0,0.000 0.000 0 0,0.000 0.000 0 0,0.000 0.000 128 0,0.000 0.000-128 0,0.000 0.000 0 0,0.000 1.000 1600 0,0.000-1.000 256 15,0.000 0.000 64-15,0.000 0.000 0 0,1.000 0.000-1216 0,-1.000 1.000-256 0,0.000-1.000-32 0,0.000 0.000-16 16,0.000 0.000-400-16,0.000 0.000 0 0,0.000 0.000 0 0,0.000 0.000 0 16,0.000 1.000-208-16,0.000-1.000 80 0,2.000 2.000 128 0,-2.000-1.000-208 31,0.000 2.000-1840-31,0.000-3.000-352 0</inkml:trace>
  <inkml:trace contextRef="#ctx0" brushRef="#br1">20787.000 8523.000 23951 0,'0.000'0.000'1056'0,"0.000"0.000"224"0,0.000 0.000-1024 0,-1.000-1.000-256 0,1.000 1.000 0 0,0.000 0.000 0 0,0.000 0.000 336 0,0.000 0.000 16 16,1.000 1.000 0-16,-1.000-1.000 0 0,0.000 0.000 1312 0,0.000 0.000 256 15,0.000 1.000 48-15,0.000 0.000 16 0,0.000 2.000-1296 0,0.000-1.000-256 16,0.000-1.000-48-16,0.000 2.000-16 0,0.000-1.000-368 0,0.000 1.000 0 15,0.000-3.000 0-15,0.000 0.000-192 16,0.000 0.000 560-16,0.000 0.000 96 0</inkml:trace>
  <inkml:trace contextRef="#ctx0" brushRef="#br1">20786.000 8801.000 1839 0,'-2.000'3.000'160'0,"-1.000"-2.000"-160"0,3.000 0.000 0 0,-1.000 0.000 0 0,1.000 0.000 3424 0,0.000-1.000 656 0,0.000 1.000 128 0,0.000 0.000 16 15,0.000 1.000-2896-15,-2.000 0.000-592 0,2.000 2.000-112 0,0.000-1.000-32 16,0.000 0.000 1520-16,0.000 1.000 320 0,0.000-4.000 48 0,0.000 0.000 16 0,0.000 0.000-1536 0,0.000 0.000-320 16,0.000 0.000-48-16,0.000 0.000-16 0,9.000 34.000-576 0,-9.000-34.000 0 15,0.000 0.000 0-15,0.000 0.000 0 0,0.000 0.000-144 0,7.000 32.000 144 16,-7.000-32.000-160-16,0.000 0.000-8720 16,0.000 0.000-1744-16</inkml:trace>
  <inkml:trace contextRef="#ctx0" brushRef="#br1">20784.000 9113.000 6447 0,'-3.000'4.000'576'0,"0.000"-2.000"-576"16,3.000 1.000 0-16,-2.000-1.000 0 0,2.000-1.000 1456 0,0.000-1.000 176 15,0.000 1.000 32-15,0.000 0.000 16 16,0.000 3.000-352-16,0.000-1.000-80 0,0.000 1.000-16 0,0.000 0.000 0 16,0.000 0.000 688-16,0.000-4.000 144 0,0.000 0.000 32 0,0.000 0.000 0 15,0.000 0.000-1392-15,0.000 0.000-288 0,0.000 0.000-48 0,0.000 0.000-16 16,11.000 34.000-352-16,-11.000-34.000 0 0,0.000 0.000 0 0,0.000 0.000-128 15,0.000 0.000-208-15,10.000 35.000-48 0</inkml:trace>
  <inkml:trace contextRef="#ctx0" brushRef="#br1">20834.000 9492.000 14735 0,'-2.000'4.000'640'0,"-1.000"0.000"160"0,3.000-4.000-640 0,-3.000 6.000-160 16,3.000-6.000 0-16,0.000 0.000 0 0,0.000 0.000 640 0,-2.000 6.000 80 15,2.000-6.000 32-15,-1.000 10.000 0 0,1.000-10.000 1504 0,-4.000 12.000 304 16,4.000-12.000 64-16,0.000 0.000 16 0,-1.000 16.000-1744 0,1.000-16.000-336 16,0.000 0.000-80-16,0.000 0.000-16 0,0.000 0.000-464 0,3.000 20.000 0 15,-3.000-20.000-176-15,0.000 0.000 176 16,0.000 0.000-720-16,0.000 0.000-32 0,0.000 0.000 0 0,7.000 26.000-11040 0</inkml:trace>
  <inkml:trace contextRef="#ctx0" brushRef="#br1">20805.000 9829.000 21183 0,'-3.000'3.000'944'0,"1.000"-1.000"192"0,2.000-2.000-912 0,-3.000 4.000-224 0,3.000-4.000 0 0,0.000 0.000 0 16,0.000 0.000 0-16,-2.000 5.000 176 0,2.000-5.000-176 0,0.000 0.000 160 16,-1.000 16.000 1520-16,1.000-16.000 304 0,-2.000 14.000 64 0,2.000-14.000 16 15,-3.000 16.000-720-15,3.000-16.000-160 0,0.000 18.000-32 0,0.000-18.000 0 16,0.000 0.000-256-16,2.000 26.000-64 0,-2.000-26.000-16 0,0.000 0.000 0 15,3.000 27.000-672-15,-3.000-27.000-144 0,0.000 0.000 0 0,0.000 0.000 0 32,11.000 30.000-528-32,-11.000-30.000-112 0,0.000 0.000 0 0,0.000 0.000-14688 0</inkml:trace>
  <inkml:trace contextRef="#ctx0" brushRef="#br1">20898.000 10194.000 2751 0,'-5.000'4.000'256'0,"3.000"0.000"-256"0,-1.000 0.000 0 0,2.000-2.000 0 0,1.000-2.000 4320 0,0.000 0.000 816 15,-2.000 5.000 176-15,0.000-2.000 16 0,-1.000 2.000-4240 0,-1.000 2.000-832 16,0.000 2.000-256-16,-1.000-1.000 0 0,1.000 0.000 1440 0,0.000 0.000 192 16,1.000-1.000 32-16,0.000 0.000 16 0,0.000-1.000-464 0,1.000 2.000-80 0,1.000-2.000-32 15,1.000-6.000 0-15,0.000 0.000-848 0,-2.000 20.000-256 0,2.000-20.000 128 0,0.000 0.000-128 16,0.000 18.000-256-16,0.000-18.000-112 0,0.000 0.000-16 0,0.000 0.000-8960 16,0.000 0.000-1776-16</inkml:trace>
  <inkml:trace contextRef="#ctx0" brushRef="#br1">20843.000 10467.000 10127 0,'-6.000'5.000'896'0,"3.000"0.000"-704"0,-2.000-1.000-192 0,5.000-4.000 0 16,-1.000 5.000 2960-16,1.000-5.000 560 0,0.000 0.000 128 0,-2.000 7.000 0 0,0.000 0.000-2928 0,-1.000 1.000-592 31,0.000 2.000-128-31,-2.000 1.000 0 0,3.000 0.000 784 0,-1.000 0.000 160 0,-1.000-1.000 16 0,2.000 1.000 16 0,2.000-11.000-336 0,-3.000 21.000-80 16,3.000-21.000-16-16,-2.000 23.000 0 0,2.000-23.000-544 0,0.000 26.000 0 15,0.000-11.000 0-15,0.000-15.000-144 16,0.000 25.000-512-16,0.000-25.000-112 0,2.000 21.000 0 0,-2.000-21.000-11104 0</inkml:trace>
  <inkml:trace contextRef="#ctx0" brushRef="#br1">20800.000 10871.000 17503 0,'-1.000'5.000'768'0,"-1.000"-1.000"176"0,0.000 1.000-752 0,1.000-2.000-192 0,1.000-3.000 0 0,0.000 0.000 0 16,0.000 0.000 0-16,0.000 9.000-224 0,-2.000-2.000 48 0,2.000 2.000 16 15,-3.000 0.000 1376-15,3.000 2.000 256 0,-2.000-2.000 64 0,1.000 1.000 16 16,-1.000 1.000 240-16,2.000-11.000 32 0,0.000 20.000 16 0,0.000-20.000 0 16,0.000 20.000-1264-16,0.000-9.000-240 0,0.000 0.000-48 0,0.000 0.000-16 15,0.000-1.000-272-15,0.000 2.000 0 16,0.000-2.000 0-16,0.000 1.000 0 0,0.000-1.000 0 0,0.000-10.000 0 0,0.000 19.000-192 0,0.000-19.000 192 16,0.000 16.000-1584-16,0.000-16.000-208 0</inkml:trace>
  <inkml:trace contextRef="#ctx0" brushRef="#br1">20778.000 11294.000 11055 0,'-3.000'8.000'480'0,"-1.000"-3.000"112"0,3.000 0.000-464 0,-1.000-1.000-128 0,2.000 0.000 0 0,0.000-4.000 0 0,0.000 0.000 224 0,-3.000 9.000 32 32,1.000-2.000 0-32,-1.000 3.000 0 0,0.000 0.000 1584 0,-2.000 2.000 320 0,2.000-2.000 64 0,1.000-1.000 16 0,1.000 0.000-16 0,-1.000-1.000 0 15,-1.000 0.000 0-15,3.000 1.000 0 0,-2.000-1.000-1520 0,2.000-1.000-288 0,-1.000 2.000-64 0,1.000-9.000-16 16,-2.000 17.000-336-16,2.000-17.000 0 0,0.000 16.000 0 0,0.000-16.000 0 31,-3.000 16.000 0-31,3.000-8.000 0 0,0.000 2.000 0 0,-1.000-1.000-128 16,-1.000 0.000 128-16,2.000 0.000-128 0,0.000 0.000 128 0,-2.000 1.000-128 31,2.000-10.000-496-31,0.000 16.000-80 0,0.000-16.000-32 0,0.000 17.000 0 16,0.000-17.000-1216-16,2.000 17.000-240 0,-2.000-8.000-48 0,0.000-9.000-16 0,3.000 20.000 320 15,-3.000-20.000 64-15,3.000 20.000 16 0,-3.000-20.000-4304 0</inkml:trace>
  <inkml:trace contextRef="#ctx0" brushRef="#br1">20744.000 12002.000 9279 0,'0.000'0.000'192'0,"0.000"0.000"64"0,-3.000 8.000 0 0,3.000-8.000 0 0,-2.000 6.000-256 0,2.000-6.000 0 16,0.000 3.000 0-16,-1.000 1.000 0 0,-1.000 2.000 0 0,-1.000 1.000 0 15,3.000 3.000 0-15,-3.000-1.000 0 0,3.000-9.000 160 0,0.000 17.000-16 0,0.000-17.000 0 0,-2.000 14.000 48 16,2.000-14.000 64-16,0.000 13.000 0 16,0.000-13.000 16-16,0.000 10.000 48 0,0.000-10.000 656 0,-1.000 10.000 144 0,1.000-10.000 32 0,-2.000 9.000 32 15,2.000-9.000-464-15,0.000 0.000-80 0,0.000 13.000-32 0,0.000-13.000 32 16,0.000 0.000-640-16,0.000 12.000-144 0,0.000-12.000-32 16,0.000 0.000 0-1,2.000 19.000-800-15,-2.000-19.000-176 0,0.000 16.000-16 0,0.000-16.000 16 0,0.000 16.000 848 0,0.000-16.000 176 0</inkml:trace>
  <inkml:trace contextRef="#ctx0" brushRef="#br1">20709.000 12374.000 18431 0,'-3.000'5.000'816'0,"1.000"-2.000"160"0,2.000-3.000-784 0,-3.000 7.000-192 16,3.000-7.000 0-16,0.000 0.000 0 0,0.000 0.000 0 0,0.000 11.000 0 16,0.000-11.000 128-16,-2.000 14.000-128 0,1.000-6.000 1216 0,1.000 2.000 192 15,0.000-10.000 32-15,1.000 16.000 16 0,-1.000-16.000-880 0,0.000 0.000-192 16,5.000 19.000-16-16,-5.000-19.000-16 0,0.000 0.000-352 0,5.000 19.000 0 15,-5.000-19.000 0-15,0.000 0.000 0 0,6.000 18.000-176 0,-6.000-18.000 176 16,0.000 0.000-208-16,0.000 0.000-7120 0,8.000 20.000-1424 0</inkml:trace>
  <inkml:trace contextRef="#ctx0" brushRef="#br1">20703.000 12761.000 12895 0,'-4.000'6.000'576'0,"4.000"-6.000"112"0,0.000 0.000-560 0,-3.000 8.000-128 0,3.000-8.000 0 0,0.000 0.000 0 16,0.000 0.000 288-16,0.000 0.000 32 0,0.000 12.000 0 0,0.000-12.000 0 16,-1.000 11.000 688-16,1.000-11.000 144 0,-2.000 11.000 16 0,2.000-11.000 16 15,0.000 0.000-368-15,0.000 0.000-80 0,2.000 15.000-16 0,-2.000-15.000 0 0,0.000 0.000-544 16,0.000 0.000-176-16,0.000 13.000 0 0,0.000-13.000 0 0,0.000 0.000 0 0,-2.000 10.000 0 31,2.000-10.000 0-31,0.000 0.000-6272 0,0.000 13.000-1152 0</inkml:trace>
  <inkml:trace contextRef="#ctx0" brushRef="#br1">20650.000 13062.000 24879 0,'0.000'0.000'2208'0,"-7.000"2.000"-1760"0,7.000-2.000-448 0,0.000 0.000 0 0,-6.000 3.000 1920 0,6.000-3.000 288 0,0.000 0.000 64 0,0.000 0.000 16 16,-3.000 8.000-1456-16,3.000-8.000-304 0,-5.000 10.000-48 0,5.000-10.000-16 15,-1.000 11.000 352-15,1.000-11.000 64 0,-2.000 10.000 16 0,2.000-10.000 0 16,0.000 0.000-720-16,0.000 11.000-176 0,0.000-11.000 0 0,0.000 0.000 0 16,0.000 0.000-400-16,0.000 12.000-112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9-22T12:14:03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2092.000 16713.000 14735 0,'-3.000'-3.000'1312'0,"3.000"1.000"-1056"0,-2.000 2.000-256 0,2.000 0.000 0 15,2.000 0.000 512-15,-2.000 0.000 64 0,-2.000 0.000 0 0,2.000-1.000 0 0,-1.000 0.000-576 0,-1.000-2.000 0 0,2.000 2.000 0 0,-2.000 0.000 0 16,2.000 1.000-608-16,0.000-1.000-32 0,0.000 1.000 0 0,0.000 0.000-6080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21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5.png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1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customXml" Target="../ink/ink2.xml"/><Relationship Id="rId4" Type="http://schemas.openxmlformats.org/officeDocument/2006/relationships/image" Target="../media/image89.png"/><Relationship Id="rId3" Type="http://schemas.openxmlformats.org/officeDocument/2006/relationships/customXml" Target="../ink/ink1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2.png"/><Relationship Id="rId2" Type="http://schemas.openxmlformats.org/officeDocument/2006/relationships/customXml" Target="../ink/ink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1670810"/>
            <a:ext cx="9141714" cy="2470655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857250"/>
            <a:ext cx="9143999" cy="335502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5444" y="2414588"/>
            <a:ext cx="8013113" cy="1008851"/>
          </a:xfrm>
        </p:spPr>
        <p:txBody>
          <a:bodyPr anchor="ctr">
            <a:noAutofit/>
          </a:bodyPr>
          <a:lstStyle/>
          <a:p>
            <a:r>
              <a:rPr lang="zh-CN" altLang="en-US" sz="4200" b="1" dirty="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4200" b="1" dirty="0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8681" y="4212270"/>
            <a:ext cx="7101908" cy="649229"/>
          </a:xfrm>
        </p:spPr>
        <p:txBody>
          <a:bodyPr anchor="ctr">
            <a:normAutofit/>
          </a:bodyPr>
          <a:lstStyle/>
          <a:p>
            <a:r>
              <a:rPr lang="zh-CN" altLang="en-US" sz="2100" dirty="0">
                <a:solidFill>
                  <a:srgbClr val="000000"/>
                </a:solidFill>
              </a:rPr>
              <a:t>狄艳媚</a:t>
            </a:r>
            <a:endParaRPr lang="zh-CN" altLang="en-US" sz="21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8276"/>
            <a:ext cx="914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0049" y="1425332"/>
            <a:ext cx="8184008" cy="51484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555" dirty="0">
                <a:latin typeface="楷体" panose="02010609060101010101" pitchFamily="49" charset="-122"/>
                <a:ea typeface="楷体" panose="02010609060101010101" pitchFamily="49" charset="-122"/>
              </a:rPr>
              <a:t>本章的主要内容分为两部分：</a:t>
            </a:r>
            <a:endParaRPr lang="zh-CN" altLang="en-US" sz="355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032395" y="568642"/>
            <a:ext cx="7551505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500" b="1" dirty="0">
                <a:latin typeface="楷体" panose="02010609060101010101" pitchFamily="49" charset="-122"/>
                <a:ea typeface="楷体" panose="02010609060101010101" pitchFamily="49" charset="-122"/>
              </a:rPr>
              <a:t>第二章  解析函数的微积分</a:t>
            </a:r>
            <a:endParaRPr lang="zh-CN" altLang="en-US" sz="4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80060" y="5229225"/>
            <a:ext cx="8312150" cy="616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、介绍复变函数积分的概念、性质及计算方法</a:t>
            </a:r>
            <a:endParaRPr lang="zh-CN" altLang="en-US" sz="3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79980" y="2447219"/>
            <a:ext cx="8184008" cy="20509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、给出复变函数极限的定义，进而给出连续、可导的定义及求导法则，并在此基础上介绍解析函数，给出判别复变函数可导和解析的充要条件，再把初等函数推广到复变函数上。</a:t>
            </a:r>
            <a:endParaRPr lang="zh-CN" altLang="en-US" sz="3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037" y="82323"/>
            <a:ext cx="1022026" cy="4493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题外话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79400" y="3724910"/>
            <a:ext cx="8749665" cy="24980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10000"/>
              </a:lnSpc>
            </a:pP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类比是一个很好的方法。很多重要的定理都是运用归纳法和类比法得到的。因此，法国数学家拉普拉斯说：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在数学里，发现真理的主要工具是归纳和类比！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；欧拉说：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类比就是大胆创造，不过，你应该首先找到双方的相似属性。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en-US" altLang="zh-CN" sz="3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59410" y="1020445"/>
            <a:ext cx="8433435" cy="26098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10000"/>
              </a:lnSpc>
            </a:pP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上节课，我们看到了复函数等同于两个二元实函数。这样的一个关系，我们在后面的学习中就要经常要用到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类比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的方法，在复函数和实函数之间找出若干相同或相似点，推测在其他方面可能存在相同或相似之处。</a:t>
            </a:r>
            <a:endParaRPr lang="zh-CN" altLang="en-US" sz="3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80" y="1026795"/>
            <a:ext cx="2127885" cy="504190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教学目标：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44026" y="229840"/>
            <a:ext cx="6292516" cy="78105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  复变函数的极限和连续性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93853" y="1638815"/>
            <a:ext cx="8330801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20000"/>
              </a:lnSpc>
            </a:pPr>
            <a:r>
              <a:rPr lang="zh-CN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掌握复数列极限的定义，性质以及复数列与其实部、虚部数列的关系，会求复数列的极限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693852" y="2774655"/>
            <a:ext cx="8173421" cy="6220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掌握复变函数极限的定义、性质，会求极限；</a:t>
            </a:r>
            <a:endParaRPr lang="zh-CN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693851" y="3793814"/>
            <a:ext cx="8173421" cy="49501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掌握复变函数连续的定义、性质，会判别连续性</a:t>
            </a:r>
            <a:endParaRPr lang="zh-CN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119380" y="4652508"/>
            <a:ext cx="1899920" cy="5041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重难点：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655777" y="5259210"/>
            <a:ext cx="8331200" cy="4953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重点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掌握复变函数极限求法以及连续性判别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655777" y="5958657"/>
            <a:ext cx="8173421" cy="49501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难点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复变函数极限的概念及求法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3" grpId="0"/>
      <p:bldP spid="4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27" y="728723"/>
            <a:ext cx="4516135" cy="504424"/>
          </a:xfrm>
        </p:spPr>
        <p:txBody>
          <a:bodyPr>
            <a:normAutofit fontScale="90000"/>
          </a:bodyPr>
          <a:lstStyle/>
          <a:p>
            <a:r>
              <a:rPr lang="zh-CN" altLang="en-US" sz="3555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br>
              <a:rPr lang="en-US" altLang="zh-CN" sz="3555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lang="zh-CN" altLang="en-US" sz="3555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一、复变数列的极限</a:t>
            </a:r>
            <a:r>
              <a:rPr lang="en-US" altLang="zh-CN" sz="3555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br>
              <a:rPr lang="en-US" altLang="zh-CN" sz="3555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lang="en-US" altLang="zh-CN" sz="3555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endParaRPr lang="zh-CN" altLang="en-US" sz="3555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53601" y="1404724"/>
            <a:ext cx="2063750" cy="58991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555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数列极限</a:t>
            </a:r>
            <a:endParaRPr lang="zh-CN" altLang="en-US" sz="355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405609" y="2036297"/>
                <a:ext cx="8388069" cy="24758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复数列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5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5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35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rPr>
                      <m:t>若</m:t>
                    </m:r>
                    <m:r>
                      <a:rPr lang="zh-CN" altLang="en-US" sz="350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altLang="zh-CN" sz="35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35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rPr>
                      <m:t>对</m:t>
                    </m:r>
                    <m:r>
                      <a:rPr lang="zh-CN" altLang="en-US" sz="350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∀</m:t>
                    </m:r>
                    <m:r>
                      <a:rPr lang="zh-CN" altLang="en-US" sz="350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𝜀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,∃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𝑁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5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3500" b="0" i="1" dirty="0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altLang="zh-CN" sz="35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</a:t>
                </a:r>
                <a:r>
                  <a:rPr lang="en-US" altLang="zh-CN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,</a:t>
                </a:r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5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5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500" b="0" i="1" smtClean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&lt;</m:t>
                    </m:r>
                    <m:r>
                      <a:rPr lang="zh-CN" altLang="en-US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,</a:t>
                </a:r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则称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5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5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5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5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收敛或存在极限</a:t>
                </a:r>
                <a:r>
                  <a:rPr lang="en-US" altLang="zh-CN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5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5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5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称为其极限</a:t>
                </a:r>
                <a:r>
                  <a:rPr lang="en-US" altLang="zh-CN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,</a:t>
                </a:r>
                <a:r>
                  <a:rPr lang="zh-CN" altLang="en-US" sz="35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ea"/>
                  </a:rPr>
                  <a:t>记为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5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50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5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50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lim>
                    </m:limLow>
                    <m:sSub>
                      <m:sSubPr>
                        <m:ctrlPr>
                          <a:rPr lang="en-US" altLang="zh-CN" sz="35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5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5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35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09" y="2036297"/>
                <a:ext cx="8388069" cy="2475865"/>
              </a:xfrm>
              <a:prstGeom prst="rect">
                <a:avLst/>
              </a:prstGeom>
              <a:blipFill rotWithShape="1">
                <a:blip r:embed="rId1"/>
                <a:stretch>
                  <a:fillRect l="-6" t="-20" r="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122036" y="82323"/>
            <a:ext cx="4756181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7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188596" y="1107017"/>
                <a:ext cx="2586990" cy="436880"/>
              </a:xfr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1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1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1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zh-CN" altLang="en-US" sz="3100" b="0" i="1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8596" y="1107017"/>
                <a:ext cx="2586990" cy="436880"/>
              </a:xfrm>
              <a:blipFill rotWithShape="1">
                <a:blip r:embed="rId1"/>
                <a:stretch>
                  <a:fillRect t="-4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476884" y="2035384"/>
            <a:ext cx="5398427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354501" y="3824738"/>
                <a:ext cx="8534317" cy="1410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Thm2.1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200" dirty="0"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𝑖𝑦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200" dirty="0"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𝑖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.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收敛于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groupChr>
                      <m:groupChrPr>
                        <m:chr m:val="⇔"/>
                        <m:pos m:val="top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d>
                      <m:dPr>
                        <m:begChr m:val="{"/>
                        <m:endChr m:val="}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、</m:t>
                    </m:r>
                  </m:oMath>
                </a14:m>
                <a:r>
                  <a:rPr lang="en-US" altLang="zh-CN" sz="3200" dirty="0"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同时</m:t>
                    </m:r>
                  </m:oMath>
                </a14:m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收敛且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</m:e>
                    </m:func>
                  </m:oMath>
                </a14:m>
                <a:endParaRPr lang="en-US" altLang="zh-CN" sz="3200" i="1" dirty="0">
                  <a:latin typeface="Cambria Math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 fontAlgn="auto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n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sz="3200" b="0" i="1" dirty="0">
                  <a:latin typeface="Cambria Math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01" y="3824738"/>
                <a:ext cx="8534317" cy="1410635"/>
              </a:xfrm>
              <a:prstGeom prst="rect">
                <a:avLst/>
              </a:prstGeom>
              <a:blipFill rotWithShape="1">
                <a:blip r:embed="rId2"/>
                <a:stretch>
                  <a:fillRect l="-2" t="-41693" r="1" b="-41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84506" y="1973157"/>
                <a:ext cx="8182610" cy="12084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b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mr>
                      <m:m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mr>
                    </m:m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06" y="1973157"/>
                <a:ext cx="8182610" cy="1208405"/>
              </a:xfrm>
              <a:prstGeom prst="rect">
                <a:avLst/>
              </a:prstGeom>
              <a:blipFill rotWithShape="1">
                <a:blip r:embed="rId3"/>
                <a:stretch>
                  <a:fillRect t="-22666" b="-2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861311" y="1310852"/>
                <a:ext cx="6526530" cy="4368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1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2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128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8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128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8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/>
                            </m:sSubSup>
                            <m:r>
                              <a:rPr lang="en-US" altLang="zh-CN" sz="128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sz="1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8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/>
                            </m:sSubSup>
                            <m:r>
                              <a:rPr lang="en-US" altLang="zh-CN" sz="128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28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2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sz="1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8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/>
                            </m:sSubSup>
                            <m:r>
                              <a:rPr lang="en-US" altLang="zh-CN" sz="1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sz="1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/>
                            </m:sSubSup>
                            <m:r>
                              <a:rPr lang="en-US" altLang="zh-CN" sz="1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1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1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br>
                  <a:rPr lang="en-US" altLang="zh-CN" sz="12800" dirty="0">
                    <a:latin typeface="楷体" panose="02010609060101010101" pitchFamily="49" charset="-122"/>
                    <a:ea typeface="楷体" panose="02010609060101010101" pitchFamily="49" charset="-122"/>
                  </a:rPr>
                </a:br>
                <a:endParaRPr lang="zh-CN" altLang="en-US" sz="1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311" y="1310852"/>
                <a:ext cx="6526530" cy="436880"/>
              </a:xfrm>
              <a:prstGeom prst="rect">
                <a:avLst/>
              </a:prstGeom>
              <a:blipFill rotWithShape="1">
                <a:blip r:embed="rId4"/>
                <a:stretch>
                  <a:fillRect t="-117781" b="-51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/>
          <p:cNvSpPr txBox="1"/>
          <p:nvPr/>
        </p:nvSpPr>
        <p:spPr>
          <a:xfrm>
            <a:off x="431057" y="6030555"/>
            <a:ext cx="8184008" cy="4928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意义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：复数极限问题转化为实数的极限问题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807" y="720563"/>
            <a:ext cx="8742045" cy="9429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复数列极限的定义形式上与实数列极限的定义完全相同，因此其很多性质可以平行推广到复数列。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86711" y="1981378"/>
                <a:ext cx="8825865" cy="5321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zh-CN" altLang="en-US" sz="3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命题：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和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</m:oMath>
                </a14:m>
                <a:r>
                  <a:rPr lang="zh-CN" altLang="en-US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复数列且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  <m:func>
                          <m:func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n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存在</a:t>
                </a:r>
                <a:r>
                  <a:rPr lang="en-US" altLang="zh-CN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:endParaRPr lang="en-US" altLang="zh-CN" sz="3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11" y="1981378"/>
                <a:ext cx="8825865" cy="532130"/>
              </a:xfrm>
              <a:prstGeom prst="rect">
                <a:avLst/>
              </a:prstGeom>
              <a:blipFill rotWithShape="1">
                <a:blip r:embed="rId1"/>
                <a:stretch>
                  <a:fillRect t="-11489" b="-11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46822" y="2663996"/>
                <a:ext cx="3762375" cy="3581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000" b="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、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均有界</a:t>
                </a:r>
                <a:endParaRPr lang="en-US" altLang="zh-CN" sz="3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22" y="2663996"/>
                <a:ext cx="3762375" cy="358140"/>
              </a:xfrm>
              <a:prstGeom prst="rect">
                <a:avLst/>
              </a:prstGeom>
              <a:blipFill rotWithShape="1">
                <a:blip r:embed="rId2"/>
                <a:stretch>
                  <a:fillRect l="-12" t="-45615" r="12" b="-45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46822" y="3344969"/>
                <a:ext cx="8897178" cy="3581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存在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⟺</m:t>
                    </m:r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</m:e>
                    </m:func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sz="2800" i="1" dirty="0">
                  <a:latin typeface="Cambria Math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22" y="3344969"/>
                <a:ext cx="8897178" cy="358140"/>
              </a:xfrm>
              <a:prstGeom prst="rect">
                <a:avLst/>
              </a:prstGeom>
              <a:blipFill rotWithShape="1">
                <a:blip r:embed="rId3"/>
                <a:stretch>
                  <a:fillRect l="-5" t="-75118" b="-75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/>
          <p:cNvSpPr txBox="1"/>
          <p:nvPr/>
        </p:nvSpPr>
        <p:spPr>
          <a:xfrm>
            <a:off x="842246" y="3963345"/>
            <a:ext cx="2862138" cy="61269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数列收敛必有界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738081" y="3937361"/>
                <a:ext cx="5158771" cy="61269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081" y="3937361"/>
                <a:ext cx="5158771" cy="612692"/>
              </a:xfrm>
              <a:prstGeom prst="rect">
                <a:avLst/>
              </a:prstGeom>
              <a:blipFill rotWithShape="1">
                <a:blip r:embed="rId4"/>
                <a:stretch>
                  <a:fillRect l="-9" t="-5966" r="10" b="-5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842245" y="4550053"/>
                <a:ext cx="3351236" cy="85082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45" y="4550053"/>
                <a:ext cx="3351236" cy="850827"/>
              </a:xfrm>
              <a:prstGeom prst="rect">
                <a:avLst/>
              </a:prstGeom>
              <a:blipFill rotWithShape="1">
                <a:blip r:embed="rId5"/>
                <a:stretch>
                  <a:fillRect l="-7" t="-33" r="1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155350" y="4560413"/>
                <a:ext cx="3534116" cy="85082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350" y="4560413"/>
                <a:ext cx="3534116" cy="850827"/>
              </a:xfrm>
              <a:prstGeom prst="rect">
                <a:avLst/>
              </a:prstGeom>
              <a:blipFill rotWithShape="1">
                <a:blip r:embed="rId6"/>
                <a:stretch>
                  <a:fillRect l="-15" t="-56" r="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5" grpId="0"/>
      <p:bldP spid="12" grpId="0"/>
      <p:bldP spid="13" grpId="0"/>
      <p:bldP spid="1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56084" y="773756"/>
                <a:ext cx="7244715" cy="6584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 </m:t>
                        </m:r>
                      </m:e>
                    </m:func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±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𝜔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±</m:t>
                        </m:r>
                        <m:func>
                          <m:func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n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altLang="zh-CN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4" y="773756"/>
                <a:ext cx="7244715" cy="658495"/>
              </a:xfrm>
              <a:prstGeom prst="rect">
                <a:avLst/>
              </a:prstGeom>
              <a:blipFill rotWithShape="1">
                <a:blip r:embed="rId1"/>
                <a:stretch>
                  <a:fillRect l="-7" t="-18179" r="7" b="-18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99769" y="2598596"/>
                <a:ext cx="8595009" cy="603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特别地：任意复常数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</m:fName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𝐶</m:t>
                        </m:r>
                        <m:func>
                          <m:func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n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altLang="zh-CN" sz="32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2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69" y="2598596"/>
                <a:ext cx="8595009" cy="603885"/>
              </a:xfrm>
              <a:prstGeom prst="rect">
                <a:avLst/>
              </a:prstGeom>
              <a:blipFill rotWithShape="1">
                <a:blip r:embed="rId2"/>
                <a:stretch>
                  <a:fillRect l="-7" t="-28841" r="3" b="-28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56084" y="3857855"/>
                <a:ext cx="8330565" cy="10718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:r>
                  <a:rPr lang="en-US" altLang="zh-CN" sz="32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</a:t>
                </a:r>
                <a:r>
                  <a:rPr lang="zh-CN" altLang="en-US" sz="3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 </m:t>
                        </m:r>
                      </m:e>
                    </m:func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则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n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000" b="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𝑁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𝜔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3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zh-CN" alt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000" b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.</m:t>
                        </m:r>
                        <m: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 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因此有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  <m:r>
                              <a:rPr lang="en-US" altLang="zh-CN" sz="3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000" b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sz="3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3000" b="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 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000" b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3000" b="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3000" b="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 </m:t>
                                </m:r>
                              </m:e>
                            </m:func>
                          </m:den>
                        </m:f>
                        <m:r>
                          <a:rPr lang="en-US" altLang="zh-CN" sz="3000" b="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sz="30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4" y="3857855"/>
                <a:ext cx="8330565" cy="1071880"/>
              </a:xfrm>
              <a:prstGeom prst="rect">
                <a:avLst/>
              </a:prstGeom>
              <a:blipFill rotWithShape="1">
                <a:blip r:embed="rId3"/>
                <a:stretch>
                  <a:fillRect l="-6" t="-22119" r="6" b="-22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56084" y="1641166"/>
                <a:ext cx="7824470" cy="6718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zh-CN" altLang="en-US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)=</m:t>
                        </m:r>
                        <m:func>
                          <m:func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n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∙</m:t>
                            </m:r>
                            <m:func>
                              <m:func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n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</m:e>
                    </m:func>
                  </m:oMath>
                </a14:m>
                <a:r>
                  <a:rPr lang="en-US" altLang="zh-CN" sz="32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2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4" y="1641166"/>
                <a:ext cx="7824470" cy="671830"/>
              </a:xfrm>
              <a:prstGeom prst="rect">
                <a:avLst/>
              </a:prstGeom>
              <a:blipFill rotWithShape="1">
                <a:blip r:embed="rId4"/>
                <a:stretch>
                  <a:fillRect l="-7" t="-21221" r="7" b="-21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24508" y="3986432"/>
            <a:ext cx="1999060" cy="2114550"/>
            <a:chOff x="3693075" y="2849563"/>
            <a:chExt cx="2665413" cy="2819400"/>
          </a:xfrm>
        </p:grpSpPr>
        <p:grpSp>
          <p:nvGrpSpPr>
            <p:cNvPr id="33" name="Group 16"/>
            <p:cNvGrpSpPr/>
            <p:nvPr/>
          </p:nvGrpSpPr>
          <p:grpSpPr bwMode="auto">
            <a:xfrm>
              <a:off x="4531273" y="3609975"/>
              <a:ext cx="1600200" cy="1466850"/>
              <a:chOff x="3552" y="2928"/>
              <a:chExt cx="1008" cy="924"/>
            </a:xfrm>
          </p:grpSpPr>
          <p:sp>
            <p:nvSpPr>
              <p:cNvPr id="34" name="Oval 17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1008" cy="92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50000">
                    <a:srgbClr val="00CCFF"/>
                  </a:gs>
                  <a:gs pos="100000">
                    <a:srgbClr val="FFFFFF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prstDash val="sysDot"/>
                <a:rou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Oval 18"/>
              <p:cNvSpPr>
                <a:spLocks noChangeArrowheads="1"/>
              </p:cNvSpPr>
              <p:nvPr/>
            </p:nvSpPr>
            <p:spPr bwMode="auto">
              <a:xfrm>
                <a:off x="4032" y="3360"/>
                <a:ext cx="96" cy="96"/>
              </a:xfrm>
              <a:prstGeom prst="ellipse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Text Box 19"/>
              <p:cNvSpPr txBox="1">
                <a:spLocks noChangeArrowheads="1"/>
              </p:cNvSpPr>
              <p:nvPr/>
            </p:nvSpPr>
            <p:spPr bwMode="auto">
              <a:xfrm>
                <a:off x="3984" y="3440"/>
                <a:ext cx="276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A</a:t>
                </a:r>
                <a:endParaRPr lang="en-US" altLang="zh-CN" b="0">
                  <a:ea typeface="宋体" panose="02010600030101010101" pitchFamily="2" charset="-122"/>
                </a:endParaRPr>
              </a:p>
            </p:txBody>
          </p:sp>
          <p:sp>
            <p:nvSpPr>
              <p:cNvPr id="37" name="Line 20"/>
              <p:cNvSpPr>
                <a:spLocks noChangeShapeType="1"/>
              </p:cNvSpPr>
              <p:nvPr/>
            </p:nvSpPr>
            <p:spPr bwMode="auto">
              <a:xfrm flipV="1">
                <a:off x="4080" y="3024"/>
                <a:ext cx="288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aphicFrame>
            <p:nvGraphicFramePr>
              <p:cNvPr id="38" name="Object 21"/>
              <p:cNvGraphicFramePr>
                <a:graphicFrameLocks noChangeAspect="1"/>
              </p:cNvGraphicFramePr>
              <p:nvPr/>
            </p:nvGraphicFramePr>
            <p:xfrm>
              <a:off x="4032" y="3120"/>
              <a:ext cx="169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公式" r:id="rId1" imgW="127000" imgH="139700" progId="Equation.3">
                      <p:embed/>
                    </p:oleObj>
                  </mc:Choice>
                  <mc:Fallback>
                    <p:oleObj name="公式" r:id="rId1" imgW="127000" imgH="1397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3120"/>
                            <a:ext cx="169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9"/>
            <p:cNvGrpSpPr/>
            <p:nvPr/>
          </p:nvGrpSpPr>
          <p:grpSpPr bwMode="auto">
            <a:xfrm>
              <a:off x="3693075" y="2849563"/>
              <a:ext cx="2665413" cy="2819400"/>
              <a:chOff x="3072" y="2064"/>
              <a:chExt cx="1679" cy="1776"/>
            </a:xfrm>
          </p:grpSpPr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 flipV="1">
                <a:off x="3552" y="2256"/>
                <a:ext cx="0" cy="15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11"/>
              <p:cNvSpPr>
                <a:spLocks noChangeShapeType="1"/>
              </p:cNvSpPr>
              <p:nvPr/>
            </p:nvSpPr>
            <p:spPr bwMode="auto">
              <a:xfrm>
                <a:off x="3072" y="3504"/>
                <a:ext cx="15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9" name="Text Box 12"/>
              <p:cNvSpPr txBox="1">
                <a:spLocks noChangeArrowheads="1"/>
              </p:cNvSpPr>
              <p:nvPr/>
            </p:nvSpPr>
            <p:spPr bwMode="auto">
              <a:xfrm>
                <a:off x="4608" y="3360"/>
                <a:ext cx="143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400" i="1" dirty="0">
                    <a:ea typeface="宋体" panose="02010600030101010101" pitchFamily="2" charset="-122"/>
                  </a:rPr>
                  <a:t>u</a:t>
                </a:r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0" name="Text Box 13"/>
              <p:cNvSpPr txBox="1">
                <a:spLocks noChangeArrowheads="1"/>
              </p:cNvSpPr>
              <p:nvPr/>
            </p:nvSpPr>
            <p:spPr bwMode="auto">
              <a:xfrm>
                <a:off x="3264" y="2064"/>
                <a:ext cx="273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ea typeface="宋体" panose="02010600030101010101" pitchFamily="2" charset="-122"/>
                  </a:rPr>
                  <a:t>v</a:t>
                </a:r>
                <a:endParaRPr lang="en-US" altLang="zh-CN" b="0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Text Box 14"/>
              <p:cNvSpPr txBox="1">
                <a:spLocks noChangeArrowheads="1"/>
              </p:cNvSpPr>
              <p:nvPr/>
            </p:nvSpPr>
            <p:spPr bwMode="auto">
              <a:xfrm>
                <a:off x="3984" y="2142"/>
                <a:ext cx="339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>
                    <a:ea typeface="宋体" panose="02010600030101010101" pitchFamily="2" charset="-122"/>
                  </a:rPr>
                  <a:t>(</a:t>
                </a:r>
                <a:r>
                  <a:rPr lang="en-US" altLang="zh-CN" sz="1350" i="1">
                    <a:ea typeface="宋体" panose="02010600030101010101" pitchFamily="2" charset="-122"/>
                  </a:rPr>
                  <a:t>w</a:t>
                </a:r>
                <a:r>
                  <a:rPr lang="en-US" altLang="zh-CN" sz="1350">
                    <a:ea typeface="宋体" panose="02010600030101010101" pitchFamily="2" charset="-122"/>
                  </a:rPr>
                  <a:t>)</a:t>
                </a:r>
                <a:endParaRPr lang="en-US" altLang="zh-CN" sz="1350" b="0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Text Box 15"/>
              <p:cNvSpPr txBox="1">
                <a:spLocks noChangeArrowheads="1"/>
              </p:cNvSpPr>
              <p:nvPr/>
            </p:nvSpPr>
            <p:spPr bwMode="auto">
              <a:xfrm>
                <a:off x="3312" y="3456"/>
                <a:ext cx="236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>
                    <a:ea typeface="宋体" panose="02010600030101010101" pitchFamily="2" charset="-122"/>
                  </a:rPr>
                  <a:t>o</a:t>
                </a:r>
                <a:endParaRPr lang="en-US" altLang="zh-CN" sz="135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5289" y="710443"/>
            <a:ext cx="5582285" cy="504190"/>
          </a:xfrm>
        </p:spPr>
        <p:txBody>
          <a:bodyPr>
            <a:normAutofit fontScale="90000"/>
          </a:bodyPr>
          <a:lstStyle/>
          <a:p>
            <a:r>
              <a:rPr lang="zh-CN" altLang="en-US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3555" b="1" dirty="0">
                <a:latin typeface="楷体" panose="02010609060101010101" pitchFamily="49" charset="-122"/>
                <a:ea typeface="楷体" panose="02010609060101010101" pitchFamily="49" charset="-122"/>
              </a:rPr>
              <a:t>二、复变函数的极限和连续性</a:t>
            </a:r>
            <a:r>
              <a:rPr lang="en-US" altLang="zh-CN" sz="3555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34461" y="1086404"/>
                <a:ext cx="8807954" cy="232593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函数极限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∃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复常数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,∃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z)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趋向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ea typeface="楷体" panose="02010609060101010101" pitchFamily="49" charset="-122"/>
                    <a:sym typeface="+mn-ea"/>
                  </a:rPr>
                  <a:t>时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的极限，记为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1" y="1086404"/>
                <a:ext cx="8807954" cy="2325936"/>
              </a:xfrm>
              <a:prstGeom prst="rect">
                <a:avLst/>
              </a:prstGeom>
              <a:blipFill rotWithShape="1">
                <a:blip r:embed="rId3"/>
                <a:stretch>
                  <a:fillRect l="-5" t="-5184" r="4" b="-5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429134" y="3986670"/>
            <a:ext cx="2145506" cy="2114550"/>
            <a:chOff x="656689" y="2781300"/>
            <a:chExt cx="2860675" cy="2819400"/>
          </a:xfrm>
        </p:grpSpPr>
        <p:grpSp>
          <p:nvGrpSpPr>
            <p:cNvPr id="8" name="Group 22"/>
            <p:cNvGrpSpPr/>
            <p:nvPr/>
          </p:nvGrpSpPr>
          <p:grpSpPr bwMode="auto">
            <a:xfrm>
              <a:off x="656689" y="2781300"/>
              <a:ext cx="2860675" cy="2819400"/>
              <a:chOff x="3072" y="2064"/>
              <a:chExt cx="1802" cy="1776"/>
            </a:xfrm>
          </p:grpSpPr>
          <p:sp>
            <p:nvSpPr>
              <p:cNvPr id="9" name="Line 23"/>
              <p:cNvSpPr>
                <a:spLocks noChangeShapeType="1"/>
              </p:cNvSpPr>
              <p:nvPr/>
            </p:nvSpPr>
            <p:spPr bwMode="auto">
              <a:xfrm flipV="1">
                <a:off x="3552" y="2256"/>
                <a:ext cx="0" cy="15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" name="Line 24"/>
              <p:cNvSpPr>
                <a:spLocks noChangeShapeType="1"/>
              </p:cNvSpPr>
              <p:nvPr/>
            </p:nvSpPr>
            <p:spPr bwMode="auto">
              <a:xfrm>
                <a:off x="3072" y="3504"/>
                <a:ext cx="15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2" name="Text Box 25"/>
              <p:cNvSpPr txBox="1">
                <a:spLocks noChangeArrowheads="1"/>
              </p:cNvSpPr>
              <p:nvPr/>
            </p:nvSpPr>
            <p:spPr bwMode="auto">
              <a:xfrm>
                <a:off x="4608" y="3360"/>
                <a:ext cx="266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ea typeface="宋体" panose="02010600030101010101" pitchFamily="2" charset="-122"/>
                  </a:rPr>
                  <a:t>x</a:t>
                </a:r>
                <a:endParaRPr lang="en-US" altLang="zh-CN" b="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Text Box 26"/>
              <p:cNvSpPr txBox="1">
                <a:spLocks noChangeArrowheads="1"/>
              </p:cNvSpPr>
              <p:nvPr/>
            </p:nvSpPr>
            <p:spPr bwMode="auto">
              <a:xfrm>
                <a:off x="3264" y="2064"/>
                <a:ext cx="274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ea typeface="宋体" panose="02010600030101010101" pitchFamily="2" charset="-122"/>
                  </a:rPr>
                  <a:t>y</a:t>
                </a:r>
                <a:endParaRPr lang="en-US" altLang="zh-CN" b="0">
                  <a:ea typeface="宋体" panose="02010600030101010101" pitchFamily="2" charset="-122"/>
                </a:endParaRPr>
              </a:p>
            </p:txBody>
          </p:sp>
          <p:sp>
            <p:nvSpPr>
              <p:cNvPr id="14" name="Text Box 27"/>
              <p:cNvSpPr txBox="1">
                <a:spLocks noChangeArrowheads="1"/>
              </p:cNvSpPr>
              <p:nvPr/>
            </p:nvSpPr>
            <p:spPr bwMode="auto">
              <a:xfrm>
                <a:off x="3984" y="2142"/>
                <a:ext cx="304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ea typeface="宋体" panose="02010600030101010101" pitchFamily="2" charset="-122"/>
                  </a:rPr>
                  <a:t>(</a:t>
                </a:r>
                <a:r>
                  <a:rPr lang="en-US" altLang="zh-CN" sz="1350" i="1" dirty="0">
                    <a:ea typeface="宋体" panose="02010600030101010101" pitchFamily="2" charset="-122"/>
                  </a:rPr>
                  <a:t>z</a:t>
                </a:r>
                <a:r>
                  <a:rPr lang="en-US" altLang="zh-CN" sz="1350" dirty="0">
                    <a:ea typeface="宋体" panose="02010600030101010101" pitchFamily="2" charset="-122"/>
                  </a:rPr>
                  <a:t>)</a:t>
                </a:r>
                <a:endParaRPr lang="en-US" altLang="zh-CN" sz="1350" b="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" name="Text Box 28"/>
              <p:cNvSpPr txBox="1">
                <a:spLocks noChangeArrowheads="1"/>
              </p:cNvSpPr>
              <p:nvPr/>
            </p:nvSpPr>
            <p:spPr bwMode="auto">
              <a:xfrm>
                <a:off x="3312" y="3456"/>
                <a:ext cx="236" cy="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ea typeface="宋体" panose="02010600030101010101" pitchFamily="2" charset="-122"/>
                  </a:rPr>
                  <a:t>o</a:t>
                </a:r>
                <a:endParaRPr lang="en-US" altLang="zh-CN" sz="135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" name="Group 29"/>
            <p:cNvGrpSpPr/>
            <p:nvPr/>
          </p:nvGrpSpPr>
          <p:grpSpPr bwMode="auto">
            <a:xfrm>
              <a:off x="1674277" y="3725863"/>
              <a:ext cx="990600" cy="990600"/>
              <a:chOff x="1344" y="2784"/>
              <a:chExt cx="624" cy="624"/>
            </a:xfrm>
          </p:grpSpPr>
          <p:grpSp>
            <p:nvGrpSpPr>
              <p:cNvPr id="17" name="Group 30"/>
              <p:cNvGrpSpPr/>
              <p:nvPr/>
            </p:nvGrpSpPr>
            <p:grpSpPr bwMode="auto">
              <a:xfrm>
                <a:off x="1344" y="2784"/>
                <a:ext cx="624" cy="624"/>
                <a:chOff x="960" y="3264"/>
                <a:chExt cx="624" cy="624"/>
              </a:xfrm>
            </p:grpSpPr>
            <p:sp>
              <p:nvSpPr>
                <p:cNvPr id="19" name="Oval 31"/>
                <p:cNvSpPr>
                  <a:spLocks noChangeArrowheads="1"/>
                </p:cNvSpPr>
                <p:nvPr/>
              </p:nvSpPr>
              <p:spPr bwMode="auto">
                <a:xfrm>
                  <a:off x="960" y="3264"/>
                  <a:ext cx="624" cy="62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/>
                    </a:gs>
                    <a:gs pos="50000">
                      <a:schemeClr val="accent1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prstDash val="sysDot"/>
                  <a:round/>
                </a:ln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0" name="Oval 32"/>
                <p:cNvSpPr>
                  <a:spLocks noChangeArrowheads="1"/>
                </p:cNvSpPr>
                <p:nvPr/>
              </p:nvSpPr>
              <p:spPr bwMode="auto">
                <a:xfrm>
                  <a:off x="1200" y="3552"/>
                  <a:ext cx="48" cy="48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1" name="Freeform 33"/>
                <p:cNvSpPr/>
                <p:nvPr/>
              </p:nvSpPr>
              <p:spPr bwMode="auto">
                <a:xfrm>
                  <a:off x="1242" y="3603"/>
                  <a:ext cx="158" cy="260"/>
                </a:xfrm>
                <a:custGeom>
                  <a:avLst/>
                  <a:gdLst>
                    <a:gd name="T0" fmla="*/ 0 w 158"/>
                    <a:gd name="T1" fmla="*/ 0 h 260"/>
                    <a:gd name="T2" fmla="*/ 158 w 158"/>
                    <a:gd name="T3" fmla="*/ 260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58" h="260">
                      <a:moveTo>
                        <a:pt x="0" y="0"/>
                      </a:moveTo>
                      <a:lnTo>
                        <a:pt x="158" y="2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graphicFrame>
              <p:nvGraphicFramePr>
                <p:cNvPr id="22" name="Object 34"/>
                <p:cNvGraphicFramePr>
                  <a:graphicFrameLocks noChangeAspect="1"/>
                </p:cNvGraphicFramePr>
                <p:nvPr/>
              </p:nvGraphicFramePr>
              <p:xfrm>
                <a:off x="1152" y="3648"/>
                <a:ext cx="159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" name="公式" r:id="rId4" imgW="139700" imgH="177800" progId="Equation.3">
                        <p:embed/>
                      </p:oleObj>
                    </mc:Choice>
                    <mc:Fallback>
                      <p:oleObj name="公式" r:id="rId4" imgW="139700" imgH="177800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52" y="3648"/>
                              <a:ext cx="159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8" name="Object 35"/>
              <p:cNvGraphicFramePr>
                <a:graphicFrameLocks noChangeAspect="1"/>
              </p:cNvGraphicFramePr>
              <p:nvPr/>
            </p:nvGraphicFramePr>
            <p:xfrm>
              <a:off x="1680" y="2928"/>
              <a:ext cx="20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公式" r:id="rId6" imgW="165100" imgH="228600" progId="Equation.3">
                      <p:embed/>
                    </p:oleObj>
                  </mc:Choice>
                  <mc:Fallback>
                    <p:oleObj name="公式" r:id="rId6" imgW="165100" imgH="2286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928"/>
                            <a:ext cx="20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4" name="组合 23"/>
          <p:cNvGrpSpPr/>
          <p:nvPr/>
        </p:nvGrpSpPr>
        <p:grpSpPr>
          <a:xfrm>
            <a:off x="1598680" y="4237008"/>
            <a:ext cx="2175272" cy="877478"/>
            <a:chOff x="2247364" y="2942449"/>
            <a:chExt cx="2900363" cy="1169971"/>
          </a:xfrm>
        </p:grpSpPr>
        <p:sp>
          <p:nvSpPr>
            <p:cNvPr id="25" name="Freeform 38"/>
            <p:cNvSpPr/>
            <p:nvPr/>
          </p:nvSpPr>
          <p:spPr bwMode="auto">
            <a:xfrm rot="405763">
              <a:off x="2247364" y="3455195"/>
              <a:ext cx="2900363" cy="657225"/>
            </a:xfrm>
            <a:custGeom>
              <a:avLst/>
              <a:gdLst>
                <a:gd name="T0" fmla="*/ 0 w 2208"/>
                <a:gd name="T1" fmla="*/ 398 h 414"/>
                <a:gd name="T2" fmla="*/ 23 w 2208"/>
                <a:gd name="T3" fmla="*/ 398 h 414"/>
                <a:gd name="T4" fmla="*/ 124 w 2208"/>
                <a:gd name="T5" fmla="*/ 302 h 414"/>
                <a:gd name="T6" fmla="*/ 217 w 2208"/>
                <a:gd name="T7" fmla="*/ 189 h 414"/>
                <a:gd name="T8" fmla="*/ 281 w 2208"/>
                <a:gd name="T9" fmla="*/ 144 h 414"/>
                <a:gd name="T10" fmla="*/ 374 w 2208"/>
                <a:gd name="T11" fmla="*/ 87 h 414"/>
                <a:gd name="T12" fmla="*/ 494 w 2208"/>
                <a:gd name="T13" fmla="*/ 42 h 414"/>
                <a:gd name="T14" fmla="*/ 606 w 2208"/>
                <a:gd name="T15" fmla="*/ 31 h 414"/>
                <a:gd name="T16" fmla="*/ 1104 w 2208"/>
                <a:gd name="T17" fmla="*/ 42 h 414"/>
                <a:gd name="T18" fmla="*/ 2208 w 2208"/>
                <a:gd name="T19" fmla="*/ 282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8" h="414">
                  <a:moveTo>
                    <a:pt x="0" y="398"/>
                  </a:moveTo>
                  <a:cubicBezTo>
                    <a:pt x="6" y="398"/>
                    <a:pt x="2" y="414"/>
                    <a:pt x="23" y="398"/>
                  </a:cubicBezTo>
                  <a:cubicBezTo>
                    <a:pt x="44" y="382"/>
                    <a:pt x="92" y="337"/>
                    <a:pt x="124" y="302"/>
                  </a:cubicBezTo>
                  <a:cubicBezTo>
                    <a:pt x="156" y="267"/>
                    <a:pt x="190" y="215"/>
                    <a:pt x="217" y="189"/>
                  </a:cubicBezTo>
                  <a:cubicBezTo>
                    <a:pt x="243" y="163"/>
                    <a:pt x="255" y="161"/>
                    <a:pt x="281" y="144"/>
                  </a:cubicBezTo>
                  <a:cubicBezTo>
                    <a:pt x="308" y="127"/>
                    <a:pt x="339" y="104"/>
                    <a:pt x="374" y="87"/>
                  </a:cubicBezTo>
                  <a:cubicBezTo>
                    <a:pt x="410" y="70"/>
                    <a:pt x="455" y="51"/>
                    <a:pt x="494" y="42"/>
                  </a:cubicBezTo>
                  <a:cubicBezTo>
                    <a:pt x="533" y="33"/>
                    <a:pt x="504" y="31"/>
                    <a:pt x="606" y="31"/>
                  </a:cubicBezTo>
                  <a:cubicBezTo>
                    <a:pt x="708" y="31"/>
                    <a:pt x="837" y="0"/>
                    <a:pt x="1104" y="42"/>
                  </a:cubicBezTo>
                  <a:cubicBezTo>
                    <a:pt x="1371" y="84"/>
                    <a:pt x="2024" y="242"/>
                    <a:pt x="2208" y="28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39" name="Object 39"/>
            <p:cNvGraphicFramePr>
              <a:graphicFrameLocks noChangeAspect="1"/>
            </p:cNvGraphicFramePr>
            <p:nvPr/>
          </p:nvGraphicFramePr>
          <p:xfrm>
            <a:off x="2837379" y="2942449"/>
            <a:ext cx="12192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公式" r:id="rId8" imgW="609600" imgH="203200" progId="Equation.3">
                    <p:embed/>
                  </p:oleObj>
                </mc:Choice>
                <mc:Fallback>
                  <p:oleObj name="公式" r:id="rId8" imgW="609600" imgH="2032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7379" y="2942449"/>
                          <a:ext cx="1219200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4910572" y="3642500"/>
            <a:ext cx="3975100" cy="2861310"/>
          </a:xfrm>
          <a:prstGeom prst="rect">
            <a:avLst/>
          </a:prstGeom>
          <a:noFill/>
          <a:ln w="9525">
            <a:solidFill>
              <a:srgbClr val="FF66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000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几何意义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当变点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一旦进入</a:t>
            </a:r>
            <a:r>
              <a:rPr lang="en-US" altLang="zh-CN" sz="3000" i="1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en-US" altLang="zh-CN" sz="3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的充分小去心邻域时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它的象点</a:t>
            </a:r>
            <a:r>
              <a:rPr lang="en-US" altLang="zh-CN" sz="3000" i="1" dirty="0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000" i="1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就落入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的一个预先给定的</a:t>
            </a:r>
            <a:r>
              <a:rPr lang="en-US" altLang="zh-CN" sz="3000" i="1" dirty="0">
                <a:latin typeface="楷体" panose="02010609060101010101" pitchFamily="49" charset="-122"/>
                <a:ea typeface="楷体" panose="02010609060101010101" pitchFamily="49" charset="-122"/>
              </a:rPr>
              <a:t>ε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邻域中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05146" y="690313"/>
                <a:ext cx="8183880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: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证明：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box>
                              <m:boxPr>
                                <m:noBreak m:val="on"/>
                                <m:ctrlPr>
                                  <a:rPr lang="en-US" altLang="zh-CN" sz="3000" b="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boxPr>
                              <m:e>
                                <m:groupChr>
                                  <m:groupChrPr>
                                    <m:chr m:val="→"/>
                                    <m:pos m:val="top"/>
                                    <m:ctrlPr>
                                      <a:rPr lang="en-US" altLang="zh-CN" sz="3000" b="0" i="1" dirty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  <a:cs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groupChrPr>
                                  <m:e/>
                                </m:groupChr>
                              </m:e>
                            </m:box>
                            <m: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𝑧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zh-CN" sz="3000" b="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</m:e>
                    </m:func>
                    <m:r>
                      <a:rPr lang="en-US" altLang="zh-CN" sz="3000" b="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30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30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num>
                      <m:den>
                        <m:r>
                          <a:rPr lang="en-US" altLang="zh-CN" sz="3000" b="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6" y="690313"/>
                <a:ext cx="8183880" cy="936625"/>
              </a:xfrm>
              <a:prstGeom prst="rect">
                <a:avLst/>
              </a:prstGeom>
              <a:blipFill rotWithShape="1">
                <a:blip r:embed="rId1"/>
                <a:stretch>
                  <a:fillRect l="-1" t="-7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5146" y="1730321"/>
                <a:ext cx="4483586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𝑝𝑓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:|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acc>
                            <m:accPr>
                              <m:chr m:val="̅"/>
                              <m:ctrlP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𝑧</m:t>
                              </m:r>
                            </m:e>
                          </m:acc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f>
                        <m:fPr>
                          <m:ctrlPr>
                            <a:rPr lang="en-US" altLang="zh-CN" sz="3000" b="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000" b="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num>
                        <m:den>
                          <m:r>
                            <a:rPr lang="en-US" altLang="zh-CN" sz="3000" b="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000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𝑖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||</m:t>
                      </m:r>
                      <m:acc>
                        <m:accPr>
                          <m:chr m:val="̅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𝑧</m:t>
                          </m:r>
                        </m:e>
                      </m:acc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6" y="1730321"/>
                <a:ext cx="4483586" cy="936625"/>
              </a:xfrm>
              <a:prstGeom prst="rect">
                <a:avLst/>
              </a:prstGeom>
              <a:blipFill rotWithShape="1">
                <a:blip r:embed="rId2"/>
                <a:stretch>
                  <a:fillRect l="-1" t="-62" r="1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495044" y="1730320"/>
                <a:ext cx="1988441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acc>
                        <m:accPr>
                          <m:chr m:val="̅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𝑧</m:t>
                          </m:r>
                        </m:e>
                      </m:acc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044" y="1730320"/>
                <a:ext cx="1988441" cy="936625"/>
              </a:xfrm>
              <a:prstGeom prst="rect">
                <a:avLst/>
              </a:prstGeom>
              <a:blipFill rotWithShape="1">
                <a:blip r:embed="rId3"/>
                <a:stretch>
                  <a:fillRect l="-26" t="-62" r="7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766355" y="2770329"/>
                <a:ext cx="2938028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∵</m:t>
                      </m:r>
                      <m:acc>
                        <m:accPr>
                          <m:chr m:val="̅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𝑧</m:t>
                          </m:r>
                        </m:e>
                      </m:acc>
                      <m:r>
                        <a:rPr lang="en-US" altLang="zh-CN" sz="3000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000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𝑧</m:t>
                          </m:r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30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55" y="2770329"/>
                <a:ext cx="2938028" cy="936625"/>
              </a:xfrm>
              <a:prstGeom prst="rect">
                <a:avLst/>
              </a:prstGeom>
              <a:blipFill rotWithShape="1">
                <a:blip r:embed="rId4"/>
                <a:stretch>
                  <a:fillRect l="-19" t="-49" r="15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754367" y="2770327"/>
                <a:ext cx="3945075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∴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acc>
                        <m:accPr>
                          <m:chr m:val="̅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𝑧</m:t>
                          </m:r>
                        </m:e>
                      </m:acc>
                      <m:r>
                        <a:rPr lang="en-US" altLang="zh-CN" sz="3000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000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|=|</m:t>
                      </m:r>
                      <m:r>
                        <m:rPr>
                          <m:sty m:val="p"/>
                        </m:rP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z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</m:t>
                      </m:r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zh-CN" altLang="en-US" sz="30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367" y="2770327"/>
                <a:ext cx="3945075" cy="936625"/>
              </a:xfrm>
              <a:prstGeom prst="rect">
                <a:avLst/>
              </a:prstGeom>
              <a:blipFill rotWithShape="1">
                <a:blip r:embed="rId5"/>
                <a:stretch>
                  <a:fillRect l="-6" t="-49" r="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86269" y="3722742"/>
                <a:ext cx="4822310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𝑧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CN" sz="30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3000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z</m:t>
                          </m:r>
                          <m: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l-GR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ε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9" y="3722742"/>
                <a:ext cx="4822310" cy="936625"/>
              </a:xfrm>
              <a:prstGeom prst="rect">
                <a:avLst/>
              </a:prstGeom>
              <a:blipFill rotWithShape="1">
                <a:blip r:embed="rId6"/>
                <a:stretch>
                  <a:fillRect l="-3" t="-40" r="6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006835" y="3706952"/>
                <a:ext cx="2742591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⟹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z</m:t>
                          </m:r>
                          <m: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3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&lt;</m:t>
                      </m:r>
                      <m:r>
                        <a:rPr lang="en-US" altLang="zh-CN" sz="30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2</m:t>
                      </m:r>
                      <m:r>
                        <m:rPr>
                          <m:sty m:val="p"/>
                        </m:rPr>
                        <a:rPr lang="el-GR" altLang="zh-CN" sz="3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ε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835" y="3706952"/>
                <a:ext cx="2742591" cy="936625"/>
              </a:xfrm>
              <a:prstGeom prst="rect">
                <a:avLst/>
              </a:prstGeom>
              <a:blipFill rotWithShape="1">
                <a:blip r:embed="rId7"/>
                <a:stretch>
                  <a:fillRect l="-18" t="-49" r="1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667649" y="5076507"/>
                <a:ext cx="8042165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即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,∃</m:t>
                    </m:r>
                    <m:r>
                      <a:rPr lang="zh-CN" alt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zh-CN" altLang="en-US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z</m:t>
                        </m:r>
                        <m:r>
                          <a:rPr lang="en-US" altLang="zh-CN" sz="30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30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1</m:t>
                        </m:r>
                      </m:e>
                    </m:d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&lt;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时，立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|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acc>
                          <m:accPr>
                            <m:chr m:val="̅"/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&lt;</m:t>
                    </m:r>
                    <m:r>
                      <m:rPr>
                        <m:sty m:val="p"/>
                      </m:rPr>
                      <a:rPr lang="el-GR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。证毕。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49" y="5076507"/>
                <a:ext cx="8042165" cy="936625"/>
              </a:xfrm>
              <a:prstGeom prst="rect">
                <a:avLst/>
              </a:prstGeom>
              <a:blipFill rotWithShape="1">
                <a:blip r:embed="rId8"/>
                <a:stretch>
                  <a:fillRect l="-3" t="-20508" r="2" b="-20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47199" y="476304"/>
                <a:ext cx="8774764" cy="24663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Thm2.3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func>
                    <m:groupChr>
                      <m:groupChrPr>
                        <m:chr m:val="⇔"/>
                        <m:pos m:val="top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altLang="zh-CN" sz="3200" dirty="0"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</m:e>
                    </m:func>
                  </m:oMath>
                </a14:m>
                <a:endParaRPr lang="en-US" altLang="zh-CN" sz="320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fun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zh-CN" sz="32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,</a:t>
                </a:r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𝑧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𝑖𝑣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𝑖𝑏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endParaRPr lang="en-US" altLang="zh-CN" sz="11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9" y="476304"/>
                <a:ext cx="8774764" cy="2466340"/>
              </a:xfrm>
              <a:prstGeom prst="rect">
                <a:avLst/>
              </a:prstGeom>
              <a:blipFill rotWithShape="1">
                <a:blip r:embed="rId1"/>
                <a:stretch>
                  <a:fillRect l="-2" t="-2" r="6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248920" y="3316605"/>
            <a:ext cx="8604885" cy="276606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意义：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复变函数极限的存在性，等价于其实部和虚部的两个实函数极限的存在性，即把求复变函数的极限转化为求该函数的实部和虚部的极限。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2037" y="658457"/>
                <a:ext cx="8899926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𝑝𝑓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</m:oMath>
                </a14:m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充分性：已知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)=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,</m:t>
                        </m:r>
                      </m:e>
                    </m:func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func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658457"/>
                <a:ext cx="8899926" cy="936625"/>
              </a:xfrm>
              <a:prstGeom prst="rect">
                <a:avLst/>
              </a:prstGeom>
              <a:blipFill rotWithShape="1">
                <a:blip r:embed="rId1"/>
                <a:stretch>
                  <a:fillRect l="-1" t="-64" r="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7" y="1391062"/>
                <a:ext cx="8899926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即：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𝜀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0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𝑦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&lt;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𝛿</m:t>
                    </m:r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1391062"/>
                <a:ext cx="8899926" cy="936625"/>
              </a:xfrm>
              <a:prstGeom prst="rect">
                <a:avLst/>
              </a:prstGeom>
              <a:blipFill rotWithShape="1">
                <a:blip r:embed="rId2"/>
                <a:stretch>
                  <a:fillRect l="-1" t="-44" r="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7" y="2120932"/>
                <a:ext cx="8899926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：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zh-CN" altLang="en-US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𝜀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altLang="zh-CN" sz="2800" dirty="0">
                    <a:ea typeface="楷体" panose="02010609060101010101" pitchFamily="49" charset="-122"/>
                    <a:cs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𝜀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2120932"/>
                <a:ext cx="8899926" cy="936625"/>
              </a:xfrm>
              <a:prstGeom prst="rect">
                <a:avLst/>
              </a:prstGeom>
              <a:blipFill rotWithShape="1">
                <a:blip r:embed="rId3"/>
                <a:stretch>
                  <a:fillRect l="-1" t="-3" r="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08924" y="2790279"/>
                <a:ext cx="6660943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𝑢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𝑎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𝑏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𝑢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𝑣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4" y="2790279"/>
                <a:ext cx="6660943" cy="936625"/>
              </a:xfrm>
              <a:prstGeom prst="rect">
                <a:avLst/>
              </a:prstGeom>
              <a:blipFill rotWithShape="1">
                <a:blip r:embed="rId4"/>
                <a:stretch>
                  <a:fillRect l="-5" t="-1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604305" y="2814825"/>
                <a:ext cx="717343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&lt;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𝜀</m:t>
                      </m:r>
                    </m:oMath>
                  </m:oMathPara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305" y="2814825"/>
                <a:ext cx="717343" cy="936625"/>
              </a:xfrm>
              <a:prstGeom prst="rect">
                <a:avLst/>
              </a:prstGeom>
              <a:blipFill rotWithShape="1">
                <a:blip r:embed="rId5"/>
                <a:stretch>
                  <a:fillRect l="-43" t="-54" r="1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83389" y="3542695"/>
                <a:ext cx="4584970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𝑢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𝑖𝑣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𝑖𝑏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|&lt;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𝜀</m:t>
                      </m:r>
                    </m:oMath>
                  </m:oMathPara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9" y="3542695"/>
                <a:ext cx="4584970" cy="936625"/>
              </a:xfrm>
              <a:prstGeom prst="rect">
                <a:avLst/>
              </a:prstGeom>
              <a:blipFill rotWithShape="1">
                <a:blip r:embed="rId6"/>
                <a:stretch>
                  <a:fillRect l="-4" t="-3" r="10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4681029" y="3634800"/>
                <a:ext cx="2640619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∴</m:t>
                    </m:r>
                  </m:oMath>
                </a14:m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029" y="3634800"/>
                <a:ext cx="2640619" cy="936625"/>
              </a:xfrm>
              <a:prstGeom prst="rect">
                <a:avLst/>
              </a:prstGeom>
              <a:blipFill rotWithShape="1">
                <a:blip r:embed="rId7"/>
                <a:stretch>
                  <a:fillRect l="-17" t="-6" r="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22037" y="4326737"/>
                <a:ext cx="3974847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2800" b="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必要性：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4326737"/>
                <a:ext cx="3974847" cy="936625"/>
              </a:xfrm>
              <a:prstGeom prst="rect">
                <a:avLst/>
              </a:prstGeom>
              <a:blipFill rotWithShape="1">
                <a:blip r:embed="rId8"/>
                <a:stretch>
                  <a:fillRect l="-3" t="-51" r="13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889513" y="4278146"/>
                <a:ext cx="5089117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2800" dirty="0">
                    <a:ea typeface="楷体" panose="02010609060101010101" pitchFamily="49" charset="-122"/>
                    <a:sym typeface="Wingdings" panose="05000000000000000000" pitchFamily="2" charset="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⋯</m:t>
                    </m:r>
                    <m:rad>
                      <m:radPr>
                        <m:degHide m:val="on"/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𝑢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𝑎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𝑣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𝑏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&lt;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𝜀</m:t>
                    </m:r>
                  </m:oMath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513" y="4278146"/>
                <a:ext cx="5089117" cy="936625"/>
              </a:xfrm>
              <a:prstGeom prst="rect">
                <a:avLst/>
              </a:prstGeom>
              <a:blipFill rotWithShape="1">
                <a:blip r:embed="rId9"/>
                <a:stretch>
                  <a:fillRect l="-3" t="-16" r="7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-5051" y="5122666"/>
                <a:ext cx="6006389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  <a:cs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</m:d>
                          </m:e>
                        </m:mr>
                      </m:m>
                      <m:r>
                        <a:rPr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  <a:sym typeface="Wingdings" panose="05000000000000000000" pitchFamily="2" charset="2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𝑢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−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𝑣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−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&lt;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𝜀</m:t>
                      </m:r>
                    </m:oMath>
                  </m:oMathPara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51" y="5122666"/>
                <a:ext cx="6006389" cy="936625"/>
              </a:xfrm>
              <a:prstGeom prst="rect">
                <a:avLst/>
              </a:prstGeom>
              <a:blipFill rotWithShape="1">
                <a:blip r:embed="rId10"/>
                <a:stretch>
                  <a:fillRect l="10" t="-13" r="10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-418917" y="6047404"/>
                <a:ext cx="6960768" cy="9366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∴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𝑥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𝑦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𝑢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)=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sym typeface="Wingdings" panose="05000000000000000000" pitchFamily="2" charset="2"/>
                                    </a:rPr>
                                    <m:t>𝑥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𝑦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𝑣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)</m:t>
                          </m:r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</m:oMath>
                  </m:oMathPara>
                </a14:m>
                <a:endParaRPr lang="zh-CN" altLang="en-US" sz="2800" b="0" dirty="0">
                  <a:latin typeface="楷体" panose="02010609060101010101" pitchFamily="49" charset="-122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8917" y="6047404"/>
                <a:ext cx="6960768" cy="936625"/>
              </a:xfrm>
              <a:prstGeom prst="rect">
                <a:avLst/>
              </a:prstGeom>
              <a:blipFill rotWithShape="1">
                <a:blip r:embed="rId11"/>
                <a:stretch>
                  <a:fillRect l="6" t="-32" r="1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27644" y="763086"/>
            <a:ext cx="3185795" cy="54546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无穷远点极限</a:t>
            </a:r>
            <a:endParaRPr lang="zh-CN" altLang="en-US" sz="3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32696" y="4051466"/>
                <a:ext cx="8301990" cy="256846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328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𝑀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,∃</m:t>
                    </m:r>
                    <m:r>
                      <a:rPr lang="zh-CN" altLang="en-US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2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当</m:t>
                    </m:r>
                    <m:r>
                      <a:rPr lang="en-US" altLang="zh-CN" sz="328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8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8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8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8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28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8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8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28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𝛿</m:t>
                    </m:r>
                  </m:oMath>
                </a14:m>
                <a:r>
                  <a:rPr lang="zh-CN" altLang="en-US" sz="328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8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8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8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8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8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𝑀</m:t>
                    </m:r>
                  </m:oMath>
                </a14:m>
                <a:r>
                  <a:rPr lang="en-US" altLang="zh-CN" sz="328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28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则称当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75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z</m:t>
                    </m:r>
                    <m:r>
                      <a:rPr lang="zh-CN" altLang="en-US" sz="3275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趋向</m:t>
                    </m:r>
                    <m:r>
                      <a:rPr lang="zh-CN" altLang="en-US" sz="3275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于</m:t>
                    </m:r>
                    <m:sSub>
                      <m:sSubPr>
                        <m:ctrlPr>
                          <a:rPr lang="en-US" altLang="zh-CN" sz="3275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zh-CN" altLang="en-US" sz="3275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</m:oMath>
                </a14:m>
                <a:r>
                  <a:rPr lang="en-US" altLang="zh-CN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z)</a:t>
                </a:r>
                <a14:m>
                  <m:oMath xmlns:m="http://schemas.openxmlformats.org/officeDocument/2006/math">
                    <m:r>
                      <a:rPr lang="zh-CN" altLang="en-US" sz="3275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趋向</m:t>
                    </m:r>
                  </m:oMath>
                </a14:m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于无穷，记为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75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75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75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75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75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275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75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75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75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en-US" altLang="zh-CN" sz="3275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96" y="4051466"/>
                <a:ext cx="8301990" cy="2568464"/>
              </a:xfrm>
              <a:prstGeom prst="rect">
                <a:avLst/>
              </a:prstGeom>
              <a:blipFill rotWithShape="1">
                <a:blip r:embed="rId1"/>
                <a:stretch>
                  <a:fillRect l="-7" t="-6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32696" y="1231749"/>
                <a:ext cx="8418195" cy="235105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328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zh-CN" altLang="en-US" sz="328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∃</m:t>
                    </m:r>
                    <m:r>
                      <a:rPr lang="zh-CN" altLang="en-US" sz="328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复常</m:t>
                    </m:r>
                    <m:r>
                      <a:rPr lang="zh-CN" altLang="en-US" sz="328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数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zh-CN" altLang="en-US" sz="328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对</m:t>
                    </m:r>
                    <m:r>
                      <a:rPr lang="zh-CN" altLang="en-US" sz="328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zh-CN" altLang="en-US" sz="328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对一切满足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328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的点</a:t>
                </a:r>
                <a14:m>
                  <m:oMath xmlns:m="http://schemas.openxmlformats.org/officeDocument/2006/math">
                    <m:r>
                      <a:rPr lang="en-US" altLang="zh-CN" sz="328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28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75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)−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</m:e>
                    </m:d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zh-CN" altLang="en-US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r>
                  <a:rPr lang="en-US" altLang="zh-CN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,</a:t>
                </a:r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zh-CN" altLang="en-US" sz="3275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275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zh-CN" altLang="en-US" sz="3275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趋向</m:t>
                    </m:r>
                  </m:oMath>
                </a14:m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于无穷</a:t>
                </a:r>
                <a14:m>
                  <m:oMath xmlns:m="http://schemas.openxmlformats.org/officeDocument/2006/math">
                    <m:r>
                      <a:rPr lang="zh-CN" altLang="en-US" sz="3275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时</m:t>
                    </m:r>
                  </m:oMath>
                </a14:m>
                <a:r>
                  <a:rPr lang="zh-CN" altLang="en-US" sz="3275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的极限，记为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75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75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75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75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75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𝐴</m:t>
                        </m:r>
                        <m:r>
                          <a:rPr lang="en-US" altLang="zh-CN" sz="3275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zh-CN" altLang="en-US" sz="3275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96" y="1231749"/>
                <a:ext cx="8418195" cy="2351054"/>
              </a:xfrm>
              <a:prstGeom prst="rect">
                <a:avLst/>
              </a:prstGeom>
              <a:blipFill rotWithShape="1">
                <a:blip r:embed="rId2"/>
                <a:stretch>
                  <a:fillRect l="-7" t="-21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/>
          <p:nvPr/>
        </p:nvSpPr>
        <p:spPr>
          <a:xfrm>
            <a:off x="82331" y="3497888"/>
            <a:ext cx="2099945" cy="58928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8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无穷极限</a:t>
            </a:r>
            <a:endParaRPr lang="zh-CN" altLang="en-US" sz="328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7644" y="506112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55289" y="705839"/>
            <a:ext cx="4650105" cy="50736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无穷远点的无穷极限</a:t>
            </a:r>
            <a:endParaRPr lang="zh-CN" altLang="en-US" sz="3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86335" y="2051895"/>
                <a:ext cx="8426617" cy="66016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当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𝑀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则称当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趋向于无穷远点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趋向于无穷，记为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fNam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en-US" altLang="zh-CN" sz="32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l"/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35" y="2051895"/>
                <a:ext cx="8426617" cy="660163"/>
              </a:xfrm>
              <a:prstGeom prst="rect">
                <a:avLst/>
              </a:prstGeom>
              <a:blipFill rotWithShape="1">
                <a:blip r:embed="rId1"/>
                <a:stretch>
                  <a:fillRect l="-3" t="-131137" r="5" b="-131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/>
          <p:cNvSpPr txBox="1"/>
          <p:nvPr/>
        </p:nvSpPr>
        <p:spPr>
          <a:xfrm>
            <a:off x="654110" y="3972399"/>
            <a:ext cx="7545525" cy="66016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90000"/>
              </a:lnSpc>
            </a:pPr>
            <a:endParaRPr lang="en-US" altLang="zh-CN" sz="327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22037" y="3511000"/>
            <a:ext cx="2791284" cy="50736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ea typeface="楷体" panose="02010609060101010101" pitchFamily="49" charset="-122"/>
              </a:rPr>
              <a:t>类似实数，有：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96228" y="4016014"/>
                <a:ext cx="5753429" cy="97120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=∞⟹</m:t>
                    </m:r>
                  </m:oMath>
                </a14:m>
                <a:r>
                  <a:rPr lang="en-US" altLang="zh-CN" sz="32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  <a:sym typeface="+mn-ea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28" y="4016014"/>
                <a:ext cx="5753429" cy="971207"/>
              </a:xfrm>
              <a:prstGeom prst="rect">
                <a:avLst/>
              </a:prstGeom>
              <a:blipFill rotWithShape="1">
                <a:blip r:embed="rId2"/>
                <a:stretch>
                  <a:fillRect l="-10" t="-28" r="5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/>
        </p:nvSpPr>
        <p:spPr>
          <a:xfrm>
            <a:off x="654110" y="3972399"/>
            <a:ext cx="7545525" cy="66016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90000"/>
              </a:lnSpc>
            </a:pPr>
            <a:endParaRPr lang="en-US" altLang="zh-CN" sz="3275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58838" y="671370"/>
                <a:ext cx="8826324" cy="153594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2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命题</a:t>
                </a:r>
                <a:r>
                  <a:rPr lang="en-US" altLang="zh-CN" sz="32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2.4  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和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是定义在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S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上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的函数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,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且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和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Wingdings" panose="05000000000000000000" pitchFamily="2" charset="2"/>
                  </a:rPr>
                  <a:t>都存在极限，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则有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:</a:t>
                </a:r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  <a:sym typeface="+mn-ea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8" y="671370"/>
                <a:ext cx="8826324" cy="1535949"/>
              </a:xfrm>
              <a:prstGeom prst="rect">
                <a:avLst/>
              </a:prstGeom>
              <a:blipFill rotWithShape="1">
                <a:blip r:embed="rId1"/>
                <a:stretch>
                  <a:fillRect l="-1" t="-11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73936" y="2207319"/>
                <a:ext cx="8596128" cy="10777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fontAlgn="auto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zh-CN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内均为有界；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36" y="2207319"/>
                <a:ext cx="8596128" cy="1077728"/>
              </a:xfrm>
              <a:prstGeom prst="rect">
                <a:avLst/>
              </a:prstGeom>
              <a:blipFill rotWithShape="1">
                <a:blip r:embed="rId2"/>
                <a:stretch>
                  <a:fillRect l="-3" t="-5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73936" y="3156676"/>
                <a:ext cx="8439785" cy="11731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1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d>
                      <m:dPr>
                        <m:ctrlPr>
                          <a:rPr lang="en-US" altLang="zh-CN" sz="1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1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1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1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1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limLow>
                      <m:limLow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1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12800" b="0" dirty="0">
                  <a:latin typeface="楷体" panose="02010609060101010101" pitchFamily="49" charset="-12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36" y="3156676"/>
                <a:ext cx="8439785" cy="1173184"/>
              </a:xfrm>
              <a:prstGeom prst="rect">
                <a:avLst/>
              </a:prstGeom>
              <a:blipFill rotWithShape="1">
                <a:blip r:embed="rId3"/>
                <a:stretch>
                  <a:fillRect l="-3" t="-8" r="3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07822" y="4617291"/>
                <a:ext cx="8438941" cy="6383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fontAlgn="auto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附近连续</a:t>
                </a:r>
                <a:r>
                  <a:rPr lang="zh-CN" altLang="en-US" sz="3200" b="0" dirty="0">
                    <a:latin typeface="楷体" panose="02010609060101010101" pitchFamily="49" charset="-122"/>
                    <a:ea typeface="Cambria Math" panose="02040503050406030204" pitchFamily="18" charset="0"/>
                  </a:rPr>
                  <a:t>，</a:t>
                </a:r>
                <a:r>
                  <a:rPr lang="en-US" altLang="zh-CN" sz="32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zh-CN" altLang="en-US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𝜔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lim>
                    </m:limLow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altLang="zh-CN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3200" b="0" dirty="0">
                    <a:latin typeface="楷体" panose="02010609060101010101" pitchFamily="49" charset="-122"/>
                    <a:ea typeface="Cambria Math" panose="02040503050406030204" pitchFamily="18" charset="0"/>
                  </a:rPr>
                  <a:t>,</a:t>
                </a:r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b="0" dirty="0">
                  <a:latin typeface="楷体" panose="02010609060101010101" pitchFamily="49" charset="-12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2" y="4617291"/>
                <a:ext cx="8438941" cy="638385"/>
              </a:xfrm>
              <a:prstGeom prst="rect">
                <a:avLst/>
              </a:prstGeom>
              <a:blipFill rotWithShape="1">
                <a:blip r:embed="rId1"/>
                <a:stretch>
                  <a:fillRect l="-2" t="-63295" r="7" b="-6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7822" y="693140"/>
                <a:ext cx="7931150" cy="8616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d>
                      <m:d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limLow>
                      <m:limLowPr>
                        <m:ctrlP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1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1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1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2800" dirty="0">
                        <a:latin typeface="楷体" panose="02010609060101010101" pitchFamily="49" charset="-122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12800" b="0" dirty="0">
                  <a:latin typeface="楷体" panose="02010609060101010101" pitchFamily="49" charset="-12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2" y="693140"/>
                <a:ext cx="7931150" cy="861695"/>
              </a:xfrm>
              <a:prstGeom prst="rect">
                <a:avLst/>
              </a:prstGeom>
              <a:blipFill rotWithShape="1">
                <a:blip r:embed="rId2"/>
                <a:stretch>
                  <a:fillRect l="-2" t="-4610" r="2" b="-4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07822" y="2565374"/>
                <a:ext cx="8438941" cy="11042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200" b="0" dirty="0">
                    <a:latin typeface="楷体" panose="02010609060101010101" pitchFamily="49" charset="-122"/>
                    <a:ea typeface="Cambria Math" panose="02040503050406030204" pitchFamily="18" charset="0"/>
                  </a:rPr>
                  <a:t>,</a:t>
                </a:r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2" y="2565374"/>
                <a:ext cx="8438941" cy="1104206"/>
              </a:xfrm>
              <a:prstGeom prst="rect">
                <a:avLst/>
              </a:prstGeom>
              <a:blipFill rotWithShape="1">
                <a:blip r:embed="rId3"/>
                <a:stretch>
                  <a:fillRect l="-2" t="-23978" r="7" b="-23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43432" y="1768058"/>
                <a:ext cx="7495540" cy="6877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对复常数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Cambria Math" panose="02040503050406030204" pitchFamily="18" charset="0"/>
                  </a:rPr>
                  <a:t>,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Cambria Math" panose="02040503050406030204" pitchFamily="18" charset="0"/>
                  </a:rPr>
                  <a:t>;</a:t>
                </a:r>
                <a:r>
                  <a:rPr lang="en-US" altLang="zh-CN" sz="3200" dirty="0">
                    <a:ea typeface="楷体" panose="02010609060101010101" pitchFamily="49" charset="-122"/>
                  </a:rPr>
                  <a:t> </a:t>
                </a:r>
                <a:endParaRPr lang="en-US" altLang="zh-CN" sz="320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32" y="1768058"/>
                <a:ext cx="7495540" cy="687705"/>
              </a:xfrm>
              <a:prstGeom prst="rect">
                <a:avLst/>
              </a:prstGeom>
              <a:blipFill rotWithShape="1">
                <a:blip r:embed="rId4"/>
                <a:stretch>
                  <a:fillRect l="-2" t="-29856" r="2" b="-29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10299" y="583179"/>
                <a:ext cx="8723403" cy="684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连续：</a:t>
                </a:r>
                <a:r>
                  <a:rPr lang="zh-CN" altLang="en-US" sz="32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lim>
                    </m:limLow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连续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99" y="583179"/>
                <a:ext cx="8723403" cy="684356"/>
              </a:xfrm>
              <a:prstGeom prst="rect">
                <a:avLst/>
              </a:prstGeom>
              <a:blipFill rotWithShape="1">
                <a:blip r:embed="rId1"/>
                <a:stretch>
                  <a:fillRect l="-1" t="-30285" r="6" b="-303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10185" y="3636047"/>
                <a:ext cx="8866919" cy="129365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Thm2.5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连续</m:t>
                    </m:r>
                    <m:groupChr>
                      <m:groupChrPr>
                        <m:chr m:val="⇔"/>
                        <m:vertJc m:val="bot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sz="320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的</m:t>
                    </m:r>
                    <m:r>
                      <a:rPr lang="zh-CN" altLang="en-US" sz="32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rPr>
                      <m:t>实部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 sz="32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rPr>
                      <m:t>和虚部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 sz="3200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在点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的连续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85" y="3636047"/>
                <a:ext cx="8866919" cy="1293653"/>
              </a:xfrm>
              <a:prstGeom prst="rect">
                <a:avLst/>
              </a:prstGeom>
              <a:blipFill rotWithShape="1">
                <a:blip r:embed="rId2"/>
                <a:stretch>
                  <a:fillRect t="-23270" r="5" b="-23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10185" y="3098407"/>
                <a:ext cx="2778125" cy="484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Thm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有：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85" y="3098407"/>
                <a:ext cx="2778125" cy="484505"/>
              </a:xfrm>
              <a:prstGeom prst="rect">
                <a:avLst/>
              </a:prstGeom>
              <a:blipFill rotWithShape="1">
                <a:blip r:embed="rId3"/>
                <a:stretch>
                  <a:fillRect t="-25476" b="-25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414780" y="2085340"/>
                <a:ext cx="7519035" cy="4375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3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在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上的每一点连续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zh-CN" altLang="en-US" sz="320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上的连续函数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780" y="2085340"/>
                <a:ext cx="7519035" cy="437515"/>
              </a:xfrm>
              <a:prstGeom prst="rect">
                <a:avLst/>
              </a:prstGeom>
              <a:blipFill rotWithShape="1">
                <a:blip r:embed="rId4"/>
                <a:stretch>
                  <a:fillRect t="-119739" b="-120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/>
          <p:cNvSpPr txBox="1"/>
          <p:nvPr/>
        </p:nvSpPr>
        <p:spPr>
          <a:xfrm>
            <a:off x="166184" y="5162173"/>
            <a:ext cx="8866919" cy="129365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意义：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复变函数的连续性等价于两个二元实函数的连续性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6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55289" y="595445"/>
            <a:ext cx="1598260" cy="58604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命题</a:t>
            </a:r>
            <a:r>
              <a:rPr lang="en-US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2.6:</a:t>
            </a:r>
            <a:endParaRPr lang="en-US" altLang="zh-CN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94886" y="5047935"/>
            <a:ext cx="8866919" cy="47633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828800" y="790202"/>
                <a:ext cx="6980004" cy="87406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连续，则其和、差、积、商</a:t>
                </a: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连续。</a:t>
                </a:r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790202"/>
                <a:ext cx="6980004" cy="874067"/>
              </a:xfrm>
              <a:prstGeom prst="rect">
                <a:avLst/>
              </a:prstGeom>
              <a:blipFill rotWithShape="1">
                <a:blip r:embed="rId1"/>
                <a:stretch>
                  <a:fillRect t="-11291" r="1" b="-11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63765" y="1897325"/>
                <a:ext cx="8866919" cy="112649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zh-CN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连续，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:endParaRPr lang="en-US" altLang="zh-CN" sz="32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65" y="1897325"/>
                <a:ext cx="8866919" cy="1126492"/>
              </a:xfrm>
              <a:prstGeom prst="rect">
                <a:avLst/>
              </a:prstGeom>
              <a:blipFill rotWithShape="1">
                <a:blip r:embed="rId2"/>
                <a:stretch>
                  <a:fillRect l="-6" t="-51" r="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/>
          <p:cNvSpPr txBox="1"/>
          <p:nvPr/>
        </p:nvSpPr>
        <p:spPr>
          <a:xfrm>
            <a:off x="4597225" y="2655166"/>
            <a:ext cx="3001672" cy="63253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7" y="3205606"/>
                <a:ext cx="8749222" cy="13285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命题</a:t>
                </a:r>
                <a:r>
                  <a:rPr lang="en-US" altLang="zh-CN" sz="32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2.7: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定义在有界闭区域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上的连续函数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，其模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必在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上达到最大</a:t>
                </a:r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值与最小值。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3205606"/>
                <a:ext cx="8749222" cy="1328595"/>
              </a:xfrm>
              <a:prstGeom prst="rect">
                <a:avLst/>
              </a:prstGeom>
              <a:blipFill rotWithShape="1">
                <a:blip r:embed="rId3"/>
                <a:stretch>
                  <a:fillRect l="-1" t="-5793" r="-2065" b="-5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39303" y="4736228"/>
                <a:ext cx="4489042" cy="7880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en-US" altLang="zh-CN" sz="32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⟹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𝑢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𝑣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3" y="4736228"/>
                <a:ext cx="4489042" cy="788042"/>
              </a:xfrm>
              <a:prstGeom prst="rect">
                <a:avLst/>
              </a:prstGeom>
              <a:blipFill rotWithShape="1">
                <a:blip r:embed="rId4"/>
                <a:stretch>
                  <a:fillRect l="-5" t="-51" r="10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422873" y="5367016"/>
                <a:ext cx="4739217" cy="7880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sz="3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73" y="5367016"/>
                <a:ext cx="4739217" cy="788042"/>
              </a:xfrm>
              <a:prstGeom prst="rect">
                <a:avLst/>
              </a:prstGeom>
              <a:blipFill rotWithShape="1">
                <a:blip r:embed="rId5"/>
                <a:stretch>
                  <a:fillRect l="-7" t="-1531" r="12" b="-1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422873" y="6038004"/>
                <a:ext cx="5704654" cy="78804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必在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上达到最值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73" y="6038004"/>
                <a:ext cx="5704654" cy="788042"/>
              </a:xfrm>
              <a:prstGeom prst="rect">
                <a:avLst/>
              </a:prstGeom>
              <a:blipFill rotWithShape="1">
                <a:blip r:embed="rId6"/>
                <a:stretch>
                  <a:fillRect l="-6" t="-54" r="3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6" grpId="0"/>
      <p:bldP spid="7" grpId="0"/>
      <p:bldP spid="8" grpId="0"/>
      <p:bldP spid="9" grpId="0"/>
      <p:bldP spid="13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0" y="306976"/>
                <a:ext cx="2125245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𝐸𝑔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:</m:t>
                      </m:r>
                      <m:limLow>
                        <m:limLowPr>
                          <m:ctrlP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31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3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sSup>
                        <m:sSup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7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976"/>
                <a:ext cx="2125245" cy="1003714"/>
              </a:xfrm>
              <a:prstGeom prst="rect">
                <a:avLst/>
              </a:prstGeom>
              <a:blipFill rotWithShape="1">
                <a:blip r:embed="rId1"/>
                <a:stretch>
                  <a:fillRect t="-27" r="2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7689" y="1138822"/>
                <a:ext cx="8587563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accent5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思路：考虑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en-US" altLang="zh-CN" sz="3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sz="3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3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000" b="0" dirty="0">
                    <a:solidFill>
                      <a:schemeClr val="accent5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b="0" dirty="0">
                    <a:solidFill>
                      <a:schemeClr val="accent5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所以要分情况讨论</a:t>
                </a:r>
                <a:endParaRPr lang="en-US" altLang="zh-CN" sz="3000" b="0" dirty="0">
                  <a:solidFill>
                    <a:schemeClr val="accent5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" y="1138822"/>
                <a:ext cx="8587563" cy="1003714"/>
              </a:xfrm>
              <a:prstGeom prst="rect">
                <a:avLst/>
              </a:prstGeom>
              <a:blipFill rotWithShape="1">
                <a:blip r:embed="rId2"/>
                <a:stretch>
                  <a:fillRect l="-1" t="-27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07689" y="1892366"/>
                <a:ext cx="6461052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r>
                  <a:rPr lang="en-US" altLang="zh-CN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solidFill>
                      <a:schemeClr val="accent5">
                        <a:lumMod val="75000"/>
                      </a:schemeClr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000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" y="1892366"/>
                <a:ext cx="6461052" cy="1003714"/>
              </a:xfrm>
              <a:prstGeom prst="rect">
                <a:avLst/>
              </a:prstGeom>
              <a:blipFill rotWithShape="1">
                <a:blip r:embed="rId3"/>
                <a:stretch>
                  <a:fillRect l="-1" t="-7" r="9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292551" y="1828569"/>
                <a:ext cx="2710390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en-US" altLang="zh-CN" sz="31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p>
                        <m:sSup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7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551" y="1828569"/>
                <a:ext cx="2710390" cy="1003714"/>
              </a:xfrm>
              <a:prstGeom prst="rect">
                <a:avLst/>
              </a:prstGeom>
              <a:blipFill rotWithShape="1">
                <a:blip r:embed="rId4"/>
                <a:stretch>
                  <a:fillRect l="-12" t="-40" r="2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07689" y="2645910"/>
                <a:ext cx="6588642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r>
                  <a:rPr lang="en-US" altLang="zh-CN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solidFill>
                      <a:schemeClr val="accent5">
                        <a:lumMod val="75000"/>
                      </a:schemeClr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</m:oMath>
                </a14:m>
                <a:endParaRPr lang="en-US" altLang="zh-CN" sz="3000" b="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" y="2645910"/>
                <a:ext cx="6588642" cy="1003714"/>
              </a:xfrm>
              <a:prstGeom prst="rect">
                <a:avLst/>
              </a:prstGeom>
              <a:blipFill rotWithShape="1">
                <a:blip r:embed="rId5"/>
                <a:stretch>
                  <a:fillRect l="-1" t="-50" r="9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376802" y="2616667"/>
                <a:ext cx="2710390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limLow>
                        <m:limLowPr>
                          <m:ctrlP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31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p>
                        <m:sSup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sz="27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802" y="2616667"/>
                <a:ext cx="2710390" cy="1003714"/>
              </a:xfrm>
              <a:prstGeom prst="rect">
                <a:avLst/>
              </a:prstGeom>
              <a:blipFill rotWithShape="1">
                <a:blip r:embed="rId6"/>
                <a:stretch>
                  <a:fillRect l="-5" t="-47" r="1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07689" y="3477756"/>
                <a:ext cx="5308482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:r>
                  <a:rPr lang="en-US" altLang="zh-CN" sz="3000" b="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solidFill>
                      <a:schemeClr val="accent5">
                        <a:lumMod val="75000"/>
                      </a:schemeClr>
                    </a:solidFill>
                    <a:ea typeface="楷体" panose="02010609060101010101" pitchFamily="49" charset="-122"/>
                  </a:rPr>
                  <a:t> </a:t>
                </a:r>
                <a:r>
                  <a:rPr lang="zh-CN" altLang="en-US" sz="300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=1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89" y="3477756"/>
                <a:ext cx="5308482" cy="1003714"/>
              </a:xfrm>
              <a:prstGeom prst="rect">
                <a:avLst/>
              </a:prstGeom>
              <a:blipFill rotWithShape="1">
                <a:blip r:embed="rId7"/>
                <a:stretch>
                  <a:fillRect l="-1" t="-49" r="1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189246" y="3460064"/>
                <a:ext cx="2710390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31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en-US" altLang="zh-CN" sz="31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     </m:t>
                          </m:r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𝑛</m:t>
                          </m:r>
                          <m:r>
                            <a:rPr lang="en-US" altLang="zh-CN" sz="3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p>
                        <m:sSup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7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246" y="3460064"/>
                <a:ext cx="2710390" cy="1003714"/>
              </a:xfrm>
              <a:prstGeom prst="rect">
                <a:avLst/>
              </a:prstGeom>
              <a:blipFill rotWithShape="1">
                <a:blip r:embed="rId8"/>
                <a:stretch>
                  <a:fillRect l="-1" t="-58" r="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45258" y="4231300"/>
                <a:ext cx="5308482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𝑖𝑠𝑖𝑛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58" y="4231300"/>
                <a:ext cx="5308482" cy="1003714"/>
              </a:xfrm>
              <a:prstGeom prst="rect">
                <a:avLst/>
              </a:prstGeom>
              <a:blipFill rotWithShape="1">
                <a:blip r:embed="rId9"/>
                <a:stretch>
                  <a:fillRect l="-3" t="-29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742574" y="4266007"/>
                <a:ext cx="4156168" cy="10037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𝑐𝑜𝑠𝑛</m:t>
                      </m:r>
                      <m:r>
                        <a:rPr lang="zh-CN" altLang="en-US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𝑖𝑠𝑖𝑛𝑛</m:t>
                      </m:r>
                      <m:r>
                        <a:rPr lang="zh-CN" altLang="en-US" sz="3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sz="27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574" y="4266007"/>
                <a:ext cx="4156168" cy="1003714"/>
              </a:xfrm>
              <a:prstGeom prst="rect">
                <a:avLst/>
              </a:prstGeom>
              <a:blipFill rotWithShape="1">
                <a:blip r:embed="rId10"/>
                <a:stretch>
                  <a:fillRect l="-9" t="-8" r="1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334392" y="5097853"/>
                <a:ext cx="4594566" cy="654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极限不存在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92" y="5097853"/>
                <a:ext cx="4594566" cy="654314"/>
              </a:xfrm>
              <a:prstGeom prst="rect">
                <a:avLst/>
              </a:prstGeom>
              <a:blipFill rotWithShape="1">
                <a:blip r:embed="rId11"/>
                <a:stretch>
                  <a:fillRect l="-8" t="-2340" r="2" b="-2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063341" y="5109404"/>
                <a:ext cx="2885559" cy="654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不存在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341" y="5109404"/>
                <a:ext cx="2885559" cy="654314"/>
              </a:xfrm>
              <a:prstGeom prst="rect">
                <a:avLst/>
              </a:prstGeom>
              <a:blipFill rotWithShape="1">
                <a:blip r:embed="rId12"/>
                <a:stretch>
                  <a:fillRect l="-17" t="-15072" r="21" b="-15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2037" y="364270"/>
                <a:ext cx="2399565" cy="10860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364270"/>
                <a:ext cx="2399565" cy="1086012"/>
              </a:xfrm>
              <a:prstGeom prst="rect">
                <a:avLst/>
              </a:prstGeom>
              <a:blipFill rotWithShape="1">
                <a:blip r:embed="rId1"/>
                <a:stretch>
                  <a:fillRect l="-5" t="-681" r="1" b="-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1277961"/>
                <a:ext cx="8749771" cy="10860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  <m:acc>
                      <m:accPr>
                        <m:chr m:val="̅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77961"/>
                <a:ext cx="8749771" cy="1086012"/>
              </a:xfrm>
              <a:prstGeom prst="rect">
                <a:avLst/>
              </a:prstGeom>
              <a:blipFill rotWithShape="1">
                <a:blip r:embed="rId2"/>
                <a:stretch>
                  <a:fillRect l="-1" t="-31" r="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24758" y="2182439"/>
                <a:ext cx="2399565" cy="10860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</m:oMath>
                </a14:m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58" y="2182439"/>
                <a:ext cx="2399565" cy="1086012"/>
              </a:xfrm>
              <a:prstGeom prst="rect">
                <a:avLst/>
              </a:prstGeom>
              <a:blipFill rotWithShape="1">
                <a:blip r:embed="rId3"/>
                <a:stretch>
                  <a:fillRect l="-25" t="-53" r="2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521602" y="2171097"/>
                <a:ext cx="1322693" cy="10860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602" y="2171097"/>
                <a:ext cx="1322693" cy="1086012"/>
              </a:xfrm>
              <a:prstGeom prst="rect">
                <a:avLst/>
              </a:prstGeom>
              <a:blipFill rotWithShape="1">
                <a:blip r:embed="rId4"/>
                <a:stretch>
                  <a:fillRect l="-1" t="-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594221" y="2176413"/>
                <a:ext cx="1322693" cy="10860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21" y="2176413"/>
                <a:ext cx="1322693" cy="1086012"/>
              </a:xfrm>
              <a:prstGeom prst="rect">
                <a:avLst/>
              </a:prstGeom>
              <a:blipFill rotWithShape="1">
                <a:blip r:embed="rId5"/>
                <a:stretch>
                  <a:fillRect l="-9" t="-25" r="8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2037" y="443403"/>
                <a:ext cx="3318577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443403"/>
                <a:ext cx="3318577" cy="942975"/>
              </a:xfrm>
              <a:prstGeom prst="rect">
                <a:avLst/>
              </a:prstGeom>
              <a:blipFill rotWithShape="1">
                <a:blip r:embed="rId1"/>
                <a:stretch>
                  <a:fillRect l="-4" t="-8369" r="6" b="-8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1437902"/>
                <a:ext cx="5058146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200" b="0" dirty="0"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acc>
                              <m:accPr>
                                <m:chr m:val="̅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437902"/>
                <a:ext cx="5058146" cy="942975"/>
              </a:xfrm>
              <a:prstGeom prst="rect">
                <a:avLst/>
              </a:prstGeom>
              <a:blipFill rotWithShape="1">
                <a:blip r:embed="rId2"/>
                <a:stretch>
                  <a:fillRect l="-2" t="-12755" r="10" b="-12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5046330" y="1484357"/>
                <a:ext cx="2779234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𝑖𝑥𝑦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330" y="1484357"/>
                <a:ext cx="2779234" cy="942975"/>
              </a:xfrm>
              <a:prstGeom prst="rect">
                <a:avLst/>
              </a:prstGeom>
              <a:blipFill rotWithShape="1">
                <a:blip r:embed="rId3"/>
                <a:stretch>
                  <a:fillRect l="-22" t="-10072" r="17" b="-10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033941" y="2580928"/>
                <a:ext cx="2779234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eqArr>
                          <m:eqArr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41" y="2580928"/>
                <a:ext cx="2779234" cy="942975"/>
              </a:xfrm>
              <a:prstGeom prst="rect">
                <a:avLst/>
              </a:prstGeom>
              <a:blipFill rotWithShape="1">
                <a:blip r:embed="rId4"/>
                <a:stretch>
                  <a:fillRect l="-20" t="-38549" r="14" b="-38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/>
          <p:cNvSpPr txBox="1"/>
          <p:nvPr/>
        </p:nvSpPr>
        <p:spPr>
          <a:xfrm>
            <a:off x="5308598" y="2627383"/>
            <a:ext cx="4035293" cy="942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二元实函数的极限问题</a:t>
            </a:r>
            <a:endParaRPr lang="en-US" altLang="zh-CN" sz="2800" b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033941" y="3718335"/>
                <a:ext cx="2779234" cy="942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eqArr>
                          <m:eqArr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𝑘𝑥</m:t>
                            </m:r>
                          </m:e>
                        </m:eqArr>
                      </m:lim>
                    </m:limLow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41" y="3718335"/>
                <a:ext cx="2779234" cy="942975"/>
              </a:xfrm>
              <a:prstGeom prst="rect">
                <a:avLst/>
              </a:prstGeom>
              <a:blipFill rotWithShape="1">
                <a:blip r:embed="rId5"/>
                <a:stretch>
                  <a:fillRect l="-20" t="-42939" r="14" b="-42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034030" y="4902200"/>
                <a:ext cx="3564255" cy="9188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030" y="4902200"/>
                <a:ext cx="3564255" cy="918845"/>
              </a:xfrm>
              <a:prstGeom prst="rect">
                <a:avLst/>
              </a:prstGeom>
              <a:blipFill rotWithShape="1">
                <a:blip r:embed="rId6"/>
                <a:stretch>
                  <a:fillRect t="-14582" b="-1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1"/>
          <p:cNvSpPr txBox="1"/>
          <p:nvPr/>
        </p:nvSpPr>
        <p:spPr>
          <a:xfrm>
            <a:off x="4572000" y="4995608"/>
            <a:ext cx="4035293" cy="15327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但该极限值依赖于</a:t>
            </a: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k, 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因此不可能相等</a:t>
            </a: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5308600" y="3676713"/>
            <a:ext cx="4035293" cy="15327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若上极限存在</a:t>
            </a: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它必须等于左侧极限结果</a:t>
            </a: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8" grpId="0"/>
      <p:bldP spid="9" grpId="0"/>
      <p:bldP spid="10" grpId="0"/>
      <p:bldP spid="12" grpId="0"/>
      <p:bldP spid="14" grpId="0"/>
      <p:bldP spid="15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5289" y="489562"/>
                <a:ext cx="8792210" cy="6546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讨论辐角主值函数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𝑎𝑟𝑔𝑧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</m:oMath>
                </a14:m>
                <a:r>
                  <a:rPr lang="zh-CN" altLang="en-US" sz="3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连续性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489562"/>
                <a:ext cx="8792210" cy="654685"/>
              </a:xfrm>
              <a:prstGeom prst="rect">
                <a:avLst/>
              </a:prstGeom>
              <a:blipFill rotWithShape="1">
                <a:blip r:embed="rId1"/>
                <a:stretch>
                  <a:fillRect l="-1" t="-5913" r="1" b="-5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 txBox="1"/>
          <p:nvPr/>
        </p:nvSpPr>
        <p:spPr>
          <a:xfrm>
            <a:off x="122037" y="82323"/>
            <a:ext cx="3582346" cy="44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复变函数的极限和连续性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5289" y="531629"/>
            <a:ext cx="9088711" cy="2551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7" y="1416013"/>
                <a:ext cx="5788365" cy="173973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𝑎𝑟𝑔𝑧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𝑎𝑟𝑐𝑡𝑎𝑛</m:t>
                              </m:r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&gt;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𝑎𝑟𝑐𝑡𝑎𝑛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𝜋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&lt;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&gt;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𝑎𝑟𝑐𝑡𝑎𝑛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𝜋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&lt;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&lt;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𝜋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 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&lt;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f>
                                <m:f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1416013"/>
                <a:ext cx="5788365" cy="1739732"/>
              </a:xfrm>
              <a:prstGeom prst="rect">
                <a:avLst/>
              </a:prstGeom>
              <a:blipFill rotWithShape="1">
                <a:blip r:embed="rId2"/>
                <a:stretch>
                  <a:fillRect l="-2" t="-101760" r="8" b="-101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8" name="墨迹 7"/>
              <p14:cNvContentPartPr/>
              <p14:nvPr/>
            </p14:nvContentPartPr>
            <p14:xfrm>
              <a:off x="637920" y="1108800"/>
              <a:ext cx="8371800" cy="54666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4"/>
            </p:blipFill>
            <p:spPr>
              <a:xfrm>
                <a:off x="637920" y="1108800"/>
                <a:ext cx="8371800" cy="5466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9" name="墨迹 8"/>
              <p14:cNvContentPartPr/>
              <p14:nvPr/>
            </p14:nvContentPartPr>
            <p14:xfrm>
              <a:off x="6227280" y="1309680"/>
              <a:ext cx="1296360" cy="341712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6"/>
            </p:blipFill>
            <p:spPr>
              <a:xfrm>
                <a:off x="6227280" y="1309680"/>
                <a:ext cx="1296360" cy="34171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17510" y="5290962"/>
                <a:ext cx="8792210" cy="6546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𝑎𝑟𝑔𝑧</m:t>
                    </m:r>
                  </m:oMath>
                </a14:m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在原点和负实轴上不连续</a:t>
                </a:r>
                <a:endPara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10" y="5290962"/>
                <a:ext cx="8792210" cy="654685"/>
              </a:xfrm>
              <a:prstGeom prst="rect">
                <a:avLst/>
              </a:prstGeom>
              <a:blipFill rotWithShape="1">
                <a:blip r:embed="rId7"/>
                <a:stretch>
                  <a:fillRect l="-4" t="-5841" r="4" b="-5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9350"/>
            <a:ext cx="9144000" cy="628650"/>
          </a:xfrm>
        </p:spPr>
      </p:pic>
      <p:sp>
        <p:nvSpPr>
          <p:cNvPr id="14" name="标题 1"/>
          <p:cNvSpPr txBox="1"/>
          <p:nvPr/>
        </p:nvSpPr>
        <p:spPr>
          <a:xfrm>
            <a:off x="175895" y="229870"/>
            <a:ext cx="8792210" cy="6546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题外话：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302895" y="1011555"/>
            <a:ext cx="8604250" cy="18065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1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本节的内容告诉我们复函数和实函数极限的区别与联系。明白定义的本质，就知道区别在哪里；掌握定理的意义，就清楚两者的联系。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36855" y="2818130"/>
            <a:ext cx="8542020" cy="18065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1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从联系看，复函数的极限等同于两个实函数的极限问题。以此为基础，大家试试将高数中相关的结论、性质推广到复数领域。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75895" y="4422775"/>
            <a:ext cx="8731250" cy="14884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1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这样的过程，能推动认识的深入，看到问题的本质，也是一种创造性思考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749520" y="6012000"/>
              <a:ext cx="3960" cy="50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749520" y="6012000"/>
                <a:ext cx="3960" cy="5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AyMzJkOGNiMDEyZDQzM2FkNGM4ODJmZGE4NDczMDMifQ=="/>
  <p:tag name="KSO_WPP_MARK_KEY" val="74336727-239d-4b23-989b-a11623c19ac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5650</Words>
  <Application>WPS 演示</Application>
  <PresentationFormat>全屏显示(4:3)</PresentationFormat>
  <Paragraphs>301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楷体</vt:lpstr>
      <vt:lpstr>Cambria Math</vt:lpstr>
      <vt:lpstr>MS Mincho</vt:lpstr>
      <vt:lpstr>等线</vt:lpstr>
      <vt:lpstr>微软雅黑</vt:lpstr>
      <vt:lpstr>Arial Unicode MS</vt:lpstr>
      <vt:lpstr>等线 Light</vt:lpstr>
      <vt:lpstr>Calibri</vt:lpstr>
      <vt:lpstr>Office 主题​​</vt:lpstr>
      <vt:lpstr>Equation.3</vt:lpstr>
      <vt:lpstr>Equation.3</vt:lpstr>
      <vt:lpstr>Equation.3</vt:lpstr>
      <vt:lpstr>Equation.3</vt:lpstr>
      <vt:lpstr>复变函数与积分变换</vt:lpstr>
      <vt:lpstr>本章的主要内容分为两部分：</vt:lpstr>
      <vt:lpstr>题外话</vt:lpstr>
      <vt:lpstr>教学目标：    </vt:lpstr>
      <vt:lpstr>     一、复变数列的极限            </vt:lpstr>
      <vt:lpstr>PowerPoint 演示文稿</vt:lpstr>
      <vt:lpstr>复数列极限的定义形式上与实数列极限的定义完全相同，因此其很多性质可以平行推广到复数列。</vt:lpstr>
      <vt:lpstr>PowerPoint 演示文稿</vt:lpstr>
      <vt:lpstr>     二、复变函数的极限和连续性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73</cp:revision>
  <dcterms:created xsi:type="dcterms:W3CDTF">2020-09-10T08:53:00Z</dcterms:created>
  <dcterms:modified xsi:type="dcterms:W3CDTF">2025-09-27T23:54:23Z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86905632878D4C948E6464F68455C868</vt:lpwstr>
  </property>
  <property fmtid="{D5CDD505-2E9C-101B-9397-08002B2CF9AE}" pid="3" name="KSOProductBuildVer">
    <vt:lpwstr>2052-12.1.0.22529</vt:lpwstr>
  </property>
</Properties>
</file>