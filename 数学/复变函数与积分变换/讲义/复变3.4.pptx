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2.xml" ContentType="application/inkml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9" r:id="rId5"/>
    <p:sldId id="286" r:id="rId6"/>
    <p:sldId id="303" r:id="rId7"/>
    <p:sldId id="260" r:id="rId8"/>
    <p:sldId id="346" r:id="rId9"/>
    <p:sldId id="280" r:id="rId10"/>
    <p:sldId id="271" r:id="rId11"/>
    <p:sldId id="281" r:id="rId12"/>
    <p:sldId id="347" r:id="rId13"/>
    <p:sldId id="304" r:id="rId14"/>
    <p:sldId id="305" r:id="rId15"/>
    <p:sldId id="311" r:id="rId16"/>
    <p:sldId id="348" r:id="rId17"/>
    <p:sldId id="272" r:id="rId18"/>
    <p:sldId id="349" r:id="rId19"/>
    <p:sldId id="273" r:id="rId20"/>
    <p:sldId id="350" r:id="rId21"/>
    <p:sldId id="306" r:id="rId22"/>
    <p:sldId id="307" r:id="rId23"/>
    <p:sldId id="275" r:id="rId24"/>
    <p:sldId id="274" r:id="rId25"/>
    <p:sldId id="351" r:id="rId26"/>
    <p:sldId id="308" r:id="rId27"/>
    <p:sldId id="282" r:id="rId28"/>
    <p:sldId id="313" r:id="rId29"/>
    <p:sldId id="315" r:id="rId30"/>
    <p:sldId id="276" r:id="rId31"/>
    <p:sldId id="283" r:id="rId32"/>
    <p:sldId id="316" r:id="rId33"/>
    <p:sldId id="278" r:id="rId34"/>
    <p:sldId id="279" r:id="rId35"/>
    <p:sldId id="284" r:id="rId36"/>
    <p:sldId id="318" r:id="rId37"/>
    <p:sldId id="285" r:id="rId38"/>
    <p:sldId id="341" r:id="rId39"/>
    <p:sldId id="342" r:id="rId40"/>
    <p:sldId id="352" r:id="rId41"/>
    <p:sldId id="343" r:id="rId42"/>
    <p:sldId id="345" r:id="rId43"/>
  </p:sldIdLst>
  <p:sldSz cx="9144000" cy="6858000" type="screen4x3"/>
  <p:notesSz cx="6858000" cy="9144000"/>
  <p:custDataLst>
    <p:tags r:id="rId4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27" y="10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7" Type="http://schemas.openxmlformats.org/officeDocument/2006/relationships/tags" Target="tags/tag2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147480000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05T13:14:13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4803.000 13660.000 11055 0,'-1.000'-2.000'976'0,"1.000"1.000"-784"0,0.000 1.000-192 0,0.000-1.000 0 0,0.000 1.000 496 0,0.000-1.000 48 0,-2.000 0.000 16 0,2.000-1.000 0 15,0.000-1.000 832-15,0.000 0.000 160 0,0.000 0.000 48 0,0.000 1.000 0 16,0.000 1.000-656-16,0.000 0.000-128 0,0.000 1.000-32 0,0.000 0.000 0 15,0.000 0.000-448-15,0.000 0.000-80 0,0.000 0.000-32 0,2.000 0.000 0 16,-2.000 0.000-224-16,0.000 0.000 0 0,0.000 0.000 0 0,1.000 1.000 0 0,-1.000-1.000 0 0,0.000 1.000-160 16,2.000-1.000 160-16,-2.000 1.000-192 15,2.000 1.000 192-15,-1.000-1.000 0 0,-1.000 1.000 0 0,2.000 2.000-128 0,-2.000-2.000 128 0,0.000-2.000 0 16,0.000 0.000 0-16,0.000 0.000 0 0,0.000 0.000 368 0,0.000 0.000 96 16,0.000 0.000 32-16,0.000 0.000 0 0,-5.000 24.000-304 0,5.000-22.000-64 15,-2.000-1.000-128-15,2.000-1.000 192 0,-1.000 1.000-192 0,-1.000 0.000 0 16,2.000-1.000 0-16,0.000 0.000 0 0,0.000 1.000 144 0,-3.000-2.000-144 15,3.000 1.000 128-15,0.000-1.000-128 0,0.000 1.000 0 0,0.000-1.000 128 16,-1.000-1.000-128-16,1.000 0.000 0 0,-2.000-1.000 960 0,2.000 0.000 96 16,2.000-1.000 32-16,-1.000-2.000 0 0,2.000 0.000-288 0,-1.000-3.000-48 15,1.000 1.000-16-15,0.000 1.000 0 0,-1.000 1.000-592 0,1.000 2.000-144 16,-1.000 1.000 0-16,-1.000 0.000 0 0,1.000 1.000 0 0,0.000 0.000 0 0,-1.000 2.000 0 0,-1.000 0.000 0 16,3.000 1.000 0-16,-3.000-1.000 0 0,0.000 0.000 0 0,0.000 1.000 0 15,2.000 0.000 0-15,-2.000 0.000 0 0,1.000 0.000-128 0,1.000 0.000 128 16,-2.000 2.000-144-16,2.000-1.000 144 15,-1.000 1.000-192-15,-1.000 1.000 192 0,0.000-4.000-176 0,0.000 0.000 176 0,0.000 0.000-160 0,0.000 0.000 160 32,0.000 0.000-528-32,0.000 0.000-16 0,0.000 0.000 0 0,0.000 0.000 0 0,0.000 34.000 192 0,-1.000-32.000 32 0,1.000-1.000 16 0,-2.000-1.000 0 15,2.000 1.000 80-15,-2.000-1.000 16 0,2.000 1.000 0 0,-1.000-1.000 0 16,-1.000 0.000 208-16,-1.000-1.000 0 0,0.000 1.000 0 0,0.000-1.000 160 16,1.000 1.000 432-16,1.000-1.000 96 0,-1.000 0.000 16 0,0.000 0.000 0 15,2.000 1.000-704-15,-1.000-1.000 0 0,-1.000 0.000 0 0,2.000 1.000-12960 16</inkml:trace>
  <inkml:trace contextRef="#ctx0" brushRef="#br0">4755.000 13996.000 3679 0,'0.000'0.000'320'0,"0.000"0.000"-320"0,0.000 0.000 0 0,0.000 0.000 0 0,0.000 0.000 2752 0,0.000 0.000 496 0,0.000 0.000 80 0,0.000 0.000 32 0,0.000 0.000-1392 0,0.000 0.000-288 0,0.000 0.000-48 0,-1.000 1.000-16 16,1.000-1.000-512-16,0.000 1.000-96 0,-2.000 1.000-32 0,2.000 1.000 0 16,-3.000 1.000-528-16,2.000 2.000-128 0,-1.000 1.000 0 0,2.000-7.000-16 15,0.000 0.000-304-15,-5.000 28.000 128 0,5.000-28.000-128 0,0.000 0.000 0 16,-5.000 29.000 0-16,5.000-29.000 0 0,0.000 0.000 0 0,0.000 37.000 0 0,0.000-37.000 0 0,0.000 0.000 0 16,0.000 33.000 0-16,0.000-33.000 0 0,0.000 0.000 0 0,0.000 0.000-144 15,10.000 39.000 144-15,-10.000-39.000 0 0,0.000 0.000 0 0,0.000 0.000 0 16,0.000 0.000 0-16,21.000 38.000 0 0,-21.000-38.000 0 0,0.000 0.000 0 15,0.000 0.000 0-15,0.000 0.000 0 0,0.000 0.000 0 0,36.000 26.000 0 16,-36.000-26.000 0-16,0.000 0.000 128 0,0.000 0.000 912 0,0.000 0.000 192 16,37.000 0.000 48-16,-37.000 0.000 0 0,18.000-8.000-512 0,-10.000 1.000-80 15,1.000 1.000-32-15,-2.000-4.000 0 0,1.000 1.000-320 0,0.000-4.000-64 16,-2.000 1.000-16-16,2.000-2.000 0 0,-3.000 1.000-128 0,1.000-2.000-128 16,-1.000 1.000 192-16,0.000 0.000-192 0,-2.000-1.000 128 0,1.000 2.000-128 15,0.000-1.000 0-15,-4.000 2.000 0 0,2.000 0.000 128 0,-4.000 2.000-128 16,2.000 2.000 0-16,-3.000 1.000 0 0,0.000 1.000 0 0,0.000 1.000 0 15,-1.000 0.000 0-15,0.000 2.000 0 0,-3.000 1.000 400 0,-1.000-1.000-16 0,0.000 1.000-16 16,0.000 0.000 0-16,-3.000 1.000 336 0,1.000 0.000 64 0,-2.000 0.000 0 0,0.000 1.000 16 16,1.000-1.000-560-16,0.000 0.000-224 0,0.000 0.000 176 0,1.000 0.000-176 15,2.000 1.000 0-15,-1.000 0.000 0 0,2.000-1.000 0 0,2.000 1.000 0 16,-1.000 0.000 0-16,3.000 0.000 0 0,0.000 1.000 0 0,1.000 0.000 0 31,1.000 2.000-1120-31,-3.000 2.000-160 0</inkml:trace>
  <inkml:trace contextRef="#ctx0" brushRef="#br0">7241.000 13606.000 13823 0,'0.000'1.000'1216'0,"0.000"-1.000"-960"0,0.000 0.000-256 15,0.000 0.000 0-15,0.000 0.000 1408 0,0.000 0.000 224 0,0.000 1.000 48 0,0.000 0.000 16 0,0.000 1.000-496 0,-1.000 1.000-112 0,-1.000 2.000 0 0,2.000-1.000-16 0,-2.000 2.000-912 0,2.000-6.000-160 16,0.000 0.000 0-16,0.000 0.000 0 0,0.000 0.000-128 0,0.000 0.000 128 16,0.000 28.000 0-16,0.000-25.000 0 0,2.000-1.000 0 0,-2.000 0.000-144 15,0.000 0.000 144-15,2.000-1.000 0 0,-2.000 0.000 0 0,0.000-1.000 0 16,0.000 1.000 0-16,0.000-1.000 0 0,0.000 0.000-128 0,0.000 0.000 128 0,0.000 1.000 0 0,-2.000-1.000 0 16,2.000 1.000-160-16,0.000 0.000 160 0,-2.000 0.000-128 0,1.000 2.000 128 15,1.000-1.000 0-15,0.000 0.000-128 0,-2.000-1.000 128 0,2.000 1.000 0 16,0.000 0.000 0-16,0.000-2.000 0 0,0.000 1.000 0 0,0.000-1.000-128 15,0.000 0.000 128-15,0.000 0.000 0 0,0.000 0.000 0 0,0.000-1.000 0 16,0.000 0.000 0-16,2.000-1.000 176 0,1.000-2.000-16 0,0.000-2.000 0 16,1.000 0.000 224-16,-1.000-1.000 32 0,0.000 0.000 16 0,3.000-1.000 0 15,-4.000 1.000-304-15,3.000 0.000-128 0,-2.000 0.000 0 0,0.000 1.000 128 16,-1.000 0.000-128-16,1.000 1.000 0 0,0.000-1.000 0 0,-1.000 2.000 128 16,-1.000 2.000-128-16,-1.000-1.000 128 0,2.000 1.000-128 0,-2.000-1.000 128 15,1.000 2.000 64-15,-1.000 0.000 16 0,0.000 0.000 0 0,0.000 1.000 0 16,0.000 0.000 112-16,0.000 0.000 32 15,0.000 0.000 0-15,0.000 0.000 0 0,0.000 0.000-224 0,0.000 0.000-128 0,0.000 1.000 128 0,0.000-1.000-128 0,0.000 0.000 128 16,0.000 1.000-128-16,-1.000 0.000 128 0,-1.000 1.000-128 0,2.000 1.000 368 0,-1.000 1.000 0 16,-1.000 0.000 0-16,-1.000 2.000 0 0,3.000-6.000-368 0,0.000 0.000 0 15,-5.000 19.000 0-15,2.000-13.000 0 0,3.000-6.000 0 0,0.000 0.000 0 16,-3.000 14.000 0-16,1.000-11.000-128 0,2.000 1.000 128 0,-2.000-2.000 0 16,2.000 0.000 0-16,0.000-1.000 0 0,0.000-1.000 0 0,-1.000 1.000 0 31,1.000-1.000 0-31,0.000 1.000 0 0,0.000-1.000 0 0,-2.000 1.000 0 15</inkml:trace>
  <inkml:trace contextRef="#ctx0" brushRef="#br0">6944.000 14176.000 14735 0,'0.000'0.000'1312'0,"0.000"0.000"-1056"0,0.000 0.000-256 0,0.000 0.000 0 0,0.000 0.000 896 0,0.000 0.000 128 0,0.000 0.000 32 0,0.000 0.000 0 16,0.000 1.000 656-16,1.000-1.000 128 0,-1.000 1.000 16 0,2.000-1.000 16 15,-2.000 0.000-1312-15,0.000 0.000-272 16,0.000 0.000-48-16,0.000 0.000-16 0,0.000 0.000-48 0,37.000 6.000-16 0,-37.000-6.000 0 0,0.000 0.000 0 15,35.000 2.000 160-15,-35.000-2.000 48 0,30.000 0.000 0 0,-30.000 0.000 0 16,37.000-1.000 432-16,-37.000 1.000 96 0,39.000-2.000 0 0,-39.000 2.000 16 16,43.000-5.000 144-16,-21.000 2.000 32 0,-1.000 0.000 0 0,3.000 0.000 0 15,0.000 0.000-848-15,0.000 0.000-240 0,-24.000 3.000 0 0,49.000-4.000 128 32,-49.000 4.000-912-32,50.000-3.000-176 0,-50.000 3.000-48 0,48.000-5.000 0 0,-48.000 5.000 816 0,39.000-3.000 192 0,-39.000 3.000 0 0,36.000-3.000 0 15,-36.000 3.000 832-15,0.000 0.000 144 0,33.000-3.000 48 0,-33.000 3.000 0 16,0.000 0.000-832-16,25.000-2.000-192 0,-25.000 2.000 0 0,0.000 0.000 0 0,0.000 0.000 0 15,0.000 0.000 0-15,0.000 0.000 0 0,19.000-3.000 0 16,-19.000 3.000-864-16,0.000 0.000-160 16,0.000 0.000-48-16,0.000 0.000 0 0,-1.000 0.000 1504 0,-1.000-1.000 288 0,0.000 1.000 64 0,-3.000-1.000-15584 15</inkml:trace>
  <inkml:trace contextRef="#ctx0" brushRef="#br0">7070.000 14360.000 19343 0,'0.000'0.000'1728'0,"0.000"0.000"-1392"0,0.000 0.000-336 0,0.000 0.000 0 0,0.000 0.000 256 0,0.000 0.000-32 0,0.000 1.000 0 0,0.000 0.000 0 16,0.000-1.000 112-16,0.000 0.000 32 0,0.000 0.000 0 0,0.000 0.000 0 16,0.000 0.000-368-16,7.000 37.000 0 0,-7.000-37.000 0 0,0.000 0.000 0 15,0.000 0.000 0-15,1.000 37.000 0 0,-1.000-37.000 0 0,0.000 0.000 0 16,0.000 26.000 0-16,0.000-26.000 0 0,0.000 0.000 0 0,-3.000 25.000 0 16,1.000-17.000 0-16,2.000-8.000 0 0,0.000 0.000 0 0,-4.000 22.000-128 15,4.000-22.000 128-15,-4.000 12.000 0 0,4.000-12.000-144 0,0.000 0.000 144 0,0.000 0.000-144 0,0.000 0.000 144 16,0.000 0.000-192-16,-6.000 22.000 192 15,6.000-22.000-704-15,0.000 0.000-48 0,0.000 0.000 0 0,0.000 0.000 0 32,0.000 0.000 272-32,0.000 0.000 48 0,6.000-3.000 16 0,-2.000-1.000 0 0,-1.000-2.000 48 0,0.000-1.000 16 0,2.000-1.000 0 0,1.000-2.000 0 0,-1.000 0.000 576 0,1.000-2.000 112 15,1.000-1.000 32-15,-1.000-1.000 0 0,2.000 0.000-176 0,-3.000-1.000-16 16,2.000 2.000-16-16,0.000-2.000 0 0,1.000 1.000-160 0,-1.000 1.000 0 16,1.000 0.000 144-16,-2.000 2.000-144 0,2.000 1.000 0 0,-3.000 1.000 0 15,1.000 1.000 0-15,-1.000 0.000 128 0,0.000 3.000-128 0,-2.000 1.000 144 16,-1.000 2.000-144-16,0.000 1.000 160 0,-1.000 1.000-160 0,-1.000 0.000 0 15,3.000 1.000 0-15,-3.000 1.000 0 0,0.000-2.000 0 0,0.000 0.000 0 0,0.000 0.000 144 16,0.000 0.000-144-16,5.000 45.000 1488 0,-5.000-45.000 240 0,0.000 30.000 32 0,0.000-30.000 16 16,0.000 35.000-560-16,0.000-35.000-96 0,-2.000 32.000-32 0,2.000-32.000 0 15,0.000 29.000-608-15,0.000-29.000-128 0,-1.000 27.000-32 0,1.000-27.000 0 16,0.000 0.000-144-16,-2.000 37.000-48 0,2.000-37.000 0 0,0.000 0.000 0 16,0.000 0.000-128-16,0.000 33.000 0 0,0.000-33.000 0 0,0.000 0.000 0 15,0.000 0.000 0-15,0.000 0.000 0 16,0.000 0.000 0-16,0.000 0.000 0 0,0.000 0.000-208 0,0.000 0.000 80 0,0.000 0.000 128 0,0.000 0.000-8800 15,0.000 0.000-1632-15</inkml:trace>
  <inkml:trace contextRef="#ctx0" brushRef="#br0">7288.000 14360.000 23039 0,'0.000'0.000'2048'0,"0.000"0.000"-1648"0,1.000 0.000-400 0,-1.000 0.000 0 0,0.000 0.000 144 0,0.000 0.000-144 0,0.000 0.000 160 0,0.000 0.000-160 0,0.000 0.000 720 0,0.000 0.000 48 15,34.000 2.000 16-15,-34.000-2.000 0 16,0.000 0.000-128-16,42.000-1.000-16 0,-42.000 1.000-16 0,0.000 0.000 0 0,46.000-2.000-368 0,-46.000 2.000-80 16,0.000 0.000-16-16,41.000-2.000 0 0,-41.000 2.000-160 0,0.000 0.000 0 15,31.000-4.000 0-15,-31.000 4.000 128 0,0.000 0.000-128 0,0.000 0.000 0 16,0.000 0.000 0-16,34.000-4.000 0 0,-34.000 4.000-128 0,0.000 0.000 128 15,0.000 0.000 0-15,0.000 0.000 0 16,0.000 0.000-400-16,0.000 0.000-16 0,0.000 0.000 0 0,0.000 0.000-12000 0</inkml:trace>
  <inkml:trace contextRef="#ctx0" brushRef="#br0">7399.000 14404.000 6447 0,'0.000'0.000'272'0,"-5.000"3.000"80"0,5.000-3.000-352 0,0.000 0.000 0 0,-5.000 4.000 0 0,5.000-4.000 0 15,0.000 0.000 1296-15,-7.000 11.000 192 0,7.000-11.000 48 0,-12.000 23.000 0 16,5.000-9.000 16-16,-1.000 2.000 16 0,0.000-1.000 0 0,2.000 0.000 0 16,-1.000 0.000-736-16,2.000-2.000-160 0,-2.000 0.000-32 0,0.000-2.000 0 15,7.000-11.000-448-15,-8.000 22.000-192 0,8.000-22.000 176 0,-8.000 17.000-176 16,8.000-17.000 0-16,0.000 0.000-208 0,0.000 0.000 16 0,0.000 0.000-8608 16</inkml:trace>
  <inkml:trace contextRef="#ctx0" brushRef="#br0">7408.000 14469.000 11055 0,'0.000'0.000'480'0,"0.000"0.000"112"0,0.000 0.000-464 0,0.000 0.000-128 16,0.000 0.000 0-16,0.000 0.000 0 0,0.000 0.000 1552 0,0.000 0.000 304 16,0.000 0.000 48-16,0.000 0.000 16 0,11.000 33.000-512 0,-11.000-33.000-112 15,0.000 0.000-16-15,0.000 0.000 0 0,0.000 0.000-304 0,21.000 37.000-64 0,-21.000-37.000-16 0,0.000 0.000 0 16,0.000 0.000-688-16,0.000 0.000-208 0,0.000 0.000 0 0,0.000 0.000 128 15,31.000 31.000 80-15,-31.000-31.000 32 0,0.000 0.000 0 0,0.000 0.000 0 16,0.000 0.000 432-16,0.000 0.000 96 0,39.000 0.000 0 0,-39.000 0.000 16 16,13.000-8.000-784-16,-7.000 2.000 0 0,1.000 0.000 0 0,0.000-1.000-144 31,0.000-3.000-736-31,0.000 0.000-144 0,-1.000-1.000-16 0,0.000 0.000-10912 0</inkml:trace>
  <inkml:trace contextRef="#ctx0" brushRef="#br0">7262.000 13948.000 3679 0,'-2.000'-2.000'320'0,"1.000"1.000"-320"0,1.000 0.000 0 0,0.000 0.000 0 16,0.000 1.000 2224-16,-2.000-1.000 368 0,2.000 1.000 80 0,0.000-1.000 16 0,0.000-2.000-544 0,0.000 1.000-96 0,-1.000 1.000-32 0,1.000-1.000 0 15,-2.000 1.000-736-15,2.000 0.000-128 0,0.000 1.000-48 0,0.000-1.000 0 16,0.000 1.000-160-16,0.000 0.000-48 0,0.000 0.000 0 0,0.000 0.000 0 15,0.000 0.000-384-15,0.000 0.000-64 0,0.000 0.000-32 0,0.000 1.000 0 0,0.000-1.000-160 0,0.000 0.000-48 16,0.000 0.000 0-16,0.000 1.000 0 0,0.000-1.000-64 0,2.000 1.000-16 16,-2.000-1.000 0-16,0.000 2.000 0 0,0.000 0.000-128 0,0.000-2.000 0 31,0.000 0.000 0-31,0.000 0.000 0 0,0.000 0.000 176 0,0.000 31.000 0 0,0.000-31.000 0 0,0.000 0.000 0 0,0.000 0.000 464 0,-2.000 31.000 80 16,2.000-31.000 32-16,0.000 0.000 0 0,0.000 0.000-512 15,-4.000 28.000-112-15,4.000-28.000 0 0,0.000 0.000-128 0,-2.000 23.000 128 0,0.000-17.000-128 16,2.000-6.000 0-16,0.000 0.000 0 0,0.000 0.000 0 0,0.000 30.000 0 15,0.000-30.000 0-15,0.000 0.000 0 0,0.000 0.000 0 0,0.000 0.000 0 16,2.000 31.000 0-16,-2.000-27.000 0 0,0.000 0.000 0 0,0.000-1.000 0 16,0.000 1.000 0-16,2.000-1.000 0 0,-2.000-1.000 0 0,0.000 0.000 0 15,0.000-1.000-128-15,0.000 0.000 128 0,0.000 0.000 0 0,0.000-1.000 0 0,0.000 0.000 0 0,-2.000-1.000 0 16,2.000 1.000 0-16,0.000 0.000 0 0,0.000 0.000 0 0,0.000-1.000-10192 16,0.000 1.000-1920-1</inkml:trace>
  <inkml:trace contextRef="#ctx0" brushRef="#br0">2890.000 13604.000 3679 0,'-1.000'0.000'320'0,"-1.000"-1.000"-320"0,2.000 1.000 0 0,-1.000 0.000 0 0,1.000 0.000 544 0,-2.000 0.000 32 0,2.000-2.000 16 0,-2.000 2.000 0 0,2.000-1.000 144 0,-3.000 0.000 32 16,3.000 1.000 0-16,0.000 0.000 0 0,-2.000 0.000-352 0,2.000 0.000-64 15,0.000-1.000-16-15,0.000 1.000 0 16,0.000 0.000-96-16,0.000 1.000-32 0,0.000-1.000 0 0,0.000 0.000 0 0,2.000 0.000 672 0,-2.000 0.000 128 15,2.000-1.000 16-15,-1.000 1.000 16 0,3.000 0.000-432 0,-1.000-1.000-96 16,2.000 0.000 0-16,2.000 0.000-16 0,-2.000 1.000-272 0,3.000-1.000-48 16,2.000 1.000-16-16,-2.000 0.000 0 0,0.000 1.000-160 0,3.000 0.000 0 15,-3.000-1.000 0-15,0.000 2.000 0 0,0.000-1.000 0 0,0.000 1.000 0 16,0.000 2.000 0-16,2.000-2.000 0 0,-2.000-1.000 0 0,1.000-1.000 0 16,-1.000 1.000 0-16,0.000-1.000 0 0,3.000 0.000 0 0,1.000-2.000 0 15,0.000 1.000 0-15,1.000-1.000 0 0,0.000-1.000 0 0,0.000 1.000 192 16,1.000 0.000-192-16,-1.000 0.000 192 0,1.000 0.000 656 0,1.000 1.000 144 0,-2.000 0.000 32 0,-1.000 1.000 0 15,1.000-1.000-880-15,-2.000 2.000-144 0,1.000-1.000 0 0,0.000 0.000 0 16,-4.000 2.000-176-16,2.000-2.000 176 0,1.000 1.000-128 0,-3.000 0.000 128 16,3.000-1.000 0-16,-3.000 0.000 0 0,2.000-1.000 0 0,1.000 0.000-128 15,-1.000 1.000 128-15,1.000-2.000 0 0,2.000 1.000 128 0,-1.000-2.000-128 16,0.000 2.000 0-16,0.000-1.000 0 0,2.000 0.000 0 0,0.000 1.000 0 16,-1.000-1.000 0-16,4.000 0.000 0 0,-1.000 1.000 128 0,-1.000 0.000-128 15,2.000 0.000 0-15,-1.000 1.000 0 0,1.000 1.000 0 0,0.000 0.000 0 16,-1.000 0.000 0-16,-3.000 1.000 0 0,1.000-1.000 0 0,0.000 1.000 0 15,-1.000-1.000-160-15,1.000 1.000 160 0,0.000-1.000-192 0,0.000 0.000 192 16,-3.000 0.000 0-16,3.000 0.000 0 0,0.000-1.000 0 0,-4.000-1.000 0 0,4.000 0.000 0 0,-2.000-1.000 0 16,2.000-1.000 0-16,1.000 1.000 0 0,-1.000 1.000 0 0,-1.000-2.000 0 15,1.000 1.000 0-15,2.000-1.000 0 0,-3.000 1.000 0 0,3.000-1.000 128 16,0.000 1.000-128-16,3.000 0.000 0 0,-3.000 1.000 0 0,3.000 1.000 0 16,-2.000 0.000 0-16,2.000 0.000 0 0,-2.000 1.000 0 0,2.000-1.000 0 15,-2.000 2.000 0-15,0.000-2.000 0 0,1.000 1.000 0 0,-4.000 0.000 0 16,2.000 0.000 0-16,-2.000-2.000 0 0,-1.000 0.000 0 0,3.000 0.000 0 15,-3.000-1.000 0-15,1.000 0.000 0 0,-1.000 1.000 0 0,0.000-1.000 0 16,0.000 0.000 0-16,-2.000-1.000 0 0,5.000 1.000 0 0,-3.000 1.000 0 16,3.000-1.000 0-16,-2.000 1.000 0 0,-1.000 0.000 0 0,1.000 1.000 0 15,-1.000 1.000 0-15,1.000 0.000 0 0,0.000-1.000 0 0,0.000 1.000 0 16,0.000 0.000 0-16,-1.000 0.000 0 0,1.000 0.000 0 0,1.000 1.000 0 0,-1.000 1.000 0 0,1.000-2.000 0 16,1.000 0.000 0-16,-1.000-1.000 0 0,0.000 0.000 0 0,-1.000 0.000 0 15,0.000-1.000-128-15,0.000-1.000 128 0,1.000 0.000 0 16,-3.000 0.000 0-16,4.000 1.000 0 0,-5.000 0.000 0 0,2.000-2.000 0 0,-2.000 1.000 0 15,2.000 1.000 0-15,-2.000 0.000 0 0,2.000 0.000 0 0,-2.000 0.000 0 16,0.000 2.000 0-16,-3.000 0.000 0 0,1.000-1.000 0 0,0.000 1.000 0 16,-1.000 0.000-128-16,1.000 1.000 128 0,1.000-1.000 0 0,-2.000 0.000 0 15,3.000 1.000 0-15,-3.000-1.000 0 0,1.000 0.000 0 0,0.000-1.000 0 16,0.000 0.000 0-16,2.000 0.000 0 0,-1.000 0.000 0 0,1.000 0.000 0 16,1.000 0.000 0-16,0.000 0.000 0 0,0.000-1.000 0 0,0.000 0.000 0 15,0.000 0.000 128-15,0.000 1.000-128 0,-2.000 0.000 0 0,1.000 0.000 0 16,0.000 0.000 0-16,-1.000 1.000 0 0,1.000-1.000 0 0,-3.000 0.000 0 0,3.000 0.000 0 0,-4.000 1.000 0 15,-1.000 0.000 0-15,2.000 0.000-160 0,0.000 1.000 160 0,0.000-1.000 0 16,0.000 1.000 0-16,0.000-2.000 0 0,0.000 0.000 0 0,-3.000 0.000 0 16,3.000 1.000 0-16,-3.000-1.000 0 0,1.000-1.000 0 0,1.000 0.000 0 15,0.000-1.000 0-15,0.000 0.000 0 0,-1.000 4.000 0 0,-1.000-1.000 0 16,3.000 0.000 0-16,-2.000 1.000 0 0,1.000-2.000 0 0,-1.000 1.000 0 16,-1.000 0.000 0-16,1.000-1.000 0 0,-1.000 1.000 0 0,-1.000-1.000 0 15,2.000 1.000 0-15,0.000-1.000-128 0,-1.000 0.000 128 0,0.000 0.000 0 16,1.000 1.000 0-16,1.000-2.000 0 0,-1.000 1.000 0 0,2.000 0.000 0 15,0.000-1.000 0-15,0.000 1.000 128 0,0.000 0.000-128 0,0.000 0.000 0 16,2.000-1.000 0-16,-1.000 1.000 0 0,-1.000 0.000 0 0,0.000 0.000 0 16,2.000-1.000 0-16,-1.000 1.000 0 0,-2.000 1.000 0 0,2.000 0.000 0 0,-1.000 0.000 0 15,-1.000-1.000 0-15,2.000 0.000 0 0,-2.000 1.000 0 0,1.000 0.000 0 0,0.000-2.000 0 16,0.000 0.000 0-16,0.000-2.000 0 0,1.000 2.000 0 0,-1.000 0.000 0 16,2.000 1.000 0-16,-1.000 0.000 0 0,0.000 0.000 0 0,-3.000 0.000 0 15,3.000 0.000 0-15,0.000 1.000 0 0,-3.000-1.000 0 0,3.000 0.000 0 16,-2.000 1.000 0-16,-2.000 1.000 0 15,4.000-1.000 0-15,-4.000 1.000 0 0,2.000-1.000 0 0,-1.000 0.000 0 0,3.000 0.000 0 0,-2.000 0.000 0 16,1.000 1.000 0-16,3.000-1.000 0 0,-1.000 0.000 0 0,-1.000 0.000 0 16,1.000-1.000 0-16,0.000 0.000 0 0,-1.000 1.000 0 0,-1.000 0.000 0 15,3.000 0.000 0-15,-3.000 1.000 0 0,-1.000-1.000 0 0,2.000 0.000 0 0,1.000 1.000 0 0,-2.000 0.000 0 16,1.000 0.000 0-16,-2.000 0.000 0 0,3.000 1.000 0 0,-1.000-2.000 0 16,1.000 1.000 0-16,2.000 0.000 0 0,0.000 1.000 0 0,0.000 1.000 0 15,0.000-1.000 0-15,2.000 0.000 0 0,-1.000 0.000 0 0,0.000-1.000-128 16,-2.000 0.000 128-16,3.000 0.000 0 0,-2.000 0.000 0 0,0.000-1.000 0 15,-2.000 1.000 0-15,3.000-1.000 0 0,-4.000 2.000 0 0,4.000-2.000 0 16,-3.000 0.000 0-16,-1.000 0.000 0 0,1.000 1.000 0 0,0.000 0.000 0 16,-1.000-1.000 0-16,-1.000 0.000 0 0,3.000 1.000 0 0,-1.000-1.000 0 15,0.000 0.000 0-15,2.000 1.000-128 16,-2.000-1.000 128-16,1.000 0.000 0 0,0.000 1.000 0 0,-1.000-1.000 0 0,-1.000 0.000 0 0,1.000 1.000 0 16,3.000-2.000 0-16,-2.000 0.000 0 0,0.000 0.000 0 0,-1.000 0.000 0 15,1.000 0.000 0-15,0.000 0.000 0 0,0.000 0.000 0 0,2.000 0.000 0 16,-2.000 0.000 0-16,1.000 0.000 128 0,0.000 0.000-128 0,-2.000 1.000 0 0,1.000-1.000 0 0,-3.000 0.000 0 15,2.000 0.000 0-15,1.000 0.000 0 0,0.000 0.000 0 0,0.000 0.000 128 16,-1.000 0.000-128-16,1.000 0.000 0 0,0.000-1.000 0 0,-1.000-1.000 0 16,1.000 1.000 0-16,-1.000 0.000 0 0,1.000-1.000 0 0,-1.000 1.000 0 15,1.000-1.000 0-15,-2.000 1.000 0 0,0.000-1.000 0 0,0.000 1.000-128 16,-1.000-1.000 128-16,0.000 0.000 0 0,3.000 0.000 0 0,-3.000 1.000 0 16,3.000-1.000 0-16,-1.000 0.000 0 0,1.000 0.000 0 0,-1.000 0.000 0 15,1.000 1.000 0-15,0.000-1.000 0 0,1.000 1.000 0 16,2.000-1.000 0-16,-1.000 1.000 0 0,3.000 0.000 0 0,-1.000 0.000 0 0,2.000-1.000 0 0,0.000 1.000 0 0,2.000 0.000 0 15,-1.000 1.000 0-15,-2.000 0.000 0 0,0.000 0.000 0 0,-2.000 0.000 0 16,-1.000 0.000 0-16,0.000 0.000 0 0,-2.000 0.000 0 0,0.000 0.000 0 16,-1.000-1.000 0-16,2.000 1.000 0 0,-2.000 1.000 0 0,0.000-1.000 0 15,1.000 1.000 0-15,-1.000-2.000-128 0,2.000 1.000 128 0,-2.000-1.000 0 16,1.000 0.000 0-16,1.000 0.000 0 0,2.000-1.000 0 0,-3.000 1.000 0 16,3.000-2.000 0-16,-2.000 2.000 0 0,0.000 0.000 0 0,0.000-1.000 0 15,0.000 1.000 0-15,-2.000-1.000 0 0,3.000 1.000 0 0,-2.000 1.000 0 16,0.000-1.000 0-16,-1.000 1.000 128 0,0.000 0.000-128 0,1.000 0.000 0 15,-2.000 1.000 0-15,2.000-1.000 0 0,-1.000 1.000 0 0,1.000 0.000 0 16,-1.000 0.000 0-16,0.000 0.000-128 0,2.000 1.000 128 0,-2.000-1.000 0 16,1.000 0.000 0-16,0.000 2.000 0 0,0.000-1.000 0 0,-1.000-1.000 0 15,1.000 0.000 0-15,-1.000 0.000-128 0,0.000 0.000 128 0,2.000 0.000 0 0,-4.000-1.000 0 0,3.000 0.000 0 16,2.000 0.000 0-16,-2.000-1.000 0 0,1.000 1.000 0 0,0.000 0.000 0 16,-2.000-1.000 0-16,1.000 1.000 0 0,-1.000 0.000 0 0,-2.000 0.000 128 15,3.000 0.000-128-15,-3.000 0.000 0 0,3.000 0.000 0 0,-3.000 1.000 0 16,0.000-1.000 0-16,-3.000 1.000 0 0,3.000 0.000 0 0,-2.000 0.000 0 15,1.000 0.000 0-15,-1.000 0.000 0 0,0.000 0.000 0 0,1.000 0.000-128 16,-2.000 0.000 128-16,1.000 0.000 0 0,-1.000 0.000 0 0,1.000 0.000 0 16,-1.000 0.000 0-16,0.000 0.000 0 0,4.000 0.000 0 0,-2.000 0.000 0 15,1.000-1.000 0-15,1.000 2.000 0 0,1.000-2.000 0 0,3.000 0.000 0 16,-2.000 1.000 0-16,0.000-2.000 0 0,4.000 1.000 0 0,-3.000 0.000 0 16,0.000 1.000 0-16,-1.000-2.000 128 0,0.000 1.000-128 0,-2.000 0.000 0 15,1.000-2.000 0-15,-3.000 2.000 0 16,2.000 0.000 0-16,-1.000 0.000 0 0,-1.000 2.000 0 0,2.000-2.000 0 0,-1.000 1.000 0 0,-3.000 0.000 0 0,2.000-1.000 0 0,0.000 1.000 0 15,0.000 0.000 0-15,0.000 0.000 0 0,0.000 0.000 0 0,0.000 0.000 0 16,-1.000-1.000 0-16,1.000 1.000 0 0,0.000-1.000 0 0,0.000 0.000 0 16,3.000 0.000 0-16,-1.000 0.000-128 0,-1.000 0.000 128 0,3.000-1.000 0 15,-3.000 1.000 0-15,2.000 0.000 128 0,1.000-1.000-128 0,-1.000 1.000 0 16,2.000-1.000 0-16,-2.000 1.000 0 0,3.000 0.000 0 0,-2.000 0.000 0 16,0.000 1.000 0-16,1.000-1.000 0 0,2.000 1.000 0 0,-3.000-1.000 0 15,3.000 0.000 0-15,1.000 1.000 0 0,-1.000 0.000 0 0,2.000-1.000 0 16,0.000 1.000 0-16,0.000 0.000 0 0,2.000-1.000 0 0,-2.000 0.000 0 15,1.000 0.000 0-15,1.000 0.000 0 0,-2.000-1.000 0 0,0.000 0.000 0 0,2.000 0.000 0 16,-4.000 0.000 0-16,2.000-1.000 0 0,0.000 1.000 0 16,0.000-1.000 0-16,-2.000 0.000 0 0,4.000 0.000 0 0,-5.000 1.000 0 0,3.000-1.000 0 15,-2.000 1.000 128-15,2.000 0.000-128 0,0.000-1.000 0 0,0.000 1.000 0 0,0.000-1.000 0 16,0.000 1.000 0-16,2.000 0.000 0 0,-2.000 0.000 0 0,3.000-1.000 0 16,0.000 1.000 0-16,0.000-1.000 128 0,-1.000 1.000-128 0,3.000-1.000 0 15,-2.000-1.000 0-15,-2.000 1.000 0 0,-2.000 1.000 0 0,1.000-1.000 0 16,1.000 1.000 0-16,-2.000-1.000 0 0,-1.000 0.000 0 0,-2.000 0.000 0 15,2.000 0.000 0-15,0.000 1.000 0 0,-4.000 0.000 0 0,4.000 1.000 0 16,-1.000-1.000 0-16,1.000 0.000 0 16,-2.000 0.000 0-16,0.000 1.000 0 0,0.000-1.000 0 0,2.000 1.000 0 0,-2.000-1.000 0 0,2.000 1.000 0 15,-1.000-1.000 0-15,1.000-1.000 0 0,2.000 2.000 0 0,-2.000-1.000 0 16,2.000 1.000 0-16,0.000 0.000 0 0,-1.000-1.000 0 0,-1.000 1.000 0 0,1.000 0.000 0 0,-1.000-1.000 0 16,3.000 1.000 0-16,-5.000 0.000-128 0,2.000 0.000 128 0,-1.000 0.000 0 15,0.000 0.000 0-15,-2.000 0.000 0 0,3.000 0.000 0 0,-4.000 0.000 0 16,1.000 0.000 0-16,-3.000 0.000 0 0,0.000-1.000 0 0,0.000 1.000 0 15,-3.000 0.000 0-15,1.000 0.000 0 0,-2.000 0.000 0 0,0.000-1.000 0 16,3.000 1.000 0-16,-1.000-1.000 0 0,1.000 2.000 0 0,0.000-1.000 0 16,-2.000 0.000 0-16,3.000 0.000 0 0,-3.000 1.000 0 0,3.000-1.000 0 15,-2.000 0.000 0-15,-1.000 1.000 0 0,0.000-1.000 0 0,3.000 0.000 0 16,-2.000 1.000 0-16,3.000-1.000 0 0,0.000 0.000 0 0,-1.000 1.000 0 16,0.000-1.000 0-16,2.000 0.000 0 0,-2.000-1.000 0 0,1.000 1.000 0 15,-1.000-1.000 0-15,-1.000 1.000 128 16,-1.000-1.000-128-16,0.000 1.000 0 0,2.000-1.000 0 0,-3.000 0.000 0 0,0.000 0.000 0 0,0.000 0.000 0 0,0.000 1.000 128 0,-2.000 0.000-128 15,0.000 0.000 0-15,-1.000 0.000 0 16,-1.000 0.000 0-16,-1.000 0.000 0 0,0.000 0.000 0 0,0.000 0.000 0 0,0.000 0.000 0 0,0.000 1.000 0 16,0.000-1.000 0-16,0.000 0.000 0 0,0.000-1.000 0 0,0.000 1.000 0 15,0.000 0.000 0-15,2.000 1.000-160 0,-2.000-1.000 160 0,0.000 0.000 0 16,0.000 0.000 0-16,2.000 0.000 0 16,-1.000 0.000 0-16,-1.000 0.000 0 0,3.000 0.000 0 0,-1.000 1.000 0 0,-1.000-1.000 0 0,1.000 0.000 0 15,3.000 0.000 0-15,-2.000 0.000 0 0,2.000-1.000 0 0,1.000 1.000 0 16,-1.000-1.000 0-16,1.000 1.000 0 0,1.000-1.000 0 0,2.000 0.000 0 15,-2.000 0.000 0-15,-1.000 0.000 0 0,2.000 0.000 0 0,-2.000-1.000 0 16,3.000 1.000 0-16,0.000 0.000 0 0,1.000-1.000 0 0,0.000 1.000 0 16,2.000 0.000 0-16,0.000-2.000 0 0,0.000 2.000 0 0,0.000-1.000 0 0,0.000 1.000 0 0,-2.000-1.000 0 15,1.000 1.000 128-15,-3.000 1.000-128 0,0.000-1.000 0 0,0.000 0.000 0 16,0.000 1.000 0-16,0.000-1.000 0 0,0.000 1.000 0 0,-2.000-1.000 0 16,1.000 1.000 0-16,0.000 0.000 0 0,0.000 0.000 0 0,-4.000 0.000 0 15,2.000 1.000 0-15,-1.000-1.000 0 0,-1.000 0.000 0 0,1.000 0.000 0 16,-1.000 0.000 0-16,2.000 0.000 0 0,0.000-1.000 0 0,0.000 1.000 0 15,1.000-1.000 0-15,-1.000 0.000 0 0,0.000 0.000 128 0,2.000 1.000-128 16,0.000-1.000 0-16,1.000 0.000 144 16,-1.000 0.000-144-16,4.000 1.000 0 0,-3.000-1.000 0 0,2.000 0.000 128 0,4.000 0.000-128 0,0.000 0.000 192 15,1.000 0.000-192-15,2.000-2.000 192 0,2.000 2.000-192 0,0.000 0.000 0 16,-1.000 0.000 0-16,0.000 0.000 0 0,1.000 1.000 0 0,-2.000-1.000 0 0,-2.000 0.000 0 16,1.000 0.000 0-16,-5.000 0.000 0 0,2.000 0.000 0 15,-2.000 1.000 0-15,2.000-1.000 0 0,-5.000 1.000 0 0,3.000-1.000 0 0,-3.000 0.000 0 16,0.000 0.000 0-16,3.000 1.000 0 0,-4.000-1.000 0 15,1.000 0.000 0-15,1.000 1.000 0 0,-2.000-1.000 0 0,-1.000 0.000 0 0,-1.000 0.000 0 0,1.000 0.000 0 16,-1.000 0.000 0-16,0.000 0.000 0 0,0.000 1.000 144 0,3.000-2.000-144 16,-5.000 1.000 0-16,2.000 1.000 144 0,0.000-1.000-144 0,0.000 1.000 0 15,-1.000 0.000 0-15,1.000-1.000 0 0,-2.000 1.000 0 0,0.000 0.000 0 16,2.000 0.000 0-16,-3.000 1.000 0 0,0.000-1.000 0 0,-1.000 0.000 0 16,2.000 0.000 0-16,-3.000 0.000 0 0,3.000 0.000 0 0,-3.000 0.000 0 15,0.000 1.000-128-15,0.000 0.000 128 16,0.000 1.000 0-16,0.000 0.000-144 15,-1.000 1.000 0-15</inkml:trace>
  <inkml:trace contextRef="#ctx0" brushRef="#br0">9783.000 13447.000 2751 0,'3.000'0.000'256'0,"-3.000"0.000"-256"0,-3.000-1.000 0 0,3.000 1.000 0 0,0.000-1.000 592 0,0.000 0.000 80 16,-3.000 0.000 16-16,3.000-2.000 0 0,-3.000-1.000 656 0,1.000-1.000 128 16,2.000 1.000 16-16,0.000 0.000 16 0,-1.000 1.000-304 0,-1.000 1.000-64 15,2.000 0.000-16-15,0.000 0.000 0 0,0.000 1.000-432 0,0.000 0.000-96 16,-1.000 0.000-16-16,1.000 1.000 0 0,1.000 0.000 48 0,-1.000 0.000 0 15,0.000 0.000 0-15,-1.000 0.000 0 0,2.000 0.000-304 0,-2.000 0.000-64 16,1.000 1.000-16-16,0.000-1.000 0 0,0.000 0.000-240 0,0.000 1.000 0 16,1.000-1.000 0-16,-1.000 0.000 0 0,0.000 1.000-176 0,0.000-1.000 176 0,2.000 1.000-160 0,-1.000-1.000 160 15,-1.000 1.000-128-15,2.000 1.000 128 16,0.000-1.000 0-16,-1.000 0.000-144 0,2.000 0.000 144 0,-1.000 1.000 0 0,-1.000 0.000 0 0,1.000-1.000 0 16,1.000 2.000 0-16,1.000-1.000 0 0,0.000 0.000 128 0,1.000 1.000-128 15,1.000 0.000 128-15,-2.000 0.000-128 0,-1.000 0.000 128 0,0.000 0.000-128 16,4.000 1.000 0-16,-1.000 0.000 0 0,-1.000 2.000 0 0,-1.000-1.000 0 15,1.000 0.000 0-15,0.000-1.000 0 0,1.000 0.000 0 0,-2.000 1.000 128 16,0.000-2.000-128-16,1.000 0.000 0 0,0.000 0.000 0 0,1.000-1.000 0 16,-2.000-1.000 0-16,-1.000 1.000 0 0,-2.000-1.000 0 0,4.000 0.000 128 15,0.000 1.000 112-15,1.000-1.000 16 0,-1.000 0.000 16 0,0.000 1.000 0 16,0.000-1.000 736-16,-2.000-1.000 144 0,3.000 1.000 16 0,-2.000-1.000 16 16,-1.000 1.000-944-16,2.000 0.000-240 0,-4.000 0.000 0 0,4.000 0.000 0 0,1.000 0.000 0 0,1.000-1.000 0 15,-4.000 1.000 0-15,2.000-1.000 0 0,-2.000 0.000 0 0,3.000 0.000 0 16,-1.000 0.000 0-16,-2.000 0.000 0 0,1.000 0.000 0 0,-1.000 0.000 0 15,-1.000 0.000 0-15,-1.000 1.000 0 16,-1.000-1.000 0-16,3.000 0.000 0 0,-3.000 0.000 0 0,0.000 0.000 0 0,0.000 0.000 0 0,0.000 0.000 0 16,-3.000 0.000 0-16,2.000 1.000 0 0,1.000-1.000 0 0,-2.000 0.000 0 15,2.000 0.000 0-15,0.000 0.000 0 0,2.000 0.000 0 0,-2.000 0.000 0 16,0.000 0.000 128-16,1.000 1.000-128 0,-1.000-1.000 1376 0,-1.000 0.000 224 16,-1.000 0.000 64-16,-1.000 1.000 0 0,1.000 1.000-1024 0,-1.000 0.000-192 15,0.000 2.000-32-15,-1.000 2.000-16 0,-2.000 1.000-240 0,-2.000 1.000-160 16,-2.000 4.000 192-16,-2.000 0.000-192 0,2.000 4.000 0 0,-3.000 2.000 0 0,0.000-1.000 0 15,-1.000 2.000-144-15,1.000-1.000 144 0,-1.000 1.000-160 0,-2.000-1.000 160 0,0.000 4.000-14544 16</inkml:trace>
  <inkml:trace contextRef="#ctx0" brushRef="#br1">6210.000 13625.000 4319 0,'1.000'2.000'0'0,"-1.000"-2.000"176"0,0.000 0.000-48 0,0.000 0.000 0 0,0.000 0.000-128 0,0.000 0.000 0 0,0.000 0.000 0 0,0.000 0.000 0 0,0.000 0.000 1744 0,0.000-2.000 320 0,0.000 2.000 64 0,0.000 0.000 16 0,0.000 0.000-160 0,0.000-1.000-48 16,0.000 1.000 0-16,0.000-1.000 0 0,0.000 1.000-272 0,0.000 0.000-64 15,0.000 1.000-16-15,0.000-1.000 0 0,0.000 0.000-304 0,0.000 0.000-64 0,0.000 1.000-16 0,0.000 1.000 0 16,0.000-2.000-496-16,0.000 0.000-112 0,0.000-2.000-16 0,0.000 2.000 0 15,0.000 2.000-576-15,0.000-2.000 0 0,0.000 0.000 0 0,0.000 1.000 0 16,2.000 0.000-192-16,-2.000 1.000 32 0,3.000 1.000 16 0,0.000 0.000 0 16,-3.000-3.000 144-16,0.000 0.000-128 0,0.000 0.000 128 0,0.000 0.000-128 15,0.000 0.000 128-15,0.000 0.000 0 0,0.000 0.000 0 0,0.000 0.000 0 16,0.000 0.000 0-16,18.000 40.000-160 0,-16.000-38.000 160 0,-2.000 0.000 0 16,1.000-1.000-128-16,-1.000 0.000 128 0,0.000-1.000 0 0,0.000 0.000 0 31,0.000 0.000-608-31,0.000 0.000-16 0,0.000 0.000 0 0,-1.000-1.000 0 0,-1.000 1.000 624 0,2.000-2.000 0 0,-2.000 1.000 0 0,2.000 0.000 0 15,-1.000-1.000 0-15,-1.000-2.000 128 0,0.000 1.000-128 0,1.000-1.000 128 16,-1.000-1.000 80-16,0.000-1.000 16 0,1.000-1.000 0 0,1.000 1.000 0 16,0.000 0.000-80-16,0.000-1.000-16 0,0.000 1.000 0 0,0.000 0.000 0 15,1.000 1.000-128-15,-1.000 1.000 0 0,2.000 0.000 144 0,-2.000-1.000-144 16,2.000 3.000 0-16,-1.000 0.000 0 0,-1.000 2.000 0 0,0.000 0.000 0 0,0.000 0.000 0 0,0.000 0.000 0 16,0.000 1.000 0-16,0.000 0.000 0 15,0.000 0.000 0-15,0.000-1.000 0 0,0.000 0.000 0 0,0.000 0.000-128 0,0.000 2.000 128 0,0.000 2.000-128 16,0.000 1.000 128-16,0.000-2.000-128 0,-1.000-1.000 128 0,-1.000 0.000 0 15,2.000 0.000 0-15,0.000 0.000 0 0,-2.000 1.000 0 0,2.000-1.000 0 16,-1.000 1.000 0-16,1.000-1.000 0 0,0.000-1.000-144 0,0.000 1.000-48 16,-2.000-1.000-16-16,2.000 0.000 0 15,0.000-1.000-688-15,0.000 0.000-128 0,2.000 0.000-16 0,-2.000 0.000-16 0,0.000 0.000 624 16,0.000 0.000 128-16,0.000 0.000 32 0,0.000-1.000 0 0,0.000 1.000 272 0,0.000-2.000 0 0,0.000 1.000 128 0,0.000 0.000-128 16,0.000-3.000 672-16,0.000 2.000 32 0,0.000 0.000 16 0,0.000 0.000 0 15,0.000 0.000-384-15,1.000 1.000-80 0,-1.000-1.000 0 0,2.000 1.000-16 31,-2.000 1.000-240-31,0.000 0.000 0 0,0.000 0.000 0 0,0.000 1.000 0 0,0.000-1.000 0 0,2.000 2.000 0 0,-2.000 0.000 0 0,1.000 2.000 0 16,-1.000 1.000-128-16,0.000-5.000 128 0,0.000 0.000 0 0,0.000 0.000 0 16,0.000 0.000 0-16,-3.000 32.000 192 0,3.000-26.000 0 0,0.000 0.000 0 15,-2.000 2.000-192-15,1.000-2.000-240 0</inkml:trace>
  <inkml:trace contextRef="#ctx0" brushRef="#br1">5667.000 14279.000 11967 0,'0.000'0.000'1072'0,"-2.000"0.000"-864"0,2.000 0.000-208 0,0.000 0.000 0 0,0.000 1.000 880 0,0.000-1.000 128 0,-2.000 1.000 16 0,0.000-1.000 16 16,0.000 1.000 448-16,1.000 0.000 96 0,-1.000 0.000 16 0,2.000-1.000 0 16,0.000 1.000-1136-16,0.000-1.000-208 0,2.000 1.000-64 0,-1.000 1.000 0 15,1.000-2.000 496-15,-2.000 0.000 80 0,0.000 0.000 32 0,0.000 0.000 0 16,0.000 0.000 128-16,35.000 5.000 32 0,-35.000-5.000 0 0,0.000 0.000 0 16,34.000-1.000-448-16,-34.000 1.000-64 0,27.000-2.000-32 0,-27.000 2.000 0 15,27.000-5.000 624-15,-27.000 5.000 128 0,32.000-5.000 32 0,-17.000 2.000 0 16,1.000-1.000-800-16,-1.000 1.000-144 0,0.000-1.000-48 0,2.000 0.000 0 15,-1.000 1.000-80-15,-1.000 0.000 0 0,2.000 0.000-128 0,-1.000-1.000 192 16,-1.000 1.000-944 0,-15.000 3.000-192-16,33.000-4.000-32 0,-33.000 4.000-16 0,34.000-2.000 784 0,-34.000 2.000 208 0,31.000-1.000 0 0,-31.000 1.000 0 0,30.000 1.000 0 0,-30.000-1.000 0 15,0.000 0.000 0-15,38.000 2.000-128 0,-38.000-2.000 128 0,0.000 0.000 0 16,0.000 0.000 0-16,42.000 3.000 0 0,-42.000-3.000 0 0,0.000 0.000 0 16,32.000-2.000 0-16,-32.000 2.000 0 0,22.000-4.000 0 0,-11.000 2.000 0 15,-3.000 0.000 0-15,2.000-1.000 0 0,-1.000 1.000 0 0,0.000-2.000 0 16,0.000 2.000 0-16,-1.000 0.000 0 0,-1.000 0.000 0 0,-1.000 0.000 0 15,2.000 0.000 0-15,-3.000 1.000 0 0,0.000 0.000 0 0,0.000 0.000 0 16,-1.000 1.000 0-16,-1.000 0.000 0 0,0.000 0.000 0 0,-1.000 0.000 0 16,0.000 0.000 0-16,-1.000 1.000 0 0,-1.000-1.000 0 0,2.000 0.000 0 15,-2.000 0.000 0-15,0.000 0.000-128 0,0.000 0.000 128 0,0.000 0.000 0 16,0.000-1.000 0-16,0.000 1.000 0 0,0.000 0.000 0 0,0.000-1.000 0 0,-2.000 2.000 0 16,2.000-2.000-128-16,0.000 1.000-96 0,0.000-2.000-16 0</inkml:trace>
  <inkml:trace contextRef="#ctx0" brushRef="#br1">5912.000 13869.000 17503 0,'-2.000'0.000'768'0,"2.000"0.000"176"0,0.000 0.000-752 0,0.000-1.000-192 0,0.000 2.000 0 0,0.000-1.000 0 0,0.000 0.000 640 0,0.000 1.000 80 0,0.000-1.000 32 0,0.000 1.000 0 0,0.000 1.000-48 0,2.000 1.000 0 0,-2.000-3.000 0 0,0.000 0.000 0 16,0.000 0.000-704-16,0.000 0.000 0 16,0.000 0.000 0-16,13.000 44.000 0 0,-13.000-44.000 0 0,0.000 0.000 144 0,0.000 0.000-144 0,6.000 41.000 192 15,-6.000-41.000-64-15,0.000 0.000 0 0,0.000 0.000 0 0,3.000 40.000 0 16,-3.000-31.000 576-16,-1.000 1.000 96 0,1.000-1.000 32 0,-2.000 1.000 0 15,-1.000 0.000-416-15,2.000-2.000-80 0,-1.000 2.000-16 0,2.000-2.000 0 16,-2.000-1.000 0-16,-1.000 1.000 0 0,3.000-2.000 0 0,-2.000 0.000 0 16,1.000 0.000 160-16,1.000-2.000 32 0,-2.000 1.000 0 0,2.000-3.000 0 15,0.000 1.000-384-15,-1.000-2.000-128 0,1.000 1.000 0 0,0.000-2.000 0 16,0.000 1.000 128-16,0.000-2.000-128 0,0.000 1.000 0 0,0.000 0.000 0 0,0.000 0.000 0 16,0.000-1.000 0-16,-2.000 1.000 0 0,2.000 0.000 0 0,0.000-1.000 0 0,0.000 1.000 0 15,0.000 0.000 0-15,3.000-3.000-13616 16</inkml:trace>
  <inkml:trace contextRef="#ctx0" brushRef="#br1">5621.000 14477.000 5519 0,'-4.000'-1.000'496'0,"0.000"0.000"-496"0,3.000 1.000 0 0,-1.000 0.000 0 0,0.000-1.000 944 0,2.000 1.000 80 0,-1.000 0.000 32 0,-1.000 0.000 0 0,-1.000 1.000 1008 0,-1.000 0.000 208 15,-1.000 0.000 32-15,0.000 1.000 16 0,0.000 0.000-912 0,1.000 1.000-192 16,-1.000 0.000-48-16,2.000 1.000 0 0,1.000 1.000-720 16,-3.000-1.000-128-16,1.000 1.000-48 0,1.000 0.000 0 0,0.000 2.000 48 0,-1.000-1.000 16 15,1.000 1.000 0-15,-1.000 0.000 0 0,2.000 2.000 48 0,-1.000 0.000 0 16,0.000 1.000 0-16,-1.000 0.000 0 0,3.000 0.000-256 0,-3.000 1.000-128 15,4.000-2.000 128-15,-1.000 1.000-128 0,1.000-10.000 0 0,0.000 0.000 0 16,0.000 27.000 0-16,0.000-27.000 0 0,0.000 0.000 0 0,0.000 0.000 0 16,0.000 0.000 0-16,0.000 0.000-128 0,0.000 0.000 128 0,20.000 39.000 0 15,-20.000-39.000-144-15,0.000 0.000 144 0,0.000 0.000 0 0,0.000 0.000 0 0,38.000 4.000-144 0,-28.000-8.000-7344 16,0.000 1.000-1472-16</inkml:trace>
  <inkml:trace contextRef="#ctx0" brushRef="#br1">5725.000 14480.000 15663 0,'-2.000'0.000'688'0,"2.000"0.000"144"0,0.000 0.000-656 0,0.000 0.000-176 0,-1.000 0.000 0 0,1.000 0.000 0 0,0.000 0.000 704 0,0.000 1.000 96 15,0.000 1.000 32-15,0.000 1.000 0 0,0.000 2.000-544 0,0.000 2.000-96 16,0.000-1.000-32-16,0.000-6.000 0 0,0.000 0.000-160 0,0.000 0.000 0 16,-2.000 31.000 0-16,2.000-22.000 0 0,-2.000-1.000 0 0,1.000-1.000 0 15,1.000-7.000 0-15,0.000 0.000 0 0,-4.000 21.000 0 0,2.000-16.000 0 16,0.000 2.000 0-16,2.000-3.000 0 0,-2.000 0.000-128 0,1.000 0.000 128 16,-1.000-1.000 0-16,1.000 1.000 0 0,-1.000 0.000 0 0,0.000-2.000-144 15,1.000 1.000 144-15,-1.000-1.000 0 0,0.000 0.000 0 0,2.000-1.000-128 16,0.000 0.000 128-16,0.000-1.000 0 0,0.000 1.000 0 0,0.000-2.000 0 15,0.000 1.000 0-15,0.000-1.000 0 0,0.000 1.000 0 0,0.000-2.000 320 0,2.000-1.000-32 16,1.000-1.000-16 0,-1.000-4.000 624-16,1.000 1.000 112 0,2.000-1.000 16 0,1.000-1.000 16 0,-1.000 2.000-816 0,0.000-1.000-224 0,0.000-2.000 0 0,0.000 2.000 0 15,1.000 0.000 0-15,-1.000-1.000 128 0,0.000 0.000-128 0,-1.000 1.000 0 16,1.000 0.000 0-16,1.000 1.000 128 0,-1.000 2.000-128 0,-3.000-1.000 0 16,1.000 3.000 0-16,0.000 0.000 0 0,-1.000 1.000 128 0,0.000 1.000-128 15,-1.000 1.000 0-15,-1.000-1.000 0 0,0.000 1.000 0 0,3.000 0.000 128 16,-3.000 1.000-128-16,0.000-1.000 0 0,2.000 1.000 0 0,-2.000 0.000 0 15,1.000 0.000 0-15,-1.000 0.000 0 0,2.000 1.000 0 0,-2.000 0.000 0 32,3.000 2.000 0-32,-3.000-1.000 0 0,2.000 1.000 0 0,1.000-1.000 0 0,-3.000 2.000 0 15,3.000-1.000 0-15,-3.000 1.000 0 0,2.000-1.000 0 0,0.000 2.000 0 0,-1.000-2.000 0 0,-1.000 1.000 0 0,3.000 0.000 0 0,-3.000 0.000 0 0,0.000 1.000 0 16,0.000-1.000 0-16,0.000 2.000 0 0,0.000-1.000 0 0,0.000 0.000 0 16,0.000 0.000 0-16,0.000 1.000 128 0,0.000-1.000-128 0,0.000 0.000 0 31,0.000-6.000 0-31,0.000 0.000 0 0,0.000 0.000 0 0,0.000 0.000 0 15,2.000 30.000 0-15,-1.000-24.000-7168 16,-1.000-2.000-1344-16</inkml:trace>
  <inkml:trace contextRef="#ctx0" brushRef="#br1">5877.000 14533.000 8287 0,'0.000'0.000'736'0,"-2.000"-1.000"-592"0,2.000 1.000-144 0,0.000 0.000 0 0,0.000 0.000 2736 0,0.000 0.000 512 0,0.000 0.000 96 0,0.000 0.000 32 0,2.000 0.000-1520 0,-2.000-1.000-288 0,3.000 1.000-64 0,3.000-1.000-16 15,-1.000 1.000-1056-15,2.000 0.000-224 0,-1.000-1.000-32 0,2.000 1.000-16 16,-8.000 0.000-160-16,0.000 0.000 0 0,0.000 0.000 0 0,35.000 2.000 0 15,-35.000-2.000 0-15,0.000 0.000 0 0,0.000 0.000-128 0,40.000 3.000 128 16,-40.000-3.000 0-16,0.000 0.000 0 0,0.000 0.000 0 0,31.000 0.000 0 16,-25.000-1.000-176-16,0.000 1.000 48 0,-1.000-1.000 0 0,0.000 0.000-11376 15</inkml:trace>
  <inkml:trace contextRef="#ctx0" brushRef="#br1">5966.000 14437.000 8287 0,'-1.000'0.000'736'0,"1.000"1.000"-592"15,0.000-1.000-144-15,0.000 1.000 0 0,0.000 0.000 288 0,-2.000 2.000 32 0,2.000 2.000 0 0,-3.000 2.000 0 16,1.000 3.000 592-16,1.000 4.000 128 16,-1.000 1.000 32-16,-1.000-1.000 0 0,3.000-14.000-176 0,-3.000 26.000-48 0,3.000-26.000 0 0,-2.000 26.000 0 15,2.000-26.000-368-15,0.000 0.000-80 0,0.000 36.000-16 0,0.000-36.000 0 16,0.000 0.000-384-16,0.000 30.000 0 0,0.000-30.000 128 0,0.000 0.000-128 15,0.000 0.000 0-15,0.000 0.000 0 0,0.000 33.000-192 0,2.000-28.000-5056 16,-2.000 0.000-992 0</inkml:trace>
  <inkml:trace contextRef="#ctx0" brushRef="#br1">6112.000 14428.000 17503 0,'0.000'0.000'768'15,"0.000"0.000"176"-15,0.000 0.000-752 0,0.000 0.000-192 0,0.000 0.000 0 0,0.000 0.000 0 0,0.000 0.000 1680 0,0.000 0.000 304 16,0.000 1.000 64-16,0.000 1.000 16 0,0.000 2.000-1120 16,0.000 0.000-240-16,0.000-4.000-32 0,0.000 0.000-16 0,0.000 0.000-496 0,-2.000 31.000-160 15,2.000-31.000 0-15,0.000 0.000 0 0,-1.000 30.000 192 0,1.000-30.000-64 16,0.000 0.000 0-16,-2.000 33.000-128 0,2.000-33.000 128 0,0.000 0.000-128 15,-3.000 35.000 0-15,3.000-35.000 0 0,0.000 0.000 0 0,0.000 36.000 0 16,0.000-36.000 0-16,0.000 0.000 0 0,-2.000 35.000-160 0,2.000-35.000 160 16,0.000 0.000-160-16,-1.000 30.000 160 15,1.000-30.000-576-15,0.000 0.000-32 0</inkml:trace>
  <inkml:trace contextRef="#ctx0" brushRef="#br1">6222.000 14447.000 15663 0,'0.000'0.000'1392'0,"0.000"0.000"-1120"0,0.000 0.000-272 0,0.000 0.000 0 0,0.000 1.000 256 0,2.000 0.000-16 0,-2.000 0.000 0 0,3.000 1.000 0 0,-3.000-2.000 272 0,0.000 0.000 48 0,0.000 0.000 16 0,0.000 0.000 0 15,0.000 0.000 464-15,0.000 0.000 112 16,26.000 39.000 0-16,-26.000-39.000 16 0,0.000 0.000-624 0,0.000 0.000-128 0,0.000 0.000-32 0,6.000 38.000 0 16,-6.000-38.000-256-16,0.000 0.000-128 0,-3.000 26.000 128 0,1.000-16.000-128 15,-1.000 0.000 0-15,-2.000 1.000 0 0,-1.000 2.000 128 0,-2.000 1.000-128 16,0.000 1.000 0-16,0.000 0.000 0 0,-2.000 0.000 0 0,-1.000 0.000 0 31,0.000 1.000-352-31,1.000-1.000-96 0</inkml:trace>
  <inkml:trace contextRef="#ctx0" brushRef="#br1">6307.000 14436.000 24879 0,'0.000'0.000'2208'0,"0.000"0.000"-1760"16,0.000 0.000-448-16,0.000 0.000 0 0,0.000 0.000 800 0,0.000 0.000 80 16,0.000-1.000 16-16,0.000 1.000 0 0,0.000 0.000 704 0,0.000 0.000 160 15,0.000 0.000 32-15,2.000 0.000 0 0,0.000-1.000-1424 0,-1.000 1.000-368 16,4.000-1.000 0-16,-1.000 1.000 0 0,1.000-1.000 0 0,0.000 1.000 0 0,-5.000 0.000 0 0,0.000 0.000 0 15,0.000 0.000 0-15,0.000 0.000 0 16,34.000 1.000-128-16,-28.000-2.000 128 0,-6.000 1.000 0 0,0.000 0.000 0 0,0.000 0.000 0 16,29.000-5.000 0-16,-24.000 3.000 0 0,0.000 1.000-144 0,2.000-1.000 144 0,-3.000-1.000 0 15,-1.000 2.000-144-15,0.000 0.000 144 0,-3.000 1.000-160 0,2.000 0.000 160 32,-2.000 0.000-480-32,0.000 0.000 0 0,0.000 0.000 0 0,0.000 0.000 0 0,0.000 0.000 240 0,-2.000 1.000 48 0,2.000-1.000 16 0,0.000 1.000 0 15,-1.000 2.000 176-15,-1.000-1.000 0 0,0.000 3.000 128 0,-1.000 0.000-128 16,0.000 1.000 224-16,-1.000 2.000-32 0,0.000 0.000 0 0,-1.000 1.000 0 15,0.000 2.000-192-15,0.000 0.000 144 0,-2.000 1.000-144 0,2.000-1.000 128 16,0.000 1.000-128-16,0.000-2.000 0 0,0.000 2.000 0 0,-1.000-2.000 0 0,0.000 2.000 0 16,1.000-1.000 0-16,-2.000 2.000 0 0,1.000-3.000 0 0,1.000 0.000 0 0,0.000 0.000 0 15,0.000-1.000 0-15,2.000-1.000 0 16,-3.000-1.000-960-16,3.000-2.000-80 16</inkml:trace>
  <inkml:trace contextRef="#ctx0" brushRef="#br1">6397.000 14559.000 3679 0,'0.000'1.000'320'0,"0.000"-1.000"-320"16,0.000 0.000 0-16,0.000 0.000 0 0,1.000 0.000 1456 0,-1.000 0.000 208 15,0.000 0.000 64-15,0.000 1.000 0 0,2.000 0.000-224 0,1.000 0.000-32 16,-3.000-1.000-16-16,0.000 0.000 0 0,0.000 0.000 0 0,0.000 0.000 0 0,0.000 0.000 0 0,0.000 0.000 0 16,0.000 0.000-320-16,0.000 0.000-64 15,37.000 37.000-16-15,-37.000-37.000 0 0,0.000 0.000-656 0,0.000 0.000-128 16,0.000 0.000-16-16,0.000 0.000-16 0,40.000 20.000-240 0,-40.000-20.000 0 0,0.000 0.000 128 0,0.000 0.000-128 15,35.000 1.000 0-15,-35.000-1.000 0 0,24.000-6.000 0 0,-11.000-1.000-160 16,1.000 0.000 160-16,2.000-3.000 0 0,-1.000-3.000-144 0,2.000-3.000 144 16,-1.000-3.000-144-16</inkml:trace>
  <inkml:trace contextRef="#ctx0" brushRef="#br1">8710.000 13560.000 5519 0,'0.000'0.000'496'0,"0.000"0.000"-496"0,0.000 0.000 0 0,0.000 0.000 0 0,0.000 0.000 656 0,0.000 0.000 48 0,0.000 0.000 0 0,0.000 0.000 0 15,0.000 0.000 368-15,0.000 0.000 80 0,0.000 0.000 0 0,0.000 0.000 16 16,0.000 0.000-288-16,0.000 0.000-64 0,0.000 0.000-16 0,0.000 0.000 0 16,0.000 0.000-32-16,0.000 0.000 0 0,0.000 0.000 0 0,0.000 0.000 0 15,0.000 0.000-64-15,0.000 0.000 0 0,0.000 0.000-16 0,0.000 0.000 0 16,0.000 0.000-16-16,0.000 0.000 0 0,0.000 0.000 0 0,0.000 0.000 0 16,0.000 0.000-432-16,0.000 0.000-96 0,0.000 0.000-16 0,0.000 0.000 0 15,0.000 0.000-128-15,0.000 0.000 0 0,0.000 0.000 0 0,0.000 0.000 0 16,0.000 0.000 0-16,0.000 0.000 0 0,0.000 0.000 0 0,0.000 0.000 0 15,0.000 0.000 0-15,0.000 0.000 0 0,0.000 0.000 0 0,0.000 0.000 0 16,0.000 0.000 0-16,0.000 0.000 0 0,0.000 0.000 0 0,0.000 0.000 0 0,0.000 0.000 336 0,0.000 0.000 96 16,0.000 0.000 16-16,0.000 0.000 0 0,5.000-10.000 160 0,-2.000 3.000 32 15,0.000 0.000 16-15,0.000 0.000 0 0,0.000 1.000-528 0,-3.000 1.000-128 16,2.000 3.000 0-16,-2.000 1.000 0 0,0.000 1.000 0 0,0.000 0.000 0 16,0.000 0.000 0-16,-2.000 1.000 0 0,2.000-1.000 176 0,0.000 0.000-48 15,0.000 0.000-128-15,0.000 0.000 192 0,0.000 0.000 16 0,0.000 0.000 0 16,0.000 0.000 0-16,0.000 30.000 0 0,0.000-30.000 400 0,0.000 0.000 80 15,0.000 0.000 16-15,-1.000 28.000 0 16,1.000-28.000-352-16,0.000 0.000-64 0,0.000 0.000-16 0,0.000 0.000 0 0,0.000 0.000-144 0,0.000 0.000-128 16,-2.000 26.000 192-16,2.000-26.000-192 0,0.000 0.000 128 0,0.000 0.000-128 15,0.000 0.000 0-15,0.000 0.000 0 0,0.000 0.000 0 0,0.000 0.000 0 16,0.000 0.000 0-16,0.000 0.000 0 0,0.000 0.000 0 0,0.000 0.000 0 0,0.000 0.000 0 0,0.000 0.000 0 16,0.000 0.000 0-16,0.000 0.000 0 15,0.000 0.000-144-15,0.000 0.000 144 0,0.000 0.000-128 0,0.000 0.000 128 16,0.000 0.000-128-16,0.000 0.000 128 0,0.000 0.000-144 0,0.000 0.000 144 0</inkml:trace>
  <inkml:trace contextRef="#ctx0" brushRef="#br1">8494.000 14167.000 14735 0,'-2.000'0.000'1312'0,"2.000"0.000"-1056"0,0.000-1.000-256 0,0.000 1.000 0 0,-1.000 0.000 1664 0,1.000-1.000 256 0,-2.000 1.000 64 0,0.000-1.000 16 16,1.000-1.000-144-16,-1.000 1.000-48 0,0.000 0.000 0 0,0.000-1.000 0 15,2.000 1.000-640-15,0.000 1.000-128 0,-2.000-1.000-16 0,2.000-1.000-16 16,0.000 2.000-304-16,0.000 0.000-64 0,0.000 0.000-16 0,0.000 0.000 0 16,0.000 0.000-112-16,0.000 0.000-32 0,2.000 2.000 0 0,-2.000-2.000 0 15,0.000 0.000-288-15,0.000 0.000-48 0,0.000 0.000-16 0,0.000 0.000 0 16,2.000 0.000-128-16,0.000 0.000 0 0,1.000 1.000 0 0,1.000-1.000 0 16,-4.000 0.000 0-16,0.000 0.000 0 0,0.000 0.000 0 0,0.000 0.000 0 15,0.000 0.000 0-15,39.000 3.000 0 0,-39.000-3.000 0 0,0.000 0.000 0 16,0.000 0.000 0-16,41.000 3.000 0 0,-41.000-3.000 0 0,0.000 0.000 0 15,46.000 1.000 0-15,-46.000-1.000 0 0,37.000 0.000 0 0,-37.000 0.000 128 16,35.000-1.000-128-16,-35.000 1.000 0 0,40.000-2.000 0 0,-40.000 2.000 0 16,39.000-2.000 0-16,-39.000 2.000 0 0,41.000-2.000 128 0,-41.000 2.000-128 0,40.000-4.000 0 15,-40.000 4.000 0-15,39.000-3.000 0 0,-39.000 3.000 128 0,36.000-2.000-128 0,-36.000 2.000 0 16,32.000-1.000 0-16,-32.000 1.000 0 0,29.000-1.000 0 0,-29.000 1.000 128 16,32.000-2.000-128-16,-32.000 2.000 0 0,0.000 0.000 0 0,40.000-2.000 0 15,-40.000 2.000 128-15,40.000-3.000-128 0,-40.000 3.000 0 0,43.000-5.000 0 16,-43.000 5.000 0-16,37.000-6.000 0 0,-37.000 6.000 0 0,35.000-5.000 0 0,-35.000 5.000 0 15,27.000-3.000 0-15,-27.000 3.000 0 0,0.000 0.000 0 0,29.000-4.000 0 16,-29.000 4.000 0-16,0.000 0.000 0 0,0.000 0.000 0 0,0.000 0.000 0 0,0.000 0.000 0 16,0.000 0.000 0-16,34.000 1.000 0 0,-33.000 0.000 0 0,2.000-1.000 0 15,-3.000 0.000 0-15,0.000 1.000 0 0,2.000-1.000 0 0,-2.000 0.000 0 16,0.000 0.000-144-16,-2.000 0.000 144 0,2.000 0.000 0 0,0.000 0.000 0 16,0.000-1.000 0-16,0.000 1.000 0 0,-1.000 0.000 0 0,-1.000-2.000 0 15,-1.000 1.000-208-15,0.000-2.000 64 0,-2.000-1.000 16 0,-1.000-2.000-16112 16</inkml:trace>
  <inkml:trace contextRef="#ctx0" brushRef="#br1">8878.000 13820.000 20447 0,'-2.000'-5.000'448'0,"-1.000"3.000"80"0,1.000 1.000 32 0,2.000 0.000 16 0,0.000 1.000-448 0,0.000 0.000-128 0,-1.000-1.000 0 0,1.000 1.000 0 0,0.000 0.000 1888 0,0.000 1.000 352 0,0.000 0.000 80 0,1.000 1.000 16 16,-1.000-2.000-1536-16,0.000 0.000-304 0,0.000 0.000-64 0,0.000 0.000-16 15,7.000 48.000-272-15,-7.000-48.000-144 16,1.000 36.000 160-16,-1.000-36.000-160 0,2.000 39.000 896 0,-2.000-39.000 96 0,0.000 36.000 16 0,0.000-36.000 0 15,0.000 31.000-688-15,0.000-31.000-128 0,0.000 0.000-16 0,-2.000 34.000-16 16,2.000-34.000-160-16,0.000 0.000 0 0,0.000 0.000 144 0,0.000 0.000-144 16,0.000 29.000 0-16,0.000-26.000 0 15,0.000-1.000 0-15,0.000-1.000 0 0,-1.000 0.000 0 0,1.000-1.000 0 0,0.000 0.000 0 0,0.000 0.000-10432 16,0.000 0.000-1984-16</inkml:trace>
  <inkml:trace contextRef="#ctx0" brushRef="#br1">8497.000 14392.000 15663 0,'-1.000'0.000'1392'0,"-1.000"0.000"-1120"0,2.000 0.000-272 0,0.000 0.000 0 0,0.000 0.000 1280 0,-2.000 1.000 192 0,2.000-1.000 32 0,-3.000 2.000 16 16,0.000 1.000 352-16,-1.000 0.000 80 0,0.000 1.000 16 0,-1.000 1.000 0 16,2.000 0.000-1136-16,1.000 2.000-240 0,-1.000 0.000-32 0,0.000 1.000-16 15,-1.000 2.000-288-15,0.000-1.000-64 0,1.000 1.000-16 0,1.000 1.000 0 16,-3.000-1.000-48-16,4.000 2.000 0 0,-3.000-2.000 0 0,3.000 2.000 0 15,1.000-12.000 16-15,-4.000 20.000 0 0,4.000-20.000 0 0,0.000 0.000 0 16,-2.000 28.000 32-16,2.000-28.000 0 0,0.000 0.000 0 0,0.000 0.000 0 16,6.000 33.000-176-16,-6.000-33.000 0 0,0.000 0.000 0 0,0.000 0.000 0 15,0.000 0.000 0-15,0.000 0.000 0 0,0.000 0.000 0 0,0.000 0.000 0 0,30.000 36.000 0 0,-23.000-36.000-176 16,-7.000 0.000 48-16,0.000 0.000-14160 16</inkml:trace>
  <inkml:trace contextRef="#ctx0" brushRef="#br1">8598.000 14467.000 1839 0,'0.000'0.000'160'0,"0.000"0.000"-160"16,0.000 0.000 0-16,0.000 0.000 0 0,0.000 0.000 3776 0,0.000 0.000 704 0,0.000 0.000 160 0,0.000 0.000 32 15,0.000 0.000-2576-15,0.000 0.000-512 0,0.000 0.000-112 0,0.000 0.000 0 16,0.000 0.000-896-16,4.000 33.000-160 0,-4.000-33.000-32 0,0.000 0.000-16 15,0.000 0.000-48-15,-4.000 28.000-16 0,4.000-28.000 0 0,0.000 0.000 0 16,-3.000 21.000-304-16,1.000-15.000 160 0,1.000 0.000-160 0,-3.000 0.000 128 16,3.000 0.000-128-16,-1.000-1.000 0 0,0.000 0.000 0 0,-1.000-1.000 0 15,3.000 1.000 0-15,-2.000-2.000 0 0,-2.000 0.000-128 0,4.000-2.000 128 16,0.000 0.000-128-16,0.000 0.000 128 0,0.000-1.000-160 0,0.000 0.000 160 16,0.000-1.000-144-16,0.000 0.000 144 0,0.000 1.000-128 0,0.000-3.000 128 15,4.000-1.000 0-15,-2.000-2.000 0 0,1.000 0.000 192 0,1.000-1.000-64 16,1.000-1.000-128-16,1.000-3.000 128 0,3.000 1.000-128 0,-2.000-2.000 128 0,1.000 3.000-128 0,1.000-2.000 0 15,0.000 3.000 0-15,-3.000 0.000 0 16,2.000 0.000 0-16,-3.000 2.000 144 0,0.000 2.000-144 0,-2.000 0.000 0 16,0.000 1.000 176-16,1.000 1.000-176 0,-4.000 2.000 160 0,0.000 0.000-160 0,0.000 0.000 192 0,0.000 0.000-48 15,0.000 0.000-16-15,0.000 0.000 0 0,0.000 0.000 144 0,0.000 0.000 32 16,0.000 0.000 0-16,0.000 0.000 0 0,0.000 0.000-96 0,0.000 0.000-16 16,0.000 0.000 0-16,0.000 0.000 0 0,0.000 0.000-64 0,0.000 0.000 0 15,0.000 0.000-128-15,0.000 0.000 192 0,0.000 0.000 128 0,0.000 0.000 32 16,0.000 0.000 0-16,0.000 0.000 0 0,17.000 41.000 176 0,-17.000-41.000 48 15,0.000 0.000 0-15,0.000 0.000 0 0,0.000 0.000-576 0,0.000 0.000 0 16,12.000 40.000 0-16,-12.000-40.000 0 0,0.000 0.000 0 0,0.000 0.000 0 16,0.000 0.000 0-16,0.000 0.000 0 0,5.000 34.000 0 0,-5.000-34.000 0 15,0.000 0.000 0-15,0.000 0.000 0 0,0.000 0.000 0 0,0.000 0.000 0 0,0.000 0.000 0 0,0.000 0.000-144 32,0.000 0.000-240-32,0.000 0.000-32 0,0.000 0.000-16 0,0.000 0.000-13648 0</inkml:trace>
  <inkml:trace contextRef="#ctx0" brushRef="#br1">8780.000 14508.000 24879 0,'0.000'0.000'1088'0,"0.000"0.000"256"0,0.000 0.000-1088 16,0.000 0.000-256-16,0.000 0.000 0 0,0.000 0.000 0 0,0.000 0.000 1472 0,0.000 0.000 256 0,0.000 0.000 32 0,0.000 0.000 16 15,0.000 0.000-1008-15,0.000 0.000-208 0,0.000 0.000-48 0,0.000 0.000 0 0,0.000 0.000-512 0,36.000-4.000 0 16,-36.000 4.000 0-16,0.000 0.000 0 0,0.000 0.000 0 0,31.000-3.000 0 16,-31.000 3.000 0-16,0.000 0.000 0 0,0.000 0.000-176 0,26.000-4.000 176 15,-26.000 4.000-192-15,0.000 0.000-9504 16,0.000 0.000-1904-16</inkml:trace>
  <inkml:trace contextRef="#ctx0" brushRef="#br1">8937.000 14424.000 20271 0,'0.000'0.000'1792'0,"0.000"0.000"-1424"16,0.000 0.000-368-16,0.000 0.000 0 0,0.000-1.000 1360 0,0.000 1.000 208 0,-1.000 1.000 32 0,1.000 0.000 16 16,-2.000 2.000 176-16,2.000 0.000 48 0,0.000-3.000 0 0,0.000 0.000 0 15,-2.000 21.000-1520-15,2.000-21.000-320 0,0.000 0.000 0 0,-6.000 29.000 0 16,6.000-29.000 0-16,-2.000 22.000 0 0,2.000-22.000 0 0,-1.000 21.000 0 15,1.000-21.000 0-15,-2.000 19.000 0 0,2.000-19.000 0 0,0.000 0.000 0 16,-2.000 24.000 0-16,1.000-18.000 0 0,-1.000 1.000 0 0,2.000-2.000-144 31,0.000-5.000-304-31,0.000 0.000-48 0</inkml:trace>
  <inkml:trace contextRef="#ctx0" brushRef="#br1">9044.000 14383.000 17503 0,'0.000'0.000'768'0,"0.000"0.000"176"0,0.000 0.000-752 0,0.000 0.000-192 15,0.000 0.000 0-15,0.000 0.000 0 0,0.000 0.000 1152 0,0.000 0.000 192 16,13.000 34.000 32-16,-13.000-34.000 16 0,0.000 0.000-144 0,11.000 47.000-32 16,-11.000-47.000 0-16,0.000 0.000 0 0,3.000 42.000-448 0,-3.000-42.000-80 15,-3.000 25.000-32-15,3.000-25.000 0 0,-5.000 24.000-400 0,-2.000-11.000-96 16,0.000-1.000-16-16,-3.000 2.000 0 0,1.000-1.000-144 0,-2.000 1.000 0 15,0.000-2.000 0-15,-1.000 1.000-13264 0</inkml:trace>
  <inkml:trace contextRef="#ctx0" brushRef="#br1">9159.000 14428.000 25791 0,'0.000'0.000'2304'0,"0.000"0.000"-1856"15,0.000 0.000-448-15,0.000 0.000 0 0,0.000 0.000 944 0,0.000 0.000 80 16,0.000 0.000 32-16,0.000 0.000 0 0,0.000 0.000 80 0,0.000 0.000 16 15,0.000 0.000 0-15,0.000 0.000 0 0,0.000 0.000-896 0,0.000 0.000-256 16,0.000 0.000 0-16,37.000 6.000 128 0,-37.000-6.000-128 0,0.000 0.000 0 16,0.000 0.000 128-16,0.000 0.000-128 0,35.000 9.000 0 0,-35.000-9.000 0 15,0.000 0.000 0-15,0.000 0.000 0 0,0.000 0.000 0 0,0.000 0.000 0 16,0.000 0.000 0-16,0.000 0.000 0 0,37.000 7.000 0 0,-37.000-7.000 0 16,0.000 0.000 0-16,0.000 0.000 0 0,0.000 0.000 0 0,0.000 0.000 0 0,0.000 0.000 0 0,0.000 0.000 0 15,0.000 0.000 0-15,10.000-9.000 0 16,-10.000 7.000 0-16,0.000 2.000-128 0,-2.000-1.000-16 0,2.000 0.000 0 0,0.000 1.000 0 0,-3.000 0.000 0 15,3.000 0.000 320-15,-1.000 0.000 64 0,-1.000 0.000 16 0,2.000 0.000 0 16,-2.000 1.000 720-16,2.000-1.000 160 0,-5.000 4.000 16 0,5.000-4.000 16 16,0.000 0.000-592-16,-11.000 13.000-128 0,11.000-13.000-32 0,-11.000 16.000 0 15,11.000-16.000-416-15,-10.000 17.000 0 0,10.000-17.000 0 0,-11.000 19.000 0 16,6.000-8.000 0-16,-1.000-2.000 0 0,6.000-9.000 0 0,-11.000 19.000 0 16,11.000-19.000 0-16,-10.000 14.000 0 0,10.000-14.000 0 0,-6.000 14.000 0 15,6.000-14.000 0-15,0.000 0.000 0 0,-8.000 11.000-144 0,8.000-11.000 144 31,-2.000 2.000-1744-31,2.000-2.000-304 0,0.000 0.000-48 0,0.000-1.000-13392 0</inkml:trace>
  <inkml:trace contextRef="#ctx0" brushRef="#br1">9215.000 14560.000 3279 0,'0.000'0.000'0'0,"0.000"0.000"128"0,0.000 0.000-128 0,0.000 0.000 192 0,0.000 0.000-192 0,0.000 0.000 0 16,0.000 0.000 0-16,0.000 0.000 0 0,0.000 0.000 1216 0,37.000 20.000 192 15,-37.000-20.000 64-15,0.000 0.000 0 0,0.000 0.000 352 0,39.000 28.000 80 16,-39.000-28.000 16-16,0.000 0.000 0 0,0.000 0.000-128 0,0.000 0.000 0 15,41.000 25.000-16-15,-41.000-25.000 0 0,0.000 0.000-480 0,0.000 0.000-80 16,0.000 0.000-32-16,39.000-1.000 0 0,-39.000 1.000-64 0,19.000-8.000-16 16,-19.000 8.000 0-16,19.000-14.000 0 0,-11.000 6.000-832 0,3.000-1.000-272 0,-3.000-2.000 160 0,-1.000 1.000-13600 15</inkml:trace>
  <inkml:trace contextRef="#ctx0" brushRef="#br1">6606.000 13473.000 4607 0,'0.000'0.000'400'0,"0.000"0.000"-400"16,0.000 0.000 0-16,0.000 0.000 0 0,0.000 0.000 752 0,0.000 0.000 64 0,0.000 0.000 16 0,-2.000 0.000 0 0,2.000-1.000 240 0,0.000 1.000 48 0,0.000 0.000 16 0,0.000-1.000 0 16,0.000 1.000-80-16,-2.000 0.000-16 0,2.000-1.000 0 0,0.000 1.000 0 15,-2.000 0.000-48-15,2.000 0.000-16 0,0.000-1.000 0 0,0.000 1.000 0 16,-1.000 0.000 112-16,1.000 0.000 32 0,-2.000-1.000 0 0,2.000 1.000 0 16,0.000 0.000 48-16,-2.000 0.000 16 0,2.000 0.000 0 0,0.000 0.000 0 15,-1.000 0.000-96-15,1.000 0.000-32 0,-2.000 0.000 0 0,2.000 0.000 0 16,0.000 0.000-272-16,-2.000 1.000-48 0,2.000-1.000-16 0,-1.000 0.000 0 15,1.000 0.000-288-15,-2.000 1.000-64 0,0.000 0.000-16 0,2.000 0.000 0 16,-1.000 0.000-224-16,-1.000 0.000-128 0,0.000 0.000 128 0,0.000 1.000-128 16,0.000-1.000 0-16,1.000 1.000 0 0,-1.000 2.000 0 0,-1.000-2.000 0 15,1.000 1.000 0-15,-1.000 0.000 0 0,1.000 1.000 0 0,0.000-1.000 0 16,-1.000 1.000 0-16,1.000 0.000 0 0,0.000-1.000 0 0,0.000 0.000 0 16,2.000 1.000 0-16,-1.000-1.000 0 0,1.000 1.000 0 0,-2.000 0.000 0 15,2.000 0.000 0-15,-2.000-1.000 0 0,2.000 1.000 0 0,-1.000-1.000 0 16,1.000 1.000 0-16,-2.000 0.000 0 0,2.000 1.000 0 0,0.000-2.000 0 0,0.000 1.000 0 15,0.000-1.000 0-15,0.000 1.000 0 0,0.000 1.000 0 0,-2.000 0.000 0 0,2.000-1.000 0 16,0.000 0.000 0-16,0.000 0.000 0 0,0.000 0.000 0 0,0.000 0.000 0 16,0.000 1.000 0-16,0.000-2.000 128 0,0.000 1.000-128 0,0.000 0.000 0 15,2.000 0.000 0-15,-2.000-1.000 0 0,2.000 2.000 0 0,-2.000-2.000 0 16,1.000 1.000 0-16,-1.000 0.000 128 0,2.000 1.000-128 0,0.000-1.000 0 16,-1.000 1.000 0-16,1.000-1.000 0 0,0.000 1.000 0 0,0.000 0.000 0 15,-2.000 0.000 0-15,3.000 0.000 0 0,-3.000-2.000 0 0,2.000 1.000 0 16,-2.000 0.000 0-16,3.000 1.000 0 0,-3.000-1.000 0 0,2.000 2.000 128 0,0.000-2.000-128 0,-1.000 0.000 0 15,1.000 0.000 0-15,-2.000 0.000 0 16,3.000-1.000 0-16,-3.000 1.000 0 0,2.000-1.000 0 0,0.000-1.000 144 0,-2.000 1.000-144 0,2.000 0.000 0 16,1.000-1.000 160-16,-3.000 1.000-160 0,2.000 1.000 128 0,1.000 0.000-128 15,-1.000-2.000 128-15,-2.000 1.000-128 0,3.000-1.000 128 0,-3.000 1.000-128 16,2.000-1.000 0-16,0.000 0.000 128 0,-1.000-1.000-128 0,-1.000 0.000 0 16,2.000 1.000 0-16,0.000-1.000 128 0,0.000 2.000-128 0,0.000-1.000 0 15,-1.000-1.000 144-15,-1.000 0.000-144 0,2.000 1.000 160 0,0.000-1.000-160 16,-1.000 0.000 640-16,-1.000-1.000 16 0,2.000 1.000 16 0,-2.000 0.000 0 15,0.000 0.000-368-15,2.000-1.000-80 0,-1.000 0.000-16 0,-1.000 1.000 0 16,0.000-1.000-208-16,2.000 1.000 0 0,-2.000 0.000 0 16,0.000-1.000 0-16,1.000 1.000 0 0,-1.000 0.000 0 0,2.000 0.000 0 0,-2.000 0.000 0 0,0.000 0.000 0 0,2.000 0.000 0 15,-2.000 0.000 0-15,2.000 0.000 0 0,-2.000 1.000 0 0,2.000-1.000 0 16,-2.000 0.000 0-16,0.000 0.000 0 0,2.000 0.000 0 0,-1.000-1.000 0 16,-1.000 1.000 0-16,0.000 0.000 0 0,0.000-1.000 0 0,2.000 1.000 0 15,-2.000-1.000 0-15,0.000 1.000 0 16,0.000-1.000 0-16,-2.000 0.000 0 0,2.000 1.000-128 0,-1.000 2.000-17504 15</inkml:trace>
  <inkml:trace contextRef="#ctx0" brushRef="#br1">7894.000 13474.000 7359 0,'0.000'0.000'656'0,"0.000"0.000"-528"0,0.000 0.000-128 15,0.000 0.000 0-15,0.000 0.000 1408 0,0.000 0.000 256 0,0.000 0.000 64 0,0.000 0.000 0 0,-2.000 0.000 208 0,2.000 0.000 48 0,0.000 0.000 16 0,0.000 0.000 0 0,0.000 0.000-800 0,0.000 1.000-176 16,0.000-1.000-16-16,2.000 0.000-16 0,-2.000 0.000-592 0,0.000 0.000-112 15,0.000 0.000-32-15,2.000 1.000 0 0,-1.000 0.000-256 0,1.000 0.000 160 16,0.000 1.000-160-16,2.000-1.000 128 0,-2.000 1.000-128 0,-1.000 0.000 160 16,1.000-1.000-160-16,1.000 1.000 160 0,-1.000 0.000-32 0,1.000 0.000 0 15,0.000 0.000 0-15,1.000 1.000 0 16,0.000 0.000 0-16,-1.000-1.000-128 0,1.000 0.000 192 0,-1.000 1.000-64 0,0.000-1.000-128 0,0.000 0.000 192 16,1.000 0.000-192-16,0.000-1.000 192 0,-1.000 0.000-48 0,-1.000 0.000 0 15,1.000 1.000 0-15,-1.000-1.000 0 0,-1.000 0.000 880 0,1.000-1.000 160 0,0.000 1.000 32 0,-1.000 0.000 16 16,1.000 0.000-928-16,-2.000 0.000-304 0,3.000-1.000 160 0,-3.000 1.000-160 15,3.000 0.000 0-15,-1.000 0.000 0 0,-1.000 0.000 128 0,1.000 2.000-128 16,0.000-2.000 0-16,-1.000 1.000 0 0,1.000-1.000 0 0,-1.000 1.000 0 31,1.000 0.000 0-31,0.000 0.000 0 0,-1.000 0.000 0 0,1.000 0.000 0 16,-2.000 1.000 0-16,2.000 0.000 0 0,-1.000 1.000 0 0,-1.000-1.000 0 16,3.000 1.000 0-16,-3.000 1.000 0 0,2.000-1.000 0 0,-2.000 0.000 128 15,1.000 2.000-128-15,-1.000-2.000 0 0,0.000 2.000 0 0,0.000-2.000 0 16,0.000 1.000 0-16,0.000 1.000 0 0,0.000-2.000 0 0,0.000 0.000 128 0,0.000 0.000-128 15,0.000-1.000 0-15,0.000 0.000 0 0,-1.000 2.000 128 0,1.000-1.000-128 0,-2.000-1.000 192 16,2.000 1.000-192-16,0.000 0.000 192 0,-3.000-1.000 848 0,3.000 2.000 176 16,-1.000-2.000 48-16,-1.000 1.000 0 0,2.000-1.000-1008 0,-2.000 1.000-256 15,1.000-1.000 0-15,-1.000 0.000 0 0,2.000 0.000 0 0,-2.000 0.000 0 16,1.000-1.000 0-16,-1.000 1.000 0 0,2.000-1.000 0 0,-1.000 0.000 0 16,-1.000 0.000 0-16,0.000 0.000 0 0,2.000-1.000 0 0,-3.000 1.000 0 15,3.000 0.000 0-15,-3.000 1.000 0 0,0.000-1.000 0 0,1.000 0.000 0 16,2.000 0.000 0-16,-3.000-1.000 0 0,1.000 2.000 0 0,1.000-1.000 128 15,-1.000 1.000-128-15,-1.000-1.000 0 0,1.000 1.000 0 0,-1.000-1.000 128 16,0.000 2.000-128-16,0.000-2.000 0 0,1.000 1.000 0 0,-1.000 0.000 128 16,1.000 0.000-128-16,-1.000 0.000 0 0,2.000 0.000 0 0,-1.000 0.000 0 0,0.000 1.000 0 0,-1.000-2.000 0 15,0.000 1.000 0-15,2.000-1.000 0 0,-1.000 0.000 0 0,0.000 0.000 0 16,2.000-1.000 0-16,0.000 0.000 0 0,-1.000-1.000 0 0,-1.000 1.000 0 16,2.000-1.000 0-16,0.000 0.000 0 0,0.000 0.000 0 0,0.000-1.000 0 15,0.000 2.000 0-15,0.000-1.000 0 0,0.000 0.000 0 0,0.000 0.000 0 16,-2.000 0.000 0-16,2.000 1.000 128 0,-1.000-1.000-128 0,1.000 0.000 0 15,0.000 1.000 0-15,-2.000-1.000 0 0,2.000 1.000 0 0,0.000-1.000 0 16,-1.000 1.000 0-16,-1.000 0.000 0 0,2.000 0.000 0 0,-2.000-1.000 0 16,2.000 2.000 0-16,0.000-1.000 0 0,-1.000 0.000 0 0,-1.000-1.000 0 15,2.000 1.000 0-15,0.000-1.000 0 0,-3.000 0.000 0 0,3.000 0.000 0 16,0.000 1.000 128-16,-1.000-1.000 16 0,1.000 0.000 16 0,0.000 0.000 0 16,-2.000-1.000 304-16,2.000 1.000 64 0,0.000 0.000 16 0,0.000 0.000 0 0,0.000-1.000-544 0,0.000 1.000 0 15,0.000 0.000 0-15,0.000 0.000 0 0,0.000 0.000 0 0,0.000 0.000 0 16,0.000 0.000 0-16,2.000 0.000 0 0,-2.000-1.000-176 0,1.000 1.000-32 15</inkml:trace>
  <inkml:trace contextRef="#ctx0" brushRef="#br1">6731.000 13476.000 11967 0,'0.000'0.000'1072'0,"0.000"0.000"-864"0,0.000 0.000-208 0,0.000 0.000 0 0,0.000 0.000 512 0,0.000 0.000 64 0,0.000 0.000 16 0,0.000 0.000 0 16,0.000 0.000 640-16,0.000 2.000 128 0,-2.000 0.000 32 0,1.000 3.000 0 16,-1.000 0.000-864-16,-2.000 2.000-160 0,0.000 1.000-48 0,1.000 4.000 0 15,0.000-1.000-320-15,-2.000 3.000 0 0,2.000 0.000 0 0,-1.000-1.000 0 16,0.000 2.000 0-16,-1.000 0.000 0 16,0.000 0.000 0-16,0.000-1.000 0 0,2.000-1.000 0 0,-1.000-1.000 0 0,-1.000-2.000 0 0,3.000-2.000 0 15,-1.000 0.000 0-15,1.000-3.000 0 0,2.000-1.000 0 0,-1.000-1.000 0 0,-1.000-1.000 0 16,2.000-2.000 0-16,0.000 0.000 0 0,0.000 0.000 128 15,2.000-1.000 16-15,-2.000 1.000 16 0,1.000-1.000 0 0,-1.000 0.000 0 16,0.000 0.000 1152-16,2.000-2.000 224 0,1.000-2.000 64 0,2.000-3.000 0 0,1.000 0.000-1344 0,2.000-2.000-256 16,-1.000-1.000 0-16,2.000 1.000 0 15,-1.000 0.000-1424-15,0.000 0.000-192 0,2.000 1.000-48 0,-2.000-1.000 0 16,0.000 3.000-432-16,0.000 0.000-80 0,-2.000 0.000-32 0,1.000 2.000 0 16,-1.000-1.000 1120-16,0.000 2.000 208 15,-1.000 0.000 48-15,0.000-1.000 16 0,-2.000 2.000 816 0,2.000 1.000 0 0,-2.000 0.000 0 0,0.000 1.000 0 0,-1.000 0.000 160 0,1.000 1.000-16 16,-3.000 1.000 0-16,2.000-1.000 0 0,-2.000 0.000 256 0,0.000 1.000 48 15,0.000 0.000 16-15,2.000 0.000 0 0,-2.000 1.000 512 0,1.000 0.000 112 16,-1.000 1.000 0-16,0.000 1.000 16 0,0.000 1.000 0 0,-1.000 0.000 0 0,-1.000 0.000 0 0,2.000 0.000 0 16,-3.000 3.000-48-16,-1.000-2.000-16 0,1.000 2.000 0 0,0.000 0.000 0 15,-2.000-1.000-96-15,2.000 0.000-32 0,0.000 1.000 0 0,-2.000-2.000 0 16,3.000-1.000-720-16,-1.000 0.000-192 0,0.000-1.000 0 0,2.000 1.000 0 16,-1.000-2.000 0-16,2.000-1.000 0 0,0.000 0.000 0 0,0.000-1.000-176 15,0.000-1.000 176-15,0.000 0.000-160 0,2.000 0.000 160 0,-1.000-1.000-160 31,4.000 1.000-240-31,0.000-3.000-48 0,1.000 0.000-16 0,2.000-4.000 0 16,3.000 0.000-496-16,2.000-2.000-80 0,0.000-1.000-32 0,1.000-1.000 0 0,-1.000-2.000 400 0,1.000 2.000 80 0,-2.000 0.000 16 0,0.000 2.000 0 16,0.000 1.000 304-16,-1.000 0.000 64 0,-2.000 1.000 16 0,0.000 2.000 0 15,0.000 0.000 192-15,-3.000 1.000 0 0,-1.000 2.000 0 0,0.000 1.000 0 0,0.000 1.000 176 0,-2.000 0.000-176 16,-1.000 1.000 160-16,-1.000-1.000-160 0,-1.000 1.000 192 0,2.000 2.000-64 16,-2.000-1.000-128-16,0.000 0.000 192 15,0.000 2.000-64-15,0.000 0.000 0 0,0.000 1.000-128 0,-2.000 3.000 192 0,1.000-1.000 688 0,-3.000 1.000 128 16,1.000 2.000 16-16,-1.000-2.000 16 0,0.000 1.000-416 0,-2.000 2.000-96 15,1.000-2.000-16-15,2.000 0.000 0 0,-2.000-1.000-272 0,2.000-3.000-64 16,1.000 1.000-16-16,-1.000-3.000 0 0,3.000 1.000-160 0,-2.000-3.000 0 16,4.000 0.000 0-16,-2.000-1.000 0 0,2.000 0.000-192 0,1.000-1.000 192 15,3.000-1.000-192-15,2.000-3.000 192 0,2.000-2.000-400 0,6.000-3.000 32 16,1.000-4.000 16-16,1.000-2.000 0 16,1.000 0.000-256-16,-1.000 0.000-48 0,-1.000 0.000-16 0,-4.000 4.000 0 15,0.000 1.000-320-15,-2.000 4.000-64 0,-1.000 2.000-16 0,-4.000 1.000 0 0,1.000 3.000 816 0,-2.000 0.000 256 0,1.000 2.000 0 0,-6.000-1.000-160 16,0.000 0.000 160-16,0.000 0.000 128 0,0.000 0.000-128 0,0.000 0.000 176 15,0.000 0.000 80-15,0.000 0.000 32 0,19.000 41.000 0 0,-20.000-30.000 0 16,-1.000-1.000 352-16,-1.000 2.000 64 0,-1.000-2.000 0 0,1.000 2.000 16 16,0.000-1.000 32-16,-2.000 1.000 0 15,1.000-4.000 0-15,0.000 0.000 0 0,1.000-1.000-496 0,3.000-3.000-80 0,-2.000-1.000-32 0,2.000-2.000 0 16,0.000-1.000-144-16,0.000 0.000 0 0,0.000 0.000 0 0,0.000-1.000 0 16,2.000 0.000-128-16,1.000-2.000 128 0,2.000-1.000-160 0,1.000-4.000 160 31,4.000 0.000-480-31,-2.000-2.000 0 0,3.000-2.000 0 0,-1.000 2.000 0 0,1.000-2.000-336 15,-1.000 3.000-64-15,-1.000-1.000-16 0,-1.000 3.000 0 0,0.000 3.000 0 16,0.000 0.000 0-16,-3.000 2.000 0 0,1.000 0.000 0 0,1.000 2.000 896 0,-1.000 0.000 0 0,-3.000 1.000 0 0,2.000 1.000 0 0,-2.000 0.000 128 16,-1.000 0.000-128-16,1.000 1.000 192 0,-1.000 0.000-64 0,1.000 2.000 192 0,-3.000 1.000 16 15,0.000-6.000 16-15,0.000 0.000 0 0,0.000 0.000 240 0,0.000 35.000 48 16,-1.000-26.000 16-16,-1.000 2.000 0 0,0.000-1.000-256 0,-1.000-1.000-48 16,3.000-2.000-16-16,-2.000-1.000 0 0,2.000-1.000-336 0,0.000-1.000 0 15,0.000-2.000 0-15,0.000-1.000 0 0,0.000 0.000 0 0,2.000-1.000-128 16,1.000-1.000 128-16,1.000-1.000-192 15,3.000-3.000-304-15,0.000-1.000-64 0,4.000-2.000-16 0,0.000-2.000 0 16,5.000 0.000-640-16,-3.000-2.000-128 0,3.000 1.000-16 0,-3.000 1.000-16 16,3.000 0.000 448-16,-3.000 2.000 96 0,-1.000 1.000 0 0,-3.000 1.000 16 0,-2.000 2.000 816 0,1.000 2.000 0 15,-3.000 0.000 224-15,0.000 2.000-48 0,1.000 0.000-48 0,-3.000 1.000-128 0,-1.000 0.000 192 0,-2.000 1.000-64 16,3.000 0.000 224-16,-1.000 1.000 32 0,-2.000 2.000 16 0,0.000 0.000 0 16,0.000-5.000 592-16,0.000 0.000 112 15,0.000 0.000 32-15,0.000 0.000 0 0,-2.000 33.000-448 0,2.000-26.000-96 0,-1.000 1.000-16 0,-1.000-3.000 0 16,0.000 0.000-352-16,2.000-2.000-80 0,0.000 0.000-16 0,0.000-2.000 0 15,0.000 1.000-128-15,0.000-2.000 0 0,2.000 0.000-160 0,0.000-2.000 160 16,1.000 0.000-208-16,2.000-2.000 48 0,2.000-1.000 16 0,2.000-2.000 0 16,-1.000-3.000-208-16,4.000 1.000-32 0,-3.000 0.000-16 0,1.000-2.000 0 15,0.000 3.000 400-15,0.000-1.000-160 0,1.000 2.000 160 0,-3.000 2.000 0 16,1.000 2.000 0-16,0.000 0.000 0 0,-3.000 2.000 0 0,-1.000 1.000 0 16,1.000 1.000 0-16,-6.000-1.000 0 0,0.000 0.000 0 0,0.000 0.000 0 15,0.000 0.000 0-15,0.000 0.000 144 0,0.000 0.000-144 0,0.000 0.000 128 0,0.000 0.000-128 16,29.000 39.000 160-16,-27.000-34.000-160 0,-2.000 1.000 160 15,1.000-2.000-160-15,-1.000-1.000 0 0,0.000 0.000 144 0,0.000-1.000-144 0,0.000 0.000 0 0,0.000-1.000 128 16,0.000 0.000-128-16,0.000-1.000 0 0,0.000 0.000 0 16,2.000 0.000 0-1,-2.000-1.000 0-15,0.000 0.000 0 0,3.000-1.000 0 0,-1.000 0.000 0 0,3.000-2.000 0 0,1.000 0.000-128 0,0.000-1.000 128 0,-1.000-2.000 0 16,2.000 3.000 0-16,-1.000-1.000 0 0,-1.000 2.000 128 0,0.000 1.000-128 16,-2.000 0.000 128-16,4.000 1.000-128 0,-3.000 1.000 0 0,-1.000 0.000 144 15,2.000 1.000-144-15,-5.000-1.000 0 0,0.000 0.000 128 0,0.000 0.000-128 16,0.000 0.000 0-16,0.000 0.000 0 0,0.000 0.000 0 0,0.000 0.000 0 15,38.000 23.000 0-15,-38.000-23.000 0 0,0.000 0.000 0 0,0.000 0.000 0 16,0.000 0.000 0-16,0.000 0.000 0 0,0.000 0.000 0 0,0.000 0.000 0 16,0.000 0.000 0-16,0.000 0.000 0 0,0.000 0.000 0 0,0.000 0.000 0 0,0.000 0.000 0 15,0.000 0.000 0-15,0.000 0.000 0 0,0.000 0.000 0 16,36.000 6.000-128-16,-28.000-12.000 128 0,1.000-2.000 0 0,2.000 0.000 0 0,2.000-1.000 0 0,0.000 1.000-144 47,-2.000 0.000-2128-47,0.000 2.000-416 0,0.000-1.000-96 0,-3.000 3.000-16 0,-1.000 2.000 1152 15,-1.000 1.000 240-15,-1.000 0.000 32 0,-2.000 2.000 16 0,-1.000-1.000 1360 0,1.000 1.000 0 0,-3.000 3.000 224 0,0.000 0.000-16 0,0.000 2.000 960 0,0.000-1.000 192 0,0.000 0.000 48 0,0.000 0.000 0 16,-2.000 3.000 192-16,1.000-1.000 64 0,-1.000 0.000 0 0,2.000 1.000 0 16,-3.000-1.000-560-16,3.000-1.000-96 0,-2.000 0.000-32 0,2.000 0.000 0 15,-1.000-2.000-656-15,-1.000 0.000-144 0,2.000-1.000-32 0,0.000 0.000-8736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147480000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05T13:17:07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11045.000 7028.000 11055 0,'-3.000'-1.000'976'0,"3.000"0.000"-784"0,0.000 1.000-192 0,0.000 0.000 0 0,0.000 0.000 880 0,0.000 0.000 128 0,0.000 0.000 16 0,-1.000-1.000 16 0,1.000 1.000 64 0,-2.000-1.000 16 16,2.000 1.000 0-16,0.000-1.000 0 0,0.000 1.000-112 0,0.000 0.000-32 16,0.000 0.000 0-16,0.000 0.000 0 0,2.000-1.000-544 0,-1.000 1.000-112 15,2.000-1.000-32-15,-1.000 1.000 0 0,1.000-1.000-64 0,-1.000 0.000-16 16,4.000 0.000 0-16,-1.000 0.000 0 0,1.000 0.000-208 0,-1.000 1.000 144 15,3.000-1.000-144-15,-2.000-1.000 128 0,4.000 1.000-128 0,1.000-2.000 0 16,2.000 1.000 0-16,0.000 0.000 0 0,-2.000 0.000 144 0,0.000 1.000-144 16,2.000 0.000 160-16,1.000-1.000-160 0,4.000 0.000 192 0,-2.000-1.000-64 15,3.000 0.000-128-15,-3.000 0.000 192 0,2.000-1.000-192 0,-2.000 1.000 0 0,1.000 1.000 0 0,-2.000-1.000 0 16,-1.000 1.000 0-16,0.000 0.000 0 0,0.000 1.000 0 0,0.000 0.000 0 16,-1.000 0.000 0-16,1.000 1.000 0 0,-1.000 0.000 0 0,1.000 0.000-160 15,-2.000 0.000 160-15,0.000 0.000 0 0,2.000 0.000 0 0,1.000 0.000-128 16,-1.000 1.000 128-16,1.000-2.000-160 0,-1.000 1.000 160 0,2.000 0.000-160 15,-1.000 0.000 160-15,2.000-1.000 0 0,2.000 1.000 0 16,0.000 0.000 0-16,-1.000-1.000 0 0,0.000 0.000-160 0,-1.000 0.000 160 0,-2.000 0.000 0 16,-1.000-1.000 0-16,-1.000 2.000 0 0,2.000-1.000 0 0,-1.000 0.000 0 15,-3.000 0.000-144-15,2.000 1.000 144 0,-2.000-1.000 0 0,2.000 1.000-144 16,-2.000 0.000 144-16,3.000 0.000 0 0,-1.000 1.000-144 0,2.000-1.000 144 0,-4.000 1.000 0 16,3.000-1.000-144-16,-2.000 0.000 144 0,2.000 1.000 0 0,0.000 0.000 0 0,1.000-1.000-128 15,1.000 2.000 128-15,-2.000-1.000 0 0,5.000 0.000 0 16,0.000-1.000 0-16,-1.000 1.000 0 0,1.000-1.000 0 0,-1.000 0.000 0 0,-1.000-1.000 0 15,4.000 1.000 0-15,0.000 0.000 0 0,0.000-1.000 0 0,-3.000 1.000 0 16,2.000-1.000 0-16,-1.000-1.000 0 0,0.000 1.000 0 0,2.000 1.000 0 16,0.000-1.000 0-16,0.000 1.000 0 0,-2.000 0.000 0 0,2.000 0.000 0 15,0.000 0.000 0-15,-1.000 1.000 0 0,4.000 2.000 0 0,0.000-2.000 0 16,0.000 0.000 0-16,4.000 0.000 0 0,2.000 1.000 0 0,-1.000-1.000 0 16,1.000-1.000 0-16,-3.000 0.000 0 15,-1.000 0.000 0-15,3.000 0.000-128 0,-3.000-1.000 128 0,1.000 1.000 0 0,0.000-1.000 0 0,-1.000 1.000 0 0,-4.000 0.000-128 0,2.000 0.000 128 16,3.000 1.000 0-16,0.000 0.000 0 0,0.000 0.000 0 0,2.000 0.000 0 15,2.000 2.000 0-15,-1.000-1.000 0 0,0.000 1.000 0 0,-1.000-1.000 0 16,-2.000 0.000 0-16,-1.000 0.000 0 0,0.000 1.000 0 0,-4.000-1.000-160 16,2.000 0.000 160-16,0.000 0.000 0 0,0.000-1.000 0 0,3.000 1.000 0 15,1.000-1.000 0-15,0.000 1.000 0 0,4.000-1.000 0 0,-1.000-1.000 0 16,3.000 1.000 0-16,0.000-1.000 0 0,-1.000 0.000 0 0,-2.000-1.000 0 16,-4.000 1.000 0-16,1.000 0.000 0 0,-1.000 0.000 0 0,2.000 0.000 0 15,-2.000 0.000 0-15,0.000 0.000 0 0,0.000 1.000 0 0,-3.000 0.000 0 16,0.000 0.000 0-16,0.000 1.000 0 0,3.000-1.000 0 0,1.000 0.000 0 15,-3.000 0.000 0-15,-1.000-1.000 0 0,-1.000 0.000 0 0,-1.000 0.000-128 16,4.000 2.000 128-16,-1.000-4.000 0 0,-1.000 1.000 0 0,0.000 1.000 0 16,0.000-2.000 0-16,2.000 1.000 0 15,-2.000 0.000 0-15,1.000 1.000 0 0,-1.000-1.000 0 0,0.000 0.000 0 0,2.000 1.000 0 0,0.000-1.000 0 0,-1.000 1.000 0 0,1.000 0.000 0 16,1.000-1.000 0-16,0.000 0.000 0 0,0.000 1.000 0 0,-3.000-1.000 0 16,0.000 1.000 0-16,-2.000-1.000 0 0,0.000 0.000 0 0,0.000 0.000 0 15,6.000 0.000 0-15,3.000 0.000 0 0,-2.000-1.000 0 0,1.000 1.000 0 16,5.000-1.000 0-16,-1.000-1.000 0 0,1.000 2.000 0 0,-4.000-1.000 0 15,-6.000 0.000 0-15,3.000-1.000 0 16,5.000-1.000 0-16,4.000 0.000 128 0,1.000 1.000-128 0,-1.000 0.000 0 0,-2.000-2.000 0 0,2.000 2.000 0 16,1.000 2.000 0-16,1.000-1.000 0 0,2.000 0.000 0 0,1.000 0.000 0 15,3.000-1.000 0-15,-7.000-1.000 128 0,-3.000-1.000-128 0,-4.000 2.000 0 0,3.000 0.000 0 0,2.000 0.000 0 16,3.000 2.000 0-16,2.000 0.000 0 16,4.000 0.000 0-16,1.000-1.000 0 0,-1.000-1.000 0 0,0.000 0.000 0 0,-3.000-2.000 0 0,-1.000 0.000 0 15,2.000 1.000 0-15,0.000 0.000 0 0,5.000 2.000 0 0,2.000-2.000 0 16,4.000 1.000 0-16,-1.000 0.000 0 0,0.000-2.000 0 0,-2.000 0.000 0 15,-3.000 0.000 0-15,-3.000 3.000 0 0,2.000 1.000 0 0,1.000 1.000 0 16,3.000-1.000 0-16,3.000-2.000 0 0,-3.000 4.000 0 0,-1.000-3.000 0 16,-7.000 0.000 0-16,1.000 1.000 0 0,-2.000 0.000 0 0,5.000 1.000 0 15,4.000 3.000 0-15,0.000-1.000 0 0,3.000 1.000 0 0,-2.000-5.000 0 16,-3.000 1.000 0-16,-4.000 0.000 0 0,0.000 1.000 0 0,1.000 1.000 0 16,4.000 0.000 0-16,1.000 2.000 0 15,5.000-2.000 0-15,-1.000-1.000 0 0,-2.000 0.000 0 0,-1.000 1.000 0 0,-3.000-1.000 0 0,1.000 2.000 0 16,1.000 0.000 0-16,2.000 1.000 0 0,3.000 0.000 0 0,-2.000-2.000 0 0,-4.000-1.000 0 15,1.000 0.000 0-15,2.000-1.000 0 0,-3.000 2.000 0 0,-1.000 1.000 0 0,4.000 0.000 0 16,3.000 2.000 0-16,0.000-1.000 0 0,-3.000-2.000 0 0,-7.000 1.000 0 16,-3.000-2.000 0-16,2.000 2.000-128 0,3.000 1.000 128 0,5.000-1.000 0 15,2.000 1.000 0-15,0.000-1.000 0 16,1.000 0.000 0-16,-3.000-1.000 0 0,-5.000 0.000 0 0,2.000 0.000 0 0,-1.000 2.000 0 0,3.000-1.000 0 31,3.000 0.000 0-31,0.000-1.000 0 0,-1.000-1.000 0 0,-4.000 0.000 0 16,-2.000 0.000 0-16,0.000 0.000 0 0,-2.000 0.000 0 0,1.000 0.000 0 0,2.000 2.000 0 0,1.000-1.000 0 0,1.000 1.000 0 0,3.000-2.000 0 15,-4.000 0.000 0-15,-1.000 0.000 0 0,-6.000-1.000 0 0,1.000 2.000 0 16,4.000 1.000 0-16,2.000-1.000 0 0,2.000 1.000 0 0,1.000-1.000 0 16,-2.000-1.000 0-16,-3.000-1.000 0 15,-3.000 0.000 0-15,-2.000 1.000 0 0,-1.000 0.000 0 0,4.000 0.000 0 16,-1.000 2.000 0-16,3.000-2.000 0 0,-3.000 0.000 0 16,-1.000 0.000 0-16,1.000 0.000 0 0,-6.000-1.000 0 0,-3.000 0.000 0 0,0.000 0.000 0 15,2.000 1.000 0-15,3.000 0.000 0 0,0.000 1.000 0 0,5.000 0.000 0 16,2.000-1.000 0-16,-5.000 0.000 0 0,2.000-1.000 0 0,-5.000 0.000 0 15,-3.000-1.000 0-15,-2.000 1.000 0 0,0.000 0.000 0 0,-1.000 1.000 0 16,3.000 1.000 0-16,1.000-1.000 0 0,2.000 1.000 0 0,1.000-1.000 0 16,-2.000-1.000 0-16,-2.000-1.000 0 0,-2.000 1.000 0 0,-2.000-1.000 0 15,0.000 1.000 0-15,-4.000-1.000 0 0,-2.000 1.000 0 0,-1.000 0.000 0 16,0.000 1.000 0-16,1.000 1.000 0 0,6.000 0.000 0 0,1.000-1.000 128 16,2.000 0.000-128-16,0.000 0.000 0 0,-3.000-1.000 0 0,-3.000 1.000 0 15,1.000-1.000 0-15,-1.000-1.000 0 0,-1.000 1.000 0 0,1.000-1.000 0 0,2.000 2.000 0 16,0.000-2.000 0-16,-5.000 1.000 0 0,2.000-1.000 0 0,6.000 2.000 0 0,4.000-1.000 0 15,-1.000-1.000 128-15,-1.000 0.000-128 0,-1.000-1.000 0 0,-2.000 0.000 0 16,0.000-2.000 0-16,-4.000 1.000 0 0,4.000 1.000 0 0,-1.000 1.000 0 16,-2.000 0.000 0-16,1.000 0.000 0 0,4.000 1.000 0 0,-5.000 0.000 0 15,-2.000 0.000 0-15,0.000-1.000 0 0,1.000 1.000 0 0,-1.000-1.000 0 16,1.000-1.000 0-16,-1.000 1.000 0 0,3.000 0.000 0 0,-3.000 1.000 0 16,1.000 1.000 0-16,1.000-1.000 0 0,2.000 0.000 0 0,1.000 1.000 0 15,2.000 0.000 0-15,-2.000 2.000 0 0,-2.000-1.000 0 0,-2.000-1.000 0 16,-1.000 0.000 0-16,-2.000-1.000 0 0,1.000 0.000 0 0,-1.000-1.000 0 15,3.000 0.000 0-15,-3.000 0.000 0 0,0.000 2.000 0 0,1.000-1.000 0 16,-3.000 0.000 0-16,3.000 1.000 0 0,-1.000 2.000 0 0,3.000-1.000 0 0,2.000 0.000 0 16,-3.000 0.000 0-16,0.000-1.000 0 0,-2.000 0.000 0 0,-3.000-2.000 0 0,2.000 2.000 0 15,-2.000 1.000 0-15,0.000 0.000 0 0,4.000-1.000 0 0,-4.000 1.000 0 16,0.000-1.000 0-16,2.000 0.000 0 0,-1.000 2.000 0 0,3.000 0.000-128 16,-1.000 0.000 128-16,0.000 0.000 0 0,-1.000 1.000 0 0,1.000-2.000 0 15,0.000 1.000 0-15,0.000-1.000 0 0,0.000-1.000 0 0,-1.000 0.000 0 16,-2.000 1.000 0-16,-2.000-2.000 0 0,2.000 1.000 0 0,-1.000 0.000 0 15,-1.000 0.000 0-15,-2.000 0.000 0 0,2.000 1.000 0 0,0.000 0.000 0 16,4.000 0.000 0-16,1.000-1.000 0 0,0.000 1.000 0 0,2.000 0.000 128 16,1.000 1.000-128-16,-1.000 0.000 0 0,0.000 0.000 0 0,-2.000-1.000 0 15,2.000-1.000 0-15,-4.000 0.000 0 0,1.000 1.000 0 0,-2.000-1.000-128 0,-2.000 1.000 128 16,-1.000-1.000 0-16,-1.000 1.000 0 0,-1.000 0.000 0 0,0.000 2.000 0 16,0.000-1.000 0-16,-2.000 0.000 0 0,-2.000 0.000 0 0,-1.000 0.000 0 15,-2.000-1.000 128-15,0.000 0.000-128 0,-2.000 0.000 0 0,-1.000 0.000 0 16,-2.000 0.000 128-16,0.000-1.000-128 0,-4.000 0.000 0 0,4.000 1.000 0 0,-5.000-1.000 0 15,1.000 0.000 0-15,-1.000 0.000 0 0,1.000 0.000 0 0,-3.000 0.000 0 16,2.000 0.000 0-16,-2.000 0.000 0 0,0.000 0.000 0 0,0.000 0.000 0 16,0.000 0.000 0-16,0.000 0.000 0 0,0.000 0.000 0 0,0.000 0.000 0 15,0.000 0.000 0-15,-2.000 1.000 0 0,2.000-2.000 0 0,0.000 1.000 0 16,0.000 0.000-176-16,-1.000 0.000-10320 0</inkml:trace>
  <inkml:trace contextRef="#ctx0" brushRef="#br0">24303.000 6827.000 15663 0,'0.000'-3.000'1392'0,"0.000"2.000"-1120"0,0.000 0.000-272 0,-1.000 0.000 0 0,1.000 0.000 800 0,0.000 1.000 96 0,0.000 0.000 32 0,0.000-2.000 0 0,0.000 2.000 976 0,-2.000 0.000 192 0,4.000 0.000 32 0,-4.000-1.000 16 16,2.000 1.000-1152-16,0.000 0.000-224 0,0.000 0.000-64 0,2.000 0.000 0 0,-2.000 1.000-448 0,0.000-1.000-80 15,0.000 0.000-32-15,0.000 0.000 0 0,0.000 2.000-144 16,0.000-2.000 0-16,1.000 0.000 0 0,-1.000 0.000 0 0,0.000 0.000 128 0,0.000 1.000-128 16,2.000-1.000 0-16,0.000 1.000 128 0,1.000 1.000 384 0,2.000-1.000 80 15,2.000 1.000 16-15,0.000 1.000 0 0,1.000 1.000-288 0,3.000 1.000-48 16,2.000 1.000-16-16,-2.000-1.000 0 0,2.000 2.000-256 0,1.000 0.000 0 15,-1.000 2.000 0-15,0.000-1.000 0 0,0.000 1.000 0 0,1.000 0.000 0 16,-14.000-9.000 0-16,24.000 19.000 0 0,-24.000-19.000 0 0,21.000 15.000 0 16,-21.000-15.000 0-16,0.000 0.000 0 0,27.000 21.000 0 0,-20.000-17.000 0 15,-7.000-4.000 0-15,0.000 0.000 0 0,0.000 0.000 0 0,0.000 0.000 0 0,19.000 16.000 0 0,-16.000-14.000 0 16,-3.000-1.000 0-16,0.000 0.000 0 0,2.000 0.000 0 0,-4.000 0.000 0 16,2.000 1.000 0-16,-1.000 1.000 0 0,-1.000 2.000 0 0,2.000-5.000 0 15,0.000 0.000-304-15,-31.000 26.000 48 0,9.000-10.000 0 0,-13.000 5.000-9360 16,-7.000 3.000-1872-16</inkml:trace>
  <inkml:trace contextRef="#ctx0" brushRef="#br0">16681.000 2140.000 6447 0,'0.000'0.000'576'0,"0.000"0.000"-576"0,0.000 0.000 0 0,0.000 0.000 0 0,0.000 0.000 176 0,0.000 0.000-176 0,0.000 1.000 160 0,0.000 0.000-160 15,-1.000 1.000 160-15,-1.000 1.000-160 0,2.000 1.000 160 0,0.000 1.000-160 16,-2.000 0.000 128-16,2.000 1.000-128 0,0.000 1.000 0 0,-1.000 1.000 0 16,1.000-1.000 144-16,1.000 0.000-144 0,-1.000 2.000 128 0,0.000-2.000-128 15,0.000 0.000 160-15,0.000 2.000-160 0,2.000-1.000 192 0,-2.000 1.000-192 0,0.000 2.000 128 0,0.000 0.000-128 16,0.000-11.000 0-16,0.000 0.000 0 0,0.000 0.000 0 0,2.000 53.000 160 16,-1.000-42.000-160-16,-1.000-11.000 128 15,0.000 0.000-128-15,0.000 48.000 0 0,0.000-48.000 0 0,-1.000 48.000 0 16,1.000-48.000 144-16,-2.000 56.000-144 15,2.000-56.000 160-15,-2.000 69.000-160 0,2.000-69.000 0 0,-1.000 69.000 0 0,1.000-69.000 0 0,-2.000 63.000 0 0,2.000-63.000 144 0,0.000 52.000-144 16,0.000-52.000 128-16,0.000 0.000-128 0,0.000 63.000 144 0,0.000-63.000-144 16,0.000 49.000 160-16,0.000-49.000-160 0,-2.000 59.000 128 0,2.000-59.000-128 15,0.000 67.000 0-15,0.000-67.000 0 0,-3.000 66.000 128 0,3.000-66.000-128 16,-3.000 64.000 0-16,3.000-64.000 144 0,-1.000 58.000-144 0,1.000-58.000 0 16,-4.000 55.000 0-16,4.000-55.000 0 0,-3.000 58.000 0 0,3.000-58.000 0 15,-5.000 70.000 0-15,5.000-70.000 0 0,-5.000 78.000 0 0,5.000-78.000 0 0,-6.000 78.000 0 0,6.000-78.000 0 16,-6.000 68.000 720-16,6.000-68.000 112 0,-2.000 63.000 32 15,2.000-63.000 0-15,-3.000 62.000 1824 0,3.000-62.000 384 0,-2.000 65.000 64 0,2.000-65.000 0 32,0.000 75.000-2576-32,0.000-75.000-560 0,0.000 71.000 0 0,0.000-71.000 0 15,2.000 66.000-144-15,-2.000-66.000 144 0,0.000 59.000 0 0,0.000-59.000 0 0,-2.000 61.000 0 0,2.000-61.000-128 0,0.000 67.000 128 0,0.000-67.000 0 32,-3.000 73.000 0-32,3.000-73.000 0 0,-2.000 71.000 0 0,2.000-71.000 0 15,0.000 66.000 0-15,0.000-66.000 0 0,0.000 60.000 0 0,0.000-60.000 0 16,2.000 52.000 0-16,-2.000-52.000-128 0,5.000 52.000 128 0,-5.000-52.000 0 15,3.000 60.000 0-15,-3.000-60.000-128 0,5.000 63.000 128 0,-5.000-63.000 0 16,6.000 60.000 0-16,-6.000-60.000 0 0,5.000 56.000 0 0,-5.000-56.000 0 16,3.000 51.000 0-16,-3.000-51.000 0 0,0.000 0.000 0 0,4.000 65.000 0 15,-4.000-65.000 0-15,0.000 0.000 0 0,4.000 67.000 0 0,-4.000-67.000 0 0,5.000 50.000 0 0,-5.000-50.000 0 16,6.000 50.000 0-16,-6.000-50.000 0 0,5.000 53.000 0 0,-5.000-53.000 0 16,5.000 53.000-128-16,-5.000-53.000 128 0,7.000 45.000 0 0,-7.000-45.000 0 15,0.000 0.000 0-15,7.000 62.000 0 0,-7.000-62.000 0 0,0.000 0.000 0 16,7.000 57.000 0-16,-7.000-57.000 0 0,0.000 0.000 0 0,3.000 67.000 0 15,-3.000-67.000 0-15,0.000 49.000 0 0,0.000-49.000 0 0,-1.000 55.000 0 16,1.000-55.000 0-16,-2.000 59.000 0 0,2.000-59.000 0 0,0.000 50.000 128 16,0.000-50.000-128-16,0.000 51.000 0 0,0.000-51.000 0 0,2.000 54.000 128 15,-2.000-54.000-128-15,1.000 51.000 0 0,-1.000-51.000 0 0,0.000 52.000 0 16,0.000-52.000 0-16,3.000 61.000 0 0,-3.000-61.000 0 0,2.000 67.000 0 16,-2.000-67.000 0-16,0.000 68.000 0 0,0.000-68.000 0 0,0.000 62.000 0 0,0.000-62.000 0 0,0.000 60.000 0 15,0.000-60.000 0-15,0.000 55.000 0 0,0.000-55.000 0 0,0.000 58.000 144 16,0.000-58.000-144-16,-2.000 64.000 0 0,2.000-64.000 0 0,0.000 74.000 0 15,0.000-74.000 0-15,0.000 72.000 0 0,0.000-72.000 0 0,2.000 64.000 0 16,-2.000-64.000 0-16,0.000 64.000 0 0,0.000-64.000 0 0,0.000 57.000 0 16,0.000-57.000 0-16,0.000 68.000 0 0,0.000-28.000 0 0,0.000-40.000 0 15,-2.000 80.000 0-15,2.000-80.000 0 0,0.000 72.000 0 0,0.000-72.000 0 16,-1.000 57.000 0-16,1.000-57.000 0 0,-2.000 62.000 0 0,2.000-62.000 0 16,-1.000 73.000 0-16,1.000-73.000 0 0,-2.000 78.000 0 0,2.000-78.000 0 15,0.000 76.000 0-15,0.000-76.000 0 0,2.000 74.000 0 0,-2.000-74.000 0 16,0.000 70.000 0-16,0.000-70.000 0 0,1.000 60.000 0 0,-1.000-60.000 0 15,2.000 59.000 0-15,-2.000-59.000 0 0,1.000 69.000 0 0,-1.000-69.000 0 16,0.000 74.000 0-16,0.000-74.000 0 0,0.000 63.000 128 0,0.000-63.000-128 0,2.000 55.000 0 0,-2.000-55.000 0 16,0.000 54.000 0-16,0.000-54.000 0 0,0.000 57.000 0 0,0.000-57.000 0 15,3.000 58.000 0-15,-3.000-58.000 128 0,6.000 67.000-128 16,-6.000-67.000 0-16,2.000 70.000 0 0,-2.000-70.000 0 0,5.000 67.000 0 0,-5.000-67.000 0 16,3.000 62.000 0-16,-3.000-62.000 0 0,3.000 62.000 0 0,-3.000-62.000 0 15,5.000 63.000 0-15,-5.000-63.000 0 0,3.000 70.000 0 0,0.000-31.000 0 16,-1.000 2.000 0-16,-2.000-1.000 0 0,0.000-40.000 1152 0,3.000 73.000 208 15,-3.000-73.000 48-15,2.000 68.000 0 0,-2.000-68.000-48 0,3.000 63.000 0 16,-3.000-63.000 0-16,3.000 63.000 0 0,-3.000-63.000-1120 0,5.000 73.000-240 16,-2.000-34.000 0-16,-1.000-2.000 0 0,-2.000-37.000 0 0,3.000 70.000 0 15,-3.000-70.000 0-15,3.000 57.000 0 0,-3.000-57.000 0 0,3.000 49.000 0 0,-3.000-49.000 0 16,4.000 54.000 0-16,-4.000-54.000 0 0,3.000 58.000 0 0,-3.000-58.000 0 0,3.000 66.000 0 16,-3.000-66.000 0-16,3.000 67.000 0 0,-3.000-67.000 0 0,2.000 63.000 0 15,-2.000-63.000 0-15,0.000 54.000 0 0,0.000-54.000 0 0,1.000 54.000 0 16,-1.000-54.000 0-16,2.000 56.000 0 0,-2.000-56.000 0 0,3.000 65.000 0 15,-3.000-65.000 0-15,2.000 71.000 0 0,1.000-33.000 0 0,-3.000-2.000 0 16,0.000 0.000 0-16,0.000-1.000 0 0,0.000-35.000 0 0,2.000 69.000 0 16,-2.000-69.000 0-16,1.000 59.000 0 0,-1.000-59.000 0 0,4.000 67.000 0 15,-4.000-67.000 640-15,4.000 64.000 64 0,-4.000-64.000 0 0,5.000 60.000 0 16,-5.000-60.000-320-16,5.000 56.000-48 0,-5.000-56.000-16 0,3.000 58.000 0 16,-3.000-58.000-320-16,3.000 56.000 0 0,-3.000-56.000 0 0,2.000 54.000 0 15,-2.000-54.000 0-15,3.000 60.000 0 0,-3.000-60.000 0 0,3.000 63.000 0 16,0.000-25.000 0-16,-1.000 3.000 0 0,0.000-1.000 0 0,-1.000-3.000 0 0,1.000 0.000 0 15,-2.000-1.000 0-15,3.000-1.000 0 0,-3.000-2.000 128 0,3.000 0.000-128 0,-1.000 2.000 0 16,0.000 0.000 0-16,-1.000 1.000 0 0,2.000-2.000 0 0,-3.000-34.000 0 16,5.000 64.000 0-16,-5.000-64.000 0 0,2.000 59.000 0 0,-2.000-59.000 0 15,1.000 46.000 0-15,-1.000-46.000 0 0,0.000 45.000 0 0,0.000-45.000 0 16,0.000 48.000 0-16,0.000-48.000 0 0,-1.000 48.000 0 0,1.000-48.000 0 16,0.000 47.000 0-16,0.000-47.000-128 0,0.000 48.000 128 0,0.000-48.000 0 15,1.000 46.000 0-15,-1.000-46.000 0 0,2.000 36.000 0 0,-2.000-36.000-128 16,3.000 37.000 128-16,-3.000-37.000 0 0,0.000 0.000-128 0,5.000 40.000 128 15,-5.000-40.000-128-15,0.000 0.000 128 0,0.000 0.000-384 0,3.000 34.000 0 0,-3.000-34.000 0 0,0.000 0.000-15488 16</inkml:trace>
  <inkml:trace contextRef="#ctx0" brushRef="#br0">16686.000 2092.000 11055 0,'0.000'0.000'976'0,"0.000"0.000"-784"0,0.000 0.000-192 0,0.000-1.000 0 0,0.000 1.000 784 0,0.000 0.000 112 16,0.000 0.000 32-16,0.000 0.000 0 0,0.000 0.000 224 0,0.000 0.000 32 16,0.000 0.000 16-16,0.000 0.000 0 0,0.000 0.000-880 0,0.000 0.000-192 15,0.000 0.000-128-15,0.000 1.000 192 0,0.000-1.000 176 0,0.000 1.000 32 16,0.000 0.000 16-16,-2.000 1.000 0 0,2.000 1.000-240 0,0.000 2.000-48 15,0.000 2.000-128-15,-3.000 1.000 192 0,3.000-8.000-192 0,0.000 0.000 0 0,-6.000 45.000 0 0,6.000-45.000 0 16,-10.000 36.000 192-16,10.000-36.000-64 0,-11.000 39.000-128 16,11.000-39.000 192-16,-16.000 37.000 1024 0,16.000-37.000 192 0,-15.000 35.000 32 0,6.000-18.000 16 15,1.000-4.000-1024-15,1.000 0.000-208 0,0.000-4.000-32 0,2.000 0.000-16 16,-2.000-1.000-176-16,2.000 0.000 0 0,0.000 0.000 144 0,-2.000-2.000-144 16,2.000-1.000 192-16,0.000 0.000-16 0,0.000-1.000-16 0,1.000 0.000 0 15,-1.000-1.000-160-15,3.000 0.000 128 0,-3.000-1.000-128 0,2.000-1.000 128 16,1.000 1.000-128-16,-1.000-1.000 0 0,1.000 0.000 0 0,-2.000 1.000 0 15,1.000-1.000-272-15,1.000 0.000-48 0,-1.000-1.000 0 0,1.000 1.000 0 16,-1.000-1.000-1296 0,1.000 0.000-272-16</inkml:trace>
  <inkml:trace contextRef="#ctx0" brushRef="#br0">16686.000 2197.000 18431 0,'0.000'-2.000'1632'16,"0.000"1.000"-1312"-16,2.000 1.000-320 0,-2.000 0.000 0 0,0.000 0.000 400 0,0.000 0.000 16 16,1.000 0.000 0-16,-1.000-1.000 0 0,3.000 1.000 544 0,-3.000 0.000 128 15,3.000 2.000 0-15,-1.000 2.000 16 0,1.000 2.000-960 0,1.000 0.000-144 16,-4.000-6.000 0-16,0.000 0.000-192 0,0.000 0.000 512 0,0.000 0.000 96 16,23.000 51.000 32-16,-23.000-51.000 0 0,0.000 0.000-32 0,0.000 0.000 0 15,23.000 49.000 0-15,-23.000-49.000 0 0,0.000 0.000-256 0,0.000 0.000-160 0,22.000 43.000 192 0,-22.000-43.000-192 16,0.000 0.000 128-16,0.000 0.000-128 0,0.000 0.000 0 0,31.000 46.000 0 15,-31.000-46.000 0-15,0.000 0.000 0 16,0.000 0.000 0-16,0.000 0.000 0 0,0.000 0.000 0 0,30.000 36.000 0 0,-27.000-33.000 0 0,0.000 1.000 0 16,-1.000-2.000 0-16,0.000-1.000 0 0,-1.000 0.000 0 0,-1.000-1.000 0 15,0.000 1.000 0-15,0.000-1.000 0 0,0.000-1.000 0 0,-3.000 2.000-12032 16</inkml:trace>
  <inkml:trace contextRef="#ctx0" brushRef="#br1">10991.000 6903.000 6447 0,'-2.000'-3.000'576'0,"2.000"1.000"-576"0,0.000 0.000 0 0,0.000 1.000 0 0,0.000 0.000 1040 0,0.000 1.000 112 0,0.000-1.000 0 0,0.000 0.000 16 0,0.000-1.000 640 0,0.000 0.000 128 0,0.000 0.000 32 0,0.000 0.000 0 16,0.000 0.000 144-16,0.000 1.000 48 16,0.000 0.000 0-16,0.000 0.000 0 15,0.000 1.000-656-15,2.000 0.000-128 0,-2.000-1.000-32 0,0.000 1.000 0 0,0.000 1.000-672 0,0.000 0.000-144 0,0.000-2.000-16 0,0.000 1.000-16 16,0.000 0.000-240-16,-2.000 1.000-32 0,2.000-1.000-16 0,0.000 1.000 0 16,0.000-1.000-208-16,0.000 0.000 176 0,0.000 0.000-176 0,0.000 0.000 160 15,0.000 0.000-160-15,0.000 0.000 0 0,0.000 1.000 0 0,0.000-1.000 0 0,0.000 0.000 0 0,2.000 0.000 0 16,0.000-1.000 0-16,-1.000 1.000 0 0,2.000 0.000 0 0,1.000 0.000 0 15,-1.000-1.000 0-15,0.000 1.000 0 0,3.000 0.000 0 0,-1.000 1.000 0 16,-2.000-1.000 0-16,2.000 0.000 0 0,0.000 1.000 0 0,1.000-1.000 0 31,-1.000 1.000 0-31,0.000 0.000 0 0,2.000 0.000 0 0,0.000-1.000 0 0,1.000 0.000 0 0,-1.000-1.000 0 0,2.000 1.000 0 0,1.000-1.000 0 16,-2.000 0.000 0-16,3.000 0.000 0 0,-1.000 0.000 0 0,1.000-1.000 0 16,0.000 1.000 0-16,2.000 0.000 0 0,-5.000 0.000 0 0,3.000-1.000 128 15,-3.000 1.000-128-15,0.000 0.000 0 16,2.000 0.000 0-16,-4.000 1.000 0 0,2.000-1.000 0 15,0.000 0.000 0-15,-2.000-1.000 0 0,3.000 2.000 0 0,-3.000 0.000 0 0,3.000 0.000 0 16,-2.000 0.000 0-16,1.000-1.000 0 0,0.000 1.000 0 0,-2.000-1.000 0 16,1.000 0.000 0-16,0.000 1.000 0 0,0.000 0.000 0 0,1.000 0.000 0 15,-3.000-1.000 0-15,3.000 1.000 0 0,-2.000-1.000 0 0,1.000 1.000 0 16,0.000 0.000 0-16,0.000-1.000 0 0,-2.000 0.000 0 0,2.000 0.000 0 16,0.000 1.000 0-16,-2.000-1.000 0 0,3.000 0.000 0 0,-1.000 0.000 0 15,0.000 0.000 0-15,0.000 1.000 0 0,1.000-1.000 0 0,0.000 1.000 128 16,0.000-1.000-128-16,-1.000 1.000 0 0,2.000 1.000 0 0,-3.000-1.000 0 15,1.000-1.000 0-15,2.000 1.000 0 0,-1.000 0.000 0 0,2.000 1.000 0 16,-1.000-1.000 0-16,1.000 0.000 0 0,-1.000 1.000 0 0,1.000-1.000 0 16,0.000 1.000 0-16,1.000-1.000 0 0,-1.000 0.000 0 0,2.000 1.000 0 0,-2.000-1.000 0 15,1.000 0.000 0-15,1.000-1.000 0 0,0.000 0.000 0 0,0.000 1.000 0 16,2.000-1.000 0-16,-1.000-1.000 0 0,-1.000 0.000 0 0,0.000 1.000 0 0,0.000-1.000 0 16,-2.000 1.000 0-16,1.000 0.000 0 0,-1.000-1.000 0 0,-2.000 1.000 0 15,1.000 1.000 0-15,0.000-1.000 0 0,-3.000 2.000 0 0,2.000-1.000 0 16,-2.000 0.000 0-16,2.000 0.000 0 0,0.000 0.000 0 0,-1.000 0.000 0 15,-1.000 1.000-144-15,2.000-1.000 144 0,0.000 2.000 0 0,0.000-2.000 0 16,0.000 1.000 0-16,2.000-1.000 0 0,-1.000 1.000 0 0,1.000-1.000 0 16,-2.000 1.000 0-16,2.000-1.000 0 0,-1.000 0.000 0 0,1.000 0.000 0 15,-1.000 0.000 0-15,-1.000 0.000 0 0,0.000-1.000 0 0,2.000 1.000 0 16,-2.000 0.000 0-16,0.000 1.000 0 0,1.000-1.000 0 0,-1.000 0.000 0 16,1.000 0.000 0-16,-2.000 1.000 0 0,1.000-1.000 0 0,-1.000 0.000 0 0,1.000 1.000 0 15,-2.000 0.000 0-15,2.000 0.000-144 0,0.000-1.000 144 0,-1.000 1.000 0 0,-1.000 0.000-144 16,2.000-1.000 144-16,0.000 1.000 0 0,0.000 0.000 0 0,3.000 0.000 0 15,-3.000-1.000 0-15,2.000 0.000 0 0,1.000 0.000 0 16,-3.000-1.000 0-16,0.000 0.000 0 0,0.000-1.000 0 0,0.000 1.000 0 0,0.000 0.000 0 16,-2.000 0.000 0-16,1.000 0.000 0 0,-2.000 0.000 0 0,0.000 0.000 0 15,1.000 1.000 0-15,-2.000-1.000 0 0,1.000 1.000 0 0,0.000-1.000 0 16,-1.000 1.000 0-16,0.000 0.000 0 0,1.000 1.000 0 0,0.000-1.000 0 16,0.000 0.000 0-16,-2.000 0.000 0 0,3.000 0.000 0 0,-3.000 1.000-128 15,2.000-1.000 128-15,0.000 0.000 0 0,0.000 1.000 0 0,-2.000-1.000 0 16,3.000 0.000 0-16,-1.000 0.000 0 0,0.000 1.000 0 0,0.000-1.000 0 15,1.000-1.000 0-15,0.000 1.000 0 0,-2.000 0.000 0 0,-1.000-1.000 0 0,2.000 1.000 0 16,1.000 0.000 0-16,-3.000-1.000 0 0,2.000 0.000 0 0,-2.000 1.000 0 0,2.000-2.000 0 16,-1.000 2.000 0-16,-1.000 0.000 0 0,3.000 0.000 0 0,-1.000 0.000 0 15,0.000-1.000 0-15,0.000 1.000 0 0,0.000 0.000 0 0,0.000 0.000 0 16,2.000-1.000 0-16,-2.000 1.000 0 0,0.000-1.000 0 0,2.000 1.000 0 16,-3.000 0.000 0-16,1.000 0.000 0 0,-2.000-1.000 0 0,2.000 1.000 0 15,1.000-1.000 0-15,-3.000 1.000 0 0,2.000-1.000 0 0,0.000 1.000 0 16,0.000-1.000 0-16,1.000 1.000 0 0,-1.000 0.000 0 0,1.000 0.000 0 15,-1.000-1.000 0-15,4.000 1.000 0 0,-2.000 0.000 0 0,1.000 0.000 0 16,1.000 0.000 0-16,-2.000 0.000 0 0,5.000 0.000 0 0,-3.000 0.000-128 16,-1.000 0.000 128-16,1.000 0.000 0 0,-1.000 1.000 0 0,2.000-1.000 0 15,1.000 0.000 0-15,-1.000 0.000 0 0,2.000 0.000 0 0,-2.000 0.000 0 0,3.000 0.000 0 16,-2.000 0.000 0-16,2.000 0.000 0 0,0.000-1.000 0 0,-1.000 0.000 0 0,-2.000 0.000 0 16,4.000 0.000 0-16,-1.000 0.000 0 0,2.000 0.000 0 0,-2.000-1.000 0 15,1.000 1.000 0-15,0.000-1.000 0 0,-1.000 1.000 0 0,-2.000 1.000 0 16,-1.000-1.000 0-16,1.000 1.000 0 0,-1.000 0.000 0 0,-1.000 0.000 0 15,-1.000 1.000 0-15,0.000-1.000-128 0,0.000 1.000 128 0,0.000-1.000 0 16,0.000 2.000 0-16,0.000-1.000 0 0,0.000 0.000 0 0,0.000 0.000 0 16,0.000 0.000 0-16,2.000 0.000 0 0,-4.000-1.000 0 0,2.000 0.000 0 15,0.000 0.000 0-15,0.000 0.000 0 0,-1.000 0.000 0 0,-1.000 0.000-128 16,2.000 0.000 128-16,-2.000 0.000 0 0,1.000-1.000 0 0,1.000 1.000 0 16,-2.000 0.000 0-16,1.000 0.000 0 0,-1.000 0.000 0 0,2.000 0.000 0 0,-3.000-1.000 0 15,0.000 0.000 0-15,0.000 0.000 0 0,2.000 1.000 0 16,-2.000 0.000 0-16,0.000-1.000 0 0,0.000 1.000 0 0,1.000 0.000 0 0,-1.000-1.000 0 0,0.000 1.000 0 15,-2.000 0.000 0-15,4.000 1.000 0 16,-1.000-1.000 0-16,-2.000 0.000 0 0,3.000 0.000 0 0,-2.000 0.000 0 0,1.000-1.000 0 0,-3.000 1.000 0 16,2.000 0.000 0-16,0.000-1.000 0 0,0.000 1.000 0 0,3.000 1.000 0 15,-5.000-1.000 0-15,3.000 0.000 0 0,1.000 1.000 0 0,-1.000-1.000 0 16,-1.000 1.000 0-16,1.000 0.000-128 0,1.000 0.000 128 0,2.000 0.000 0 16,-1.000 1.000 0-16,1.000-1.000 0 0,0.000 1.000 0 0,-1.000-1.000 0 15,-1.000 0.000 0-15,2.000-1.000 0 0,-1.000 1.000 0 0,3.000-1.000 0 16,-3.000 1.000 0-16,2.000 0.000 0 0,2.000 0.000 0 0,0.000 0.000 0 15,0.000 1.000 0-15,0.000-2.000 0 0,0.000 0.000 0 0,2.000 0.000 0 0,-2.000 0.000 0 0,1.000-2.000 0 16,1.000 2.000 0-16,-2.000 0.000 0 0,2.000-1.000 0 0,-2.000 1.000 0 16,0.000-1.000 0-16,-2.000 1.000 0 0,2.000-1.000 0 0,-2.000 0.000 0 15,-1.000 1.000 0-15,1.000-1.000 0 0,-1.000 1.000 0 0,1.000 0.000 0 16,-1.000 0.000 0-16,0.000 0.000 0 0,-1.000 0.000 0 0,0.000 0.000 0 16,3.000-1.000 0-16,-3.000 2.000 0 0,5.000-1.000 0 0,-2.000 1.000 0 15,0.000-2.000 0-15,-3.000 0.000 0 0,0.000 1.000 0 0,3.000-1.000 0 16,1.000 1.000 0-16,2.000-1.000 0 0,-1.000 2.000 0 0,1.000-1.000 0 15,-1.000 1.000 0-15,0.000-1.000 0 0,1.000 1.000 0 0,-1.000-1.000 0 16,1.000-1.000 0-16,3.000 0.000 0 0,3.000 1.000 0 16,0.000-1.000 0-16,-1.000 0.000 0 0,-2.000 0.000 0 0,-1.000 0.000 0 0,2.000 0.000 0 0,-1.000 0.000 0 15,-2.000 0.000 0-15,1.000-1.000 0 0,0.000 0.000 0 16,-2.000 1.000 0-16,2.000 0.000 0 0,0.000 1.000 0 0,-3.000-1.000 0 0,3.000 1.000 0 0,-3.000-1.000 0 16,4.000 1.000 0-16,-2.000 0.000 0 0,-1.000 0.000 0 0,2.000 0.000 0 15,3.000 0.000 0-15,-2.000 1.000 0 0,2.000-1.000 0 0,1.000 0.000 0 16,1.000 1.000 0-16,1.000-1.000 0 0,2.000-2.000 0 0,0.000 0.000 0 15,2.000 2.000 0-15,-2.000-3.000 0 0,0.000-1.000 0 0,0.000 0.000 0 16,0.000 1.000 0-16,-2.000-1.000 0 0,-1.000 2.000 0 0,-3.000 1.000 0 16,-2.000 0.000 0-16,0.000-1.000 0 0,-1.000 2.000 0 0,0.000 0.000 0 15,-1.000 2.000 0-15,-2.000-2.000 0 16,2.000 1.000 0-16,-1.000 0.000 0 0,1.000 1.000 0 0,-2.000-1.000 0 0,-12.000-1.000 0 0,27.000 5.000 0 0,-13.000-3.000 0 16,0.000 0.000 0-16,1.000 1.000 0 0,1.000-1.000 0 0,-1.000-1.000 0 15,2.000-1.000 0-15,1.000 1.000 0 0,-1.000-1.000 0 0,1.000-1.000 0 0,1.000 0.000-128 16,-3.000 0.000 128-16,0.000 0.000 0 0,0.000 0.000 0 0,0.000 1.000 0 15,-3.000-1.000 0-15,0.000 0.000 0 16,-4.000 0.000 0-16,2.000 1.000 0 0,1.000 0.000 0 0,-3.000 1.000 0 0,1.000-1.000 0 0,-2.000 0.000 0 16,0.000 1.000 0-16,-2.000 0.000 0 0,1.000-1.000 0 0,-1.000 1.000 0 15,0.000 0.000 0-15,-1.000 0.000 0 0,2.000-1.000 0 0,-1.000 0.000 0 16,0.000 2.000 0-16,2.000-2.000 0 0,-1.000 1.000 0 0,2.000-1.000 0 16,-1.000 0.000 0-16,1.000 0.000 0 0,0.000 0.000 0 0,1.000 0.000 0 15,-1.000 2.000 0-15,1.000-2.000 0 0,-2.000 0.000 0 0,1.000 0.000 0 16,-1.000 0.000 0-16,-1.000 0.000 0 0,2.000 1.000 0 0,-1.000-1.000 0 15,-1.000 1.000 0-15,-1.000-1.000 0 0,0.000-1.000 0 0,-1.000 1.000 0 0,-1.000 0.000 0 0,-1.000 1.000 0 16,3.000-1.000 0-16,-3.000 0.000 0 0,2.000 0.000 0 0,-2.000 1.000 0 16,1.000-1.000 0-16,2.000 0.000 0 0,-1.000 1.000 0 0,-1.000 0.000 0 15,1.000-1.000 0-15,-1.000 0.000 0 0,1.000-1.000 0 0,-1.000 0.000 0 16,1.000 0.000 0-16,0.000 0.000 0 0,-2.000 1.000 0 0,2.000 0.000 0 16,-2.000 0.000 0-16,2.000 0.000 0 0,-2.000 0.000 0 0,0.000-1.000 0 15,0.000-1.000 0-15,-1.000 2.000 0 0,1.000 0.000 0 0,-1.000 0.000 0 16,1.000 2.000 0-16,2.000-2.000 0 0,-2.000 0.000 0 0,0.000 0.000 0 15,0.000 1.000 0-15,-1.000-1.000 0 0,1.000-1.000 0 0,2.000 1.000 0 16,-2.000 0.000 0-16,2.000-2.000 0 0,-2.000 4.000 0 0,2.000-4.000 0 16,-2.000 2.000 0-16,2.000-1.000 0 15,1.000 1.000 0-15,-3.000-1.000 0 0,2.000 0.000 0 0,0.000 1.000 0 0,0.000-1.000 0 0,-1.000 1.000 0 16,1.000-1.000 0-16,-3.000 0.000 0 0,3.000 0.000 0 0,-2.000 0.000 0 0,1.000 0.000 0 0,-1.000-1.000 0 16,3.000 1.000 0-16,-3.000 0.000 0 0,2.000 0.000 0 0,-2.000 1.000 0 15,2.000-1.000 0-15,-1.000 0.000 0 0,1.000 1.000 0 0,0.000 0.000 0 16,0.000-1.000 0-16,-1.000 0.000 0 0,1.000-1.000 0 0,0.000 2.000 0 15,0.000 1.000 0-15,0.000-1.000 0 0,2.000 1.000 0 0,-1.000-1.000-128 16,0.000 1.000 128-16,1.000-1.000 0 0,2.000 0.000 0 0,-1.000 1.000 0 16,-1.000-1.000 0-16,4.000 1.000 0 0,-3.000 0.000 0 0,2.000 0.000 0 15,-1.000-1.000 0-15,-1.000 1.000 0 0,3.000-1.000 0 0,-3.000 1.000 0 16,-1.000-1.000 0-16,2.000 0.000 0 0,-2.000 1.000 0 0,-1.000-1.000 0 16,3.000 1.000 0-16,-2.000 0.000 0 0,-2.000 0.000 0 0,1.000 0.000 0 15,2.000-1.000 0-15,-1.000 0.000 0 0,-1.000-1.000 0 0,1.000 1.000 0 16,0.000 1.000 0-16,0.000 0.000 0 0,-1.000 0.000 0 0,2.000-1.000 0 0,0.000 1.000 0 15,-1.000 0.000 0-15,-1.000-1.000 0 0,2.000 0.000 0 16,0.000 1.000 0-16,-3.000-1.000 0 0,4.000 3.000 0 0,-4.000-3.000 0 0,2.000-2.000 0 0,-1.000 1.000 0 16,0.000 0.000 0-16,1.000 1.000 0 0,-1.000 1.000 0 0,2.000-1.000 0 15,-3.000 0.000 0-15,0.000 0.000 0 0,1.000 0.000 0 0,-1.000 1.000 0 16,3.000-1.000 0-16,-3.000 2.000 0 0,1.000-2.000 0 0,-1.000 1.000-128 16,1.000-1.000 128-16,-1.000 1.000 0 0,0.000-1.000 0 0,-2.000 0.000 0 15,2.000 0.000 0-15,1.000-1.000 0 0,-1.000 1.000 0 0,0.000-1.000 0 16,0.000 2.000 0-16,1.000-1.000 0 0,-1.000 0.000 0 0,0.000-1.000 0 15,1.000 1.000 0-15,-2.000-2.000 0 0,2.000 2.000 0 0,-3.000-1.000 0 16,2.000 0.000 0-16,0.000 1.000 0 0,1.000 0.000 0 0,0.000 1.000 0 0,1.000 2.000 0 16,-2.000-3.000 0-16,1.000 0.000 0 0,0.000 0.000 0 0,-1.000-2.000 0 0,-2.000 1.000 0 31,4.000 2.000 0-31,-1.000-1.000 0 0,-1.000 3.000 0 0,1.000-3.000 0 16,1.000 0.000 0-16,-1.000 0.000 0 0,-1.000 1.000 0 0,0.000 0.000 0 0,1.000 0.000 0 15,-1.000-1.000 0-15,3.000 0.000 0 0,-5.000 0.000-128 0,2.000 1.000 128 0,0.000 0.000 0 0,1.000-1.000 0 0,-3.000 1.000 0 16,1.000-1.000 0-16,0.000 0.000 0 0,-2.000-1.000 0 0,1.000 1.000 128 15,2.000-1.000-128-15,0.000 1.000 0 0,-2.000 0.000 0 0,0.000 0.000 0 16,0.000-1.000 0-16,1.000 0.000 0 0,-1.000 0.000 0 0,0.000 0.000 0 16,2.000 1.000 0-16,-2.000 1.000 0 0,3.000-1.000 0 0,-2.000 0.000 0 15,-1.000 0.000 0-15,0.000 0.000 0 0,3.000 0.000 0 0,-3.000 0.000 0 16,1.000 1.000 0-16,-1.000-1.000 0 0,2.000 0.000 0 0,-2.000 0.000 0 0,3.000 1.000 0 16,-3.000 0.000 0-16,2.000-1.000 0 0,-1.000 0.000 0 0,-1.000 1.000 0 15,3.000-1.000 0-15,-1.000 0.000 0 0,-2.000 0.000 0 0,2.000 0.000 0 0,0.000 0.000 0 16,1.000-1.000 0-16,0.000 1.000 0 0,-1.000 0.000 0 0,-1.000-1.000 0 15,-1.000 0.000 0-15,3.000 1.000 0 0,-3.000-1.000 0 0,-1.000 1.000 0 16,1.000-1.000 0-16,0.000 1.000 0 0,-1.000 0.000 0 0,0.000 0.000 0 16,1.000 0.000 0-16,0.000 0.000 0 0,0.000 0.000 0 0,0.000-1.000 0 15,-1.000-1.000 0-15,3.000 2.000 0 0,-2.000-1.000 0 0,0.000 0.000 0 16,1.000 0.000 0-16,0.000 0.000 0 0,-1.000 1.000 0 0,2.000 0.000 0 16,-2.000 1.000 0-16,2.000-1.000 0 0,-1.000-1.000 0 0,0.000 0.000 0 15,-1.000 0.000 0-15,2.000 0.000 0 0,0.000 1.000 0 0,-2.000 0.000 0 16,5.000-1.000 0-16,-2.000 0.000 0 0,-1.000 1.000 0 0,2.000 0.000 0 0,-1.000 0.000 0 0,0.000 0.000 0 31,-1.000-1.000 0-31,2.000 0.000 0 0,0.000 0.000 0 0,-2.000 1.000-128 0,2.000 0.000 128 0,-2.000 0.000 0 0,0.000 0.000 0 0,2.000 1.000 0 16,-3.000-1.000 0-16,2.000 0.000 0 0,-2.000-1.000 0 0,-1.000 1.000 0 15,3.000-1.000 0-15,-3.000 0.000 0 0,2.000 0.000 0 0,-2.000 1.000 0 16,2.000 1.000 0-16,1.000-1.000 0 0,1.000 1.000 0 0,-4.000-1.000 0 16,2.000 0.000 0-16,-2.000 0.000 0 0,3.000-1.000 0 0,-1.000 1.000 0 15,-2.000 1.000 0-15,2.000-1.000 0 0,-3.000 0.000 0 0,1.000-1.000 0 16,-1.000 1.000 0-16,2.000 1.000 0 0,-2.000-1.000 0 0,1.000 1.000 0 15,-1.000-1.000 0-15,1.000 0.000 0 0,-1.000 0.000 0 0,-1.000 0.000 0 16,1.000 0.000 0-16,-2.000 0.000 0 0,3.000 0.000 0 0,-3.000 1.000 0 16,2.000-1.000 0-16,-2.000 1.000 0 0,4.000 0.000 0 0,-2.000-1.000 0 0,-1.000 0.000 0 0,1.000 0.000 0 15,1.000 0.000 0-15,2.000 0.000-128 0,-1.000 1.000 128 0,-1.000-1.000 0 16,1.000 1.000 0-16,1.000-1.000 0 0,-2.000 0.000 0 16,-1.000 0.000 0-1,3.000 0.000 0-15,-2.000 0.000 0 0,1.000-1.000 0 0,-2.000 0.000 0 0,1.000 0.000 0 0,1.000 0.000 0 0,-1.000 0.000 0 0,0.000 0.000 0 16,1.000 0.000 0-16,-1.000 0.000 0 0,1.000 0.000 0 0,-1.000-1.000 0 15,-1.000 1.000 0-15,1.000 0.000 128 0,-1.000 0.000-128 0,0.000 0.000 0 16,-1.000-1.000 0-16,1.000 1.000 0 0,1.000 1.000 0 0,1.000-1.000 0 16,-4.000 1.000 0-16,2.000-1.000 0 0,1.000 1.000 0 0,-1.000 0.000 0 15,0.000 0.000 0-15,-1.000 0.000 0 16,1.000-1.000 0-16,1.000 1.000 0 0,-1.000 0.000 0 0,1.000 0.000 0 0,-1.000 0.000 0 0,0.000 0.000 0 16,2.000-1.000 0-16,-1.000 1.000 0 0,0.000 0.000 0 0,-1.000 0.000 0 0,1.000 0.000 0 0,2.000 1.000 0 15,-1.000-1.000 0-15,-2.000 0.000 0 0,1.000 0.000 0 0,-1.000 0.000 0 16,3.000 0.000 0-16,-3.000 0.000 0 0,-1.000-1.000 0 0,1.000 1.000 0 15,1.000 1.000 0-15,-1.000-1.000 0 0,0.000-1.000 0 0,-2.000 1.000 0 16,2.000 0.000 0-16,-2.000 1.000 0 0,0.000-1.000 0 0,0.000-1.000 0 16,2.000 2.000 0-16,-2.000-1.000 0 0,0.000 1.000 0 0,0.000-2.000 0 15,-2.000 1.000 0-15,2.000 0.000 128 0,0.000-2.000-128 0,0.000 1.000 0 16,0.000 1.000 0-16,0.000 0.000 0 0,-2.000 0.000 0 0</inkml:trace>
  <inkml:trace contextRef="#ctx0" brushRef="#br1">16580.000 6793.000 4607 0,'0.000'-1.000'400'0,"2.000"1.000"-400"0,1.000 0.000 0 0,-1.000 1.000 0 0,-2.000-2.000 960 0,-2.000 0.000 128 0,2.000 0.000 0 0,0.000 0.000 16 0,0.000 0.000 512 0,0.000-1.000 112 0,0.000 2.000 0 0,-1.000-1.000 16 16,-1.000 0.000-192-16,0.000 1.000-32 0,2.000 0.000-16 0,0.000 0.000 0 15,-1.000 0.000-176-15,1.000 0.000-48 16,0.000 0.000 0-16,0.000 0.000 0 0,-2.000 0.000-528 0,2.000 0.000-112 0,0.000 1.000-32 0,0.000-1.000 0 16,0.000 0.000-304-16,0.000 0.000-64 0,0.000 0.000-16 0,0.000-1.000 0 15,2.000 1.000 48-15,-2.000 0.000 16 0,0.000 0.000 0 0,1.000 0.000 0 16,-1.000 0.000 32-16,0.000 0.000 0 0,0.000-1.000 0 0,2.000 0.000 0 16,-2.000 1.000-32-16,3.000-1.000 0 0,-3.000 1.000 0 0,2.000-1.000 0 15,-1.000 1.000-144-15,1.000 0.000-16 0,1.000-1.000-128 0,2.000 1.000 192 16,-2.000-1.000-192-16,2.000 1.000 0 0,0.000-1.000 0 0,0.000 1.000 0 15,1.000 0.000 0-15,-1.000 0.000 0 0,1.000-1.000 0 0,-1.000 1.000-160 16,1.000-1.000 160-16,-1.000 0.000 0 0,0.000 1.000 0 0,-2.000 0.000 0 16,2.000 0.000 0-16,-2.000 0.000 128 0,2.000-1.000-128 0,-2.000 0.000 0 0,0.000 1.000 0 0,-1.000-2.000 0 15,1.000 1.000 0-15,-1.000 1.000 128 0,-1.000 0.000-128 0,3.000-1.000 0 16,0.000 1.000 0-16,-1.000-1.000 128 0,-1.000 0.000-128 0,1.000 1.000 0 16,1.000-1.000 0-16,-1.000 1.000 0 0,0.000 0.000 0 0,0.000-1.000 0 15,0.000 1.000 0-15,-1.000-1.000 0 0,-1.000 1.000 0 0,1.000-1.000 0 16,1.000 1.000 0-16,-3.000 0.000 0 0,2.000 0.000 0 0,-1.000 0.000 0 15,1.000 0.000 0-15,0.000-1.000 128 0,-1.000 1.000-128 16,-1.000 0.000 0-16,2.000-1.000 0 0,0.000 1.000 0 0,-1.000 0.000 0 0,2.000 0.000 0 16,0.000-1.000 0-16,-1.000 0.000 128 0,1.000 1.000-128 0,-1.000-1.000 0 15,1.000 0.000 0-15,0.000 1.000 0 0,1.000-1.000 0 0,-3.000 1.000 0 16,4.000-1.000 0-16,-4.000 0.000 0 0,1.000 1.000 0 0,0.000-1.000 128 0,-1.000 1.000-128 0,-1.000 0.000 0 16,2.000-1.000 768-16,-2.000 1.000 64 0,1.000-1.000 32 0,1.000 1.000 0 15,-2.000 0.000-464-15,0.000 0.000-80 0,2.000 0.000-32 0,-1.000 0.000 0 16,1.000-1.000-288-16,-2.000 1.000 0 0,3.000 0.000 0 0,-3.000 0.000 0 15,3.000 0.000 0-15,0.000 0.000 0 0,-1.000-1.000 0 0,1.000 1.000 0 16,-1.000 1.000 0-16,-1.000-1.000 0 0,1.000 0.000-128 0,1.000 1.000 128 16,-1.000-1.000 0-16,1.000 0.000 0 0,2.000 1.000 0 0,-2.000-1.000-144 15,-1.000 1.000 144-15,1.000 0.000 0 0,0.000 0.000 0 0,0.000 0.000 0 16,-1.000 0.000 0-16,1.000 0.000 0 0,0.000-1.000 0 0,-1.000 1.000 0 16,-1.000-1.000 0-16,1.000 1.000 0 15,1.000 0.000 0-15,-3.000 0.000 0 0,2.000 0.000 0 0,1.000 0.000 0 0,0.000 0.000 0 0,-1.000 0.000 0 16,-2.000 0.000 0-16,3.000 0.000 0 0,0.000 1.000 0 0,-1.000-1.000-128 15,-1.000 2.000 128-15,1.000-2.000 0 0,1.000 1.000 0 0,-1.000-1.000 0 0,1.000 1.000 0 0,-3.000 0.000 0 16,3.000 0.000 0-16,-1.000 0.000 0 0,1.000 0.000 0 0,0.000 0.000 0 16,-1.000 0.000 0-16,-1.000-1.000 0 0,1.000 1.000 0 0,1.000 1.000 0 15,-1.000-1.000 0-15,-1.000-1.000-128 0,1.000 1.000 128 0,-2.000-1.000 0 16,2.000 1.000 0-16,-1.000-1.000 0 0,1.000 0.000 0 0,-2.000 1.000 0 16,2.000 0.000 0-16,-1.000-1.000 0 0,-1.000 1.000 0 0,0.000-1.000 0 15,0.000 0.000 0-15,3.000 0.000 0 0,-3.000 2.000 0 0,0.000-2.000 0 16,0.000 1.000 0-16,2.000-1.000 0 0,-2.000 1.000 0 0,1.000 0.000 0 15,-1.000 0.000-144-15,0.000-1.000 144 0,0.000 1.000 0 0,0.000 0.000 0 16,2.000 0.000 0-16,-2.000 0.000 0 0,2.000-1.000 0 0,-1.000 1.000 0 16,-1.000 1.000 0-16,0.000-2.000 0 15,2.000 1.000 0-15,-2.000 0.000 0 0,1.000 0.000 0 0,-1.000 0.000 0 0,2.000 1.000 0 0,-2.000-2.000 0 0,2.000 0.000 0 16,-2.000 0.000 0-16,1.000 1.000 0 0,-1.000 0.000 0 0,0.000-1.000 0 0,0.000 2.000 0 16,0.000-2.000 0-16,0.000 0.000 0 0,0.000 0.000 0 0,0.000 0.000 0 15,0.000 0.000 0-15,0.000 1.000 0 0,0.000 0.000 0 0,0.000 0.000 0 16,0.000 1.000 0-16,0.000 0.000 0 0,-1.000 0.000 0 0,1.000 2.000 0 15,-2.000-1.000-128-15,2.000 0.000 128 16,0.000-1.000 0-16,0.000 1.000 0 0,0.000-1.000 0 0,-2.000 2.000 0 0,2.000-3.000 0 0,0.000 1.000 0 16,0.000 0.000 0-16,-1.000 0.000 0 0,-1.000 0.000 0 0,2.000-1.000 0 15,0.000 1.000 0-15,-1.000 0.000 0 0,-1.000 1.000 0 0,2.000-2.000 0 16,0.000 0.000 0-16,-2.000 0.000 0 0,2.000 0.000 0 0,0.000 0.000 0 16,-1.000-1.000 0-16,-1.000 1.000 0 0,2.000 0.000 0 0,-3.000-1.000 0 15,3.000 1.000 0-15,0.000-1.000 0 0,0.000 0.000 0 0,-1.000 1.000 0 0,-1.000-1.000 0 0,2.000 0.000 0 16,0.000 1.000 0-16,0.000-1.000 0 0,-2.000 0.000 0 0,2.000 0.000 0 15,-1.000 0.000 0-15,-1.000 0.000 0 0,2.000 0.000 0 0,0.000-1.000 0 16,-2.000 1.000 160-16,2.000 0.000-160 0,0.000 0.000 288 0,-1.000 0.000-48 16,-1.000 0.000-16-16,2.000-1.000 0 0,-1.000 1.000-224 0,-1.000 0.000 0 15,2.000 0.000 0-15,0.000 0.000 0 0,-2.000 0.000 0 0,1.000 1.000 0 16,-1.000 0.000 0-16,2.000-1.000 0 0,-3.000 1.000 0 0,2.000 0.000 0 16,-1.000-1.000 0-16,2.000 0.000 0 15,0.000 1.000 0-15,-2.000-1.000 0 0,2.000 0.000 0 0,-3.000 0.000 0 0,3.000 0.000 0 0,-2.000-1.000 0 16,1.000 1.000 0-16,-1.000-1.000 0 0,1.000 1.000 432 0,-1.000-1.000-16 0,0.000 1.000 0 0,1.000-1.000 0 15,-1.000 0.000-224-15,-1.000 1.000-32 0,2.000-1.000-16 16,-1.000 0.000 0-16,0.000 1.000 128 0,1.000-1.000 32 0,-1.000 0.000 0 0,-1.000 0.000 0 16,1.000 1.000-304-16,1.000-1.000 0 0,-1.000 0.000 0 0,2.000 0.000 0 15,-2.000 0.000 0-15,-1.000 0.000 0 16,0.000 0.000 0-16,3.000 0.000 0 0,-3.000 0.000 0 0,1.000 0.000 0 0,1.000 0.000 0 0,-1.000 0.000 0 16,-1.000 0.000 192-16,1.000 0.000-192 0,1.000 0.000 192 0,-1.000 1.000-192 15,0.000-1.000 144-15,-1.000 0.000-144 0,0.000 0.000 0 0,0.000 0.000 144 16,1.000 1.000-144-16,-1.000-1.000 0 0,0.000 0.000 0 0,0.000 0.000 0 15,-1.000 0.000 0-15,1.000 1.000 0 0,-1.000-1.000 0 0,0.000 0.000 0 16,1.000 0.000 0-16,0.000 0.000 0 0,1.000-1.000 0 0,-1.000 1.000 0 16,0.000 0.000 0-16,-2.000 0.000 0 15,2.000 0.000 0-15,1.000 0.000 0 0,-1.000 0.000 0 0,0.000 0.000 0 0,0.000 0.000 144 0,-1.000 0.000-144 0,1.000 0.000 160 0,-1.000 0.000-32 16,0.000 1.000-128-16,-1.000-1.000 192 0,2.000 0.000-192 0,-2.000 0.000 0 16,2.000 2.000 0-16,-1.000-2.000 0 0,0.000 1.000 0 0,1.000-1.000 0 15,0.000 1.000 0-15,1.000-1.000 0 0,-1.000 0.000 0 0,0.000 1.000 0 16,-2.000-1.000 0-16,2.000 0.000 0 0,1.000 1.000 0 0,-1.000-1.000 0 31,2.000 0.000 0-31,-3.000 1.000 0 0,3.000-1.000 0 0,-1.000 0.000 0 16,0.000 0.000 0-16,1.000 0.000 0 0,-1.000 1.000 0 0,-1.000-1.000 0 15,0.000 0.000 0-15,1.000 0.000 0 0,1.000 0.000 0 0,-1.000 0.000 0 16,-1.000-1.000 0-16,1.000 2.000 0 0,-1.000-1.000 0 0,1.000 0.000 0 16,-1.000 0.000 0-16,0.000 0.000 0 0,2.000 0.000 0 0,-1.000 0.000 0 15,-1.000 0.000 0-15,1.000 0.000 0 0,-1.000 0.000 0 0,0.000-1.000 0 16,1.000 1.000 0-16,0.000 0.000 0 0,-1.000 0.000 0 0,0.000 0.000 0 0,0.000 0.000 0 0,1.000-1.000 0 15,1.000 1.000 0-15,-2.000-1.000 0 16,1.000 1.000 0-16,0.000 0.000 0 0,-1.000 0.000 0 0,1.000-1.000 0 0,-1.000 1.000 0 0,0.000-1.000 0 16,0.000 1.000 0-16,1.000 0.000 0 0,-1.000-1.000 0 0,0.000 1.000 0 15,0.000 0.000 0-15,-1.000 0.000 0 0,1.000 0.000 0 0,1.000 0.000 0 16,-2.000-2.000 0-16,-1.000 2.000 0 0,2.000 0.000 0 0,0.000 0.000 0 16,-1.000 0.000 0-16,-1.000 0.000 0 0,3.000 0.000 0 0,-3.000 0.000 0 15,2.000 0.000 0-15,-1.000 0.000 0 0,1.000 0.000 0 0,-2.000 0.000 0 16,1.000 0.000 0-16,-1.000-1.000 0 0,3.000 1.000 0 0,-3.000 0.000 0 15,2.000 0.000 0-15,1.000 0.000 0 0,-1.000 0.000 0 0,-1.000-1.000 0 16,0.000 1.000 0-16,3.000 0.000 0 0,-2.000 0.000 0 0,1.000 0.000 0 0,0.000 0.000 0 16,-1.000 0.000 0-16,1.000 0.000 0 0,-1.000 0.000 0 0,-1.000 0.000 0 0,0.000 0.000 0 15,1.000 1.000 0-15,0.000-1.000 0 0,1.000 0.000 0 0,-3.000 1.000 0 16,2.000-1.000 0-16,-1.000 0.000 0 0,-1.000 0.000 0 0,2.000 0.000 0 16,-1.000 0.000 0-16,1.000 0.000 0 0,0.000 2.000 0 0,-1.000-2.000 0 15,0.000 0.000 0-15,-1.000 0.000 0 0,2.000 1.000 0 0,-2.000-1.000 0 16,2.000 0.000 0-16,-1.000 0.000 0 0,-3.000 1.000 0 0,2.000-1.000 0 15,0.000 0.000 0-15,0.000 0.000 0 0,1.000 1.000 0 0,-1.000-1.000 0 16,0.000 0.000 0-16,0.000 1.000 0 0,2.000-1.000 0 0,-3.000 0.000 0 16,1.000 1.000 0-16,2.000-1.000 0 0,-1.000 0.000 0 0,-1.000 0.000 0 15,2.000 0.000 0-15,-3.000 0.000 0 0,3.000 1.000 0 0,-2.000-1.000 0 16,2.000 0.000 0-16,-1.000 0.000 0 0,-1.000 1.000 0 0,1.000-1.000 0 0,-1.000 0.000 0 0,0.000 1.000 0 16,2.000-1.000 0-16,0.000 0.000 0 0,-3.000 1.000 0 0,1.000-1.000 0 15,0.000 0.000 0-15,0.000 0.000 0 0,3.000 1.000 0 0,-3.000-1.000 0 16,1.000 1.000 0-16,1.000-1.000 0 0,-2.000 0.000 0 0,2.000 0.000 0 15,-1.000 1.000 0-15,-1.000-1.000 0 0,1.000 1.000 0 0,-1.000 0.000 0 16,0.000-1.000 0-16,0.000 1.000 0 0,1.000 0.000 0 0,-2.000 0.000 0 16,1.000 0.000 0-16,-2.000 0.000 0 0,1.000 0.000 0 0,-2.000 0.000 0 15,3.000 0.000 0-15,-2.000 0.000 0 0,3.000 1.000 0 0,-2.000-1.000 0 16,-1.000 0.000 0-16,2.000 0.000 0 0,2.000 0.000 0 0,-2.000 0.000 0 16,-1.000-1.000 0-16,3.000 1.000 0 0,-2.000 0.000 0 0,0.000 0.000 0 15,0.000-1.000 0-15,-1.000 1.000 0 0,1.000 0.000 0 0,0.000-1.000 0 16,-1.000 2.000 0-16,-2.000-2.000 0 0,3.000 1.000 0 0,-2.000 0.000 0 15,1.000-1.000 0-15,-2.000 1.000 0 0,2.000 1.000 0 0,-1.000-1.000 0 0,-2.000 0.000 0 0,2.000 0.000 0 16,1.000 0.000 0-16,-2.000 0.000 0 0,0.000 1.000 0 0,1.000 0.000 0 16,1.000-1.000 0-16,-3.000 0.000 0 0,0.000 0.000 0 15,3.000-1.000 0-15,-3.000 1.000 0 0,1.000-1.000 0 0,-2.000 0.000 0 0,2.000 0.000 0 16,0.000 1.000 0-16,0.000-1.000 0 0,0.000 1.000 0 0,0.000-1.000 0 16,-1.000 1.000 0-16,0.000-2.000 0 0,0.000 1.000 0 0,-1.000 0.000 0 15,1.000 1.000 0-15,-1.000-1.000 0 0,0.000 0.000 0 0,2.000 0.000 0 16,-1.000 0.000 0-16,1.000 0.000 0 0,0.000 0.000 0 0,-2.000 0.000 0 15,1.000 0.000 0-15,-1.000 0.000 144 0,-1.000-1.000-16 0,1.000 1.000-128 16,1.000-1.000 192-16,-1.000 0.000-64 0,2.000 1.000-128 0,0.000 0.000 0 16,2.000 0.000 0-16,-4.000 0.000 0 0,2.000-1.000 0 0,-2.000 1.000 0 0,1.000-1.000 0 15,1.000 1.000 0-15,1.000-1.000 0 0,-4.000 1.000 0 0,3.000-1.000 0 0,-3.000 0.000 0 16,3.000 1.000 0-16,0.000 0.000 0 0,-3.000-1.000 0 0,1.000 1.000 0 16,-1.000 0.000 0-16,3.000 0.000 0 0,-2.000 0.000 0 0,-2.000 0.000 0 15,2.000 0.000 0-15,-3.000 0.000 0 0,2.000 0.000 0 0,0.000 0.000 0 16,1.000 0.000 0-16,0.000 0.000 0 0,-2.000-2.000 0 0,0.000 2.000 0 15,3.000 0.000 0-15,-1.000 2.000 0 0,1.000-2.000 0 0,1.000 0.000 0 16,0.000-2.000 0-16,-1.000 4.000 0 0,0.000-2.000 0 0,1.000 1.000 0 16,-1.000-1.000 0-16,1.000 1.000 0 0,-1.000-1.000 0 0,0.000 1.000 0 15,1.000 1.000 0-15,-1.000-1.000 0 0,1.000 1.000 0 0,-1.000 0.000 0 16,0.000 0.000 0-16,1.000 0.000 0 0,0.000-1.000 0 0,-3.000 1.000 0 16,4.000 0.000 0-16,-3.000-1.000 0 0,1.000 0.000 0 0,1.000 2.000 0 15,3.000-2.000 0-15,-4.000 0.000 0 0,2.000 1.000 0 0,1.000-1.000 0 0,-2.000 0.000 0 0,0.000-1.000 0 16,1.000 1.000 0-16,1.000 0.000 0 0,-2.000 0.000 0 0,0.000 0.000 0 15,2.000 0.000 0-15,-2.000 0.000 0 0,1.000 1.000 0 0,-1.000-1.000 0 16,-1.000 1.000 0-16,1.000-1.000 0 0,0.000 1.000 0 0,-2.000 0.000 0 16,2.000 1.000 0-16,0.000-1.000 0 0,-1.000 0.000 0 0,0.000 0.000 0 15,0.000 0.000 0-15,-1.000 0.000 0 0,2.000 0.000 0 0,-3.000-1.000 0 16,3.000 1.000 0-16,-4.000-1.000 0 0,2.000 1.000 0 0,-3.000-1.000 0 16,5.000 1.000 0-16,-2.000 0.000 0 0,-1.000-1.000 0 0,2.000 1.000 0 15,-1.000-1.000 0-15,2.000 0.000 0 0,-2.000-1.000 0 0,1.000 1.000 0 16,2.000-1.000 0-16,-1.000 1.000 0 0,1.000 0.000 0 15,-2.000-1.000 0-15,3.000-1.000 0 0,-2.000 1.000 0 0,0.000 1.000 0 0,2.000-1.000 0 0,-1.000 1.000 0 0,1.000-1.000 0 16,-2.000 0.000 0-16,1.000 2.000 0 0,0.000-2.000 0 0,0.000 1.000 0 16,-1.000-1.000 0-16,0.000 0.000 0 0,-2.000-1.000 0 0,2.000 1.000 0 15,-1.000 1.000 0-15,1.000 0.000 0 0,-2.000-1.000 0 0,-1.000 1.000 0 16,1.000-1.000 0-16,-4.000 0.000 0 0,4.000 1.000 0 0,-4.000 0.000 0 16,1.000 0.000 0-16,-1.000-1.000 0 0,-2.000 2.000 0 0,1.000-1.000 0 15,1.000 0.000 0-15,-2.000-1.000 0 0,2.000 1.000 0 0,-2.000 1.000 0 16,1.000-2.000 0-16,1.000 1.000 0 0,2.000-1.000 0 0,-2.000 1.000 0 15,2.000 0.000 0-15,0.000 0.000 0 0,0.000 1.000 0 0,0.000-1.000 0 16,0.000 1.000 0-16,0.000 0.000 0 0,0.000 1.000 0 0,0.000 0.000 0 16,0.000 0.000 0-16,0.000-1.000 0 0,-2.000 2.000 0 0,3.000-1.000 0 15,-2.000-1.000 0-15,0.000 1.000 0 0,2.000-1.000 0 0,1.000 0.000 0 16,-2.000 0.000 0-16,2.000-1.000 0 0,0.000 0.000 0 0,-1.000 0.000 0 0,3.000 0.000 0 0,-3.000 0.000 0 16,3.000 0.000 0-16,0.000-1.000 0 0,0.000 3.000 0 0,-2.000-3.000 0 15,2.000 1.000 0-15,-1.000 0.000 0 0,1.000 1.000 0 0,-2.000-1.000 0 16,-1.000 0.000 0-16,1.000 1.000 0 0,-1.000 1.000 0 0,0.000-1.000 0 15,0.000 1.000 0-15,-1.000 0.000 0 0,2.000-1.000-128 0,0.000 2.000 128 16,0.000-2.000 0-16,-1.000 0.000 0 0,1.000 0.000 0 0,-1.000 0.000 0 16,3.000-1.000 0-16,0.000 0.000 0 15,-1.000 0.000 0-15,0.000-1.000 0 0,3.000 1.000 0 0,-2.000-1.000 0 0,2.000 1.000 0 0,-1.000-1.000 0 16,0.000 0.000 0-16,0.000 1.000 0 0,1.000-1.000 0 0,-1.000 0.000 0 16,-2.000 0.000 0-16,2.000 0.000 0 0,-1.000 1.000 0 0,-1.000 0.000 0 0,-1.000-1.000 0 15,-1.000 1.000 0-15,0.000 1.000 0 0,-2.000 1.000 0 0,0.000-1.000 0 0,-1.000 0.000 0 16,-1.000 1.000 0-16,-1.000-1.000 0 0,2.000 0.000 0 0,-1.000 0.000 0 15,-1.000-1.000 0-15,2.000 0.000 0 0,1.000 0.000 0 0,2.000 0.000 0 16,1.000-1.000 0-16,2.000 0.000 0 0,-1.000 0.000 0 0,4.000 0.000 0 16,-3.000 0.000 0-16,3.000 0.000 0 0,-3.000 0.000 0 0,2.000-1.000 0 15,1.000 0.000 0-15,-3.000 0.000 0 0,3.000 0.000 0 0,-1.000 0.000 0 16,1.000 0.000 0-16,-3.000-1.000 0 0,0.000 1.000 0 0,3.000 0.000 0 16,-3.000 0.000 128-16,0.000-1.000-128 0,2.000 1.000 0 0,-1.000-1.000 128 15,0.000 1.000 64-15,0.000-2.000 16 0,-1.000 2.000 0 0,0.000 0.000 0 16,2.000-1.000-208-16,-1.000 1.000 0 0,-1.000 0.000 0 0,0.000-1.000 0 15,2.000 1.000 0-15,-1.000 0.000 0 0,-2.000 0.000 0 0,3.000 0.000 0 16,-3.000 1.000 0-16,-2.000-2.000 0 0,3.000 1.000 0 0,-2.000 0.000 0 0,1.000 0.000 0 16,1.000 0.000 0-16,-3.000 0.000 0 0,3.000 0.000 0 0,0.000 0.000 0 0,-3.000-1.000 0 15,1.000 1.000 0-15,1.000 0.000 0 0,-1.000 0.000 0 0,0.000 0.000 0 16,-1.000 0.000 0-16,1.000 0.000 0 0,-2.000 1.000 0 0,2.000 0.000 0 16,-1.000 0.000 0-16,-2.000 0.000 0 0,1.000 1.000 0 0,-2.000-1.000 0 15,0.000 0.000 0-15,1.000 1.000 0 0,-1.000-1.000 0 0,-2.000 0.000 0 16,3.000 1.000 0-16,-3.000-1.000 0 0,5.000 1.000 0 0,-2.000 0.000 0 15,0.000-1.000 0-15,-1.000 0.000 0 0,4.000 1.000 0 0,-2.000-1.000 0 16,2.000 2.000 0-16,-1.000-2.000 0 0,-1.000 1.000 0 0,0.000 0.000 0 16,2.000-1.000 0-16,-1.000 0.000 0 0,0.000 0.000 0 0,-2.000 0.000 0 15,3.000 1.000 0-15,1.000-1.000 0 0,-4.000 1.000 0 0,2.000 0.000 0 16,-2.000-1.000 0-16,0.000 1.000 0 0,0.000 0.000 0 0,-1.000 0.000 0 0,0.000 0.000 0 16,-1.000 0.000 0-16,1.000 0.000 0 0,-2.000 0.000 0 0,3.000-1.000 0 0,0.000 1.000 0 15,-3.000-1.000 0-15,3.000 0.000 0 0,1.000-1.000 0 0,-1.000 1.000 0 16,-2.000 0.000 0-16,1.000 0.000 0 0,0.000-1.000 0 0,-1.000 0.000 0 15,2.000 1.000 0-15,-2.000-1.000 0 0,0.000 1.000 0 0,2.000 0.000 0 16,1.000-1.000 0-16,0.000 1.000 0 0,-4.000-1.000 0 0,3.000 1.000 0 16,-4.000 0.000 0-16,1.000 0.000 0 0,1.000-1.000 0 0,-2.000 1.000 0 15,1.000-1.000 0-15,-2.000 1.000 0 0,1.000-1.000 0 0,-4.000 1.000 0 16,2.000-1.000 0-16,-2.000 0.000 0 0,1.000-1.000 0 0,1.000 0.000 0 16,0.000 0.000 0-16,0.000 0.000-128 0,0.000 0.000 128 0,4.000 0.000 0 15,-2.000-1.000 0-15,1.000 1.000 0 0,1.000 0.000 0 0,0.000-1.000 0 0,-1.000 0.000 0 16,1.000 0.000 0-16,-1.000 1.000 0 0,2.000 0.000 0 0,-4.000 1.000 0 0,2.000-1.000 0 15,0.000 0.000 0-15,-2.000 0.000 0 0,1.000 0.000 0 16,-2.000 0.000 0-16,1.000 0.000 0 0,-1.000 0.000 0 0,1.000 1.000 0 0,-2.000 0.000 0 16,-1.000 0.000 0-16,3.000 1.000 0 0,-3.000 0.000 0 0,2.000 0.000 0 15,0.000 1.000 0-15,0.000 0.000 0 0,4.000 1.000 0 0,-2.000-1.000 0 16,1.000 1.000 0-16,1.000 0.000 0 0,1.000 0.000 0 0,3.000 0.000 0 16,0.000 0.000 0-16,-1.000 0.000 0 0,1.000 0.000 0 0,2.000 0.000 0 15,-1.000-1.000 0-15,2.000 1.000 0 0,-2.000-2.000 0 0,1.000 0.000 0 16,1.000 1.000 0-16,1.000-1.000 0 15,-2.000 0.000 0-15,1.000-1.000 0 0,-2.000 1.000 0 0,2.000-2.000 0 0,0.000 2.000 0 0,0.000-1.000 0 16,0.000 0.000 0-16,0.000 1.000 0 0,0.000 0.000 0 0,-3.000 1.000 0 16,3.000-1.000 0-16,-3.000 0.000 0 0,1.000 1.000 0 0,-4.000 2.000 0 0,1.000-2.000 0 15,-1.000 2.000 0-15,1.000-1.000 0 0,-3.000 1.000 0 0,2.000-1.000 0 16,1.000 1.000 0-16,0.000-1.000 0 0,0.000 0.000-128 0,2.000 0.000 128 0,0.000 1.000 0 16,0.000-2.000 0-16,1.000-1.000 0 0,2.000 0.000 0 0,-1.000-1.000 0 15,0.000 1.000 0-15,1.000-2.000 0 0,2.000 2.000 0 0,-2.000-2.000 0 16,1.000 0.000 0-16,0.000 0.000 0 0,0.000 0.000 0 0,2.000 0.000 0 15,0.000 0.000 0-15,-2.000 0.000 0 0,2.000 0.000 0 0,-2.000 0.000 0 16,-1.000 0.000 0-16,2.000 0.000 0 0,-2.000 0.000 0 0,1.000 1.000 0 16,-2.000 1.000 0-16,1.000 0.000 0 0,-2.000 0.000 0 0,-1.000 1.000 0 15,1.000 1.000 0-15,-4.000-1.000 0 0,4.000 1.000 0 0,-4.000-1.000 0 16,4.000 2.000 0-16,-4.000-1.000 0 16,3.000 0.000 0-16,-3.000 0.000 0 0,2.000-1.000 0 0,1.000 0.000 0 0,0.000 0.000 0 0,0.000-1.000 0 0,3.000 0.000 0 15,0.000 0.000 0-15,-2.000 0.000 0 0,4.000 0.000 0 0,-1.000 0.000 0 0,0.000-1.000 0 16,2.000 2.000 0-16,-2.000-1.000 0 0,2.000 0.000 0 0,-1.000 1.000 0 15,1.000-1.000 0-15,0.000 1.000 0 0,-1.000 0.000 0 0,1.000 0.000 0 16,-1.000 0.000 0-16,1.000 0.000 0 0,0.000 1.000 0 0,-3.000-1.000 0 16,2.000 0.000 0-16,-1.000 0.000 0 15,1.000 0.000 0-15,1.000 0.000 0 0,-1.000 0.000 0 0,-1.000-1.000 0 0,3.000 1.000 0 0,-1.000-1.000 0 16,-1.000 0.000 0-16,2.000 0.000 0 0,-1.000 0.000 0 0,2.000-1.000 0 16,0.000 0.000 0-16,-2.000-1.000 0 0,2.000 1.000 0 0,-2.000-1.000 0 15,2.000-1.000 0-15,-2.000 1.000 0 0,2.000 1.000 0 0,0.000-1.000 0 16,-2.000 0.000 0-16,2.000 0.000 0 0,-2.000 1.000 0 0,2.000-1.000 0 15,0.000 1.000 0-15,-1.000 0.000 0 0,1.000 0.000 0 0,0.000 0.000 0 16,0.000 0.000 0-16,1.000 1.000 0 0,-1.000-1.000 0 0,0.000 0.000 0 0,1.000 0.000 0 0,1.000 0.000 0 16,-1.000-1.000 0-16,-1.000 1.000 0 0,1.000 0.000 0 15,-1.000 0.000 0-15,0.000 0.000 0 0,1.000-1.000 0 0,-1.000 0.000 0 0,-2.000 0.000 0 16,2.000 1.000 0-16,1.000-1.000 0 0,-1.000 1.000 0 0,-1.000-1.000 0 16,0.000 0.000 0-16,1.000 0.000 0 0,0.000 1.000 0 0,-2.000 0.000 0 15,3.000-2.000 0-15,-1.000 2.000 0 0,-1.000 0.000 0 0,0.000 0.000 0 16,3.000 0.000 0-16,-1.000 0.000 0 15,-1.000 1.000 0-15,1.000-1.000 0 0,2.000 0.000 0 0,-1.000 1.000 0 0,-1.000 0.000 0 0,0.000 0.000 0 32,2.000 0.000-448-32,0.000 2.000 0 0,-1.000 0.000 16 0,-1.000 4.000-17728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8.png"/><Relationship Id="rId7" Type="http://schemas.openxmlformats.org/officeDocument/2006/relationships/customXml" Target="../ink/ink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customXml" Target="../ink/ink2.xml"/><Relationship Id="rId1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38.png"/><Relationship Id="rId7" Type="http://schemas.openxmlformats.org/officeDocument/2006/relationships/image" Target="../media/image37.png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4.png"/><Relationship Id="rId8" Type="http://schemas.openxmlformats.org/officeDocument/2006/relationships/image" Target="../media/image43.png"/><Relationship Id="rId7" Type="http://schemas.openxmlformats.org/officeDocument/2006/relationships/image" Target="../media/image42.png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46.png"/><Relationship Id="rId10" Type="http://schemas.openxmlformats.org/officeDocument/2006/relationships/image" Target="../media/image45.png"/><Relationship Id="rId1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image" Target="../media/image53.png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image" Target="../media/image59.png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0.png"/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image" Target="../media/image6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63.png"/><Relationship Id="rId1" Type="http://schemas.openxmlformats.org/officeDocument/2006/relationships/image" Target="../media/image60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7.png"/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image" Target="../media/image64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image" Target="../media/image75.png"/><Relationship Id="rId7" Type="http://schemas.openxmlformats.org/officeDocument/2006/relationships/image" Target="../media/image74.png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image" Target="../media/image68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image" Target="../media/image7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86.png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Relationship Id="rId3" Type="http://schemas.openxmlformats.org/officeDocument/2006/relationships/image" Target="../media/image46.png"/><Relationship Id="rId2" Type="http://schemas.openxmlformats.org/officeDocument/2006/relationships/image" Target="../media/image82.png"/><Relationship Id="rId1" Type="http://schemas.openxmlformats.org/officeDocument/2006/relationships/image" Target="../media/image81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image" Target="../media/image94.png"/><Relationship Id="rId7" Type="http://schemas.openxmlformats.org/officeDocument/2006/relationships/image" Target="../media/image93.png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image" Target="../media/image8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image" Target="../media/image101.png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image" Target="../media/image95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0.png"/><Relationship Id="rId8" Type="http://schemas.openxmlformats.org/officeDocument/2006/relationships/image" Target="../media/image109.png"/><Relationship Id="rId7" Type="http://schemas.openxmlformats.org/officeDocument/2006/relationships/image" Target="../media/image108.png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0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1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14.png"/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image" Target="../media/image95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3.png"/><Relationship Id="rId8" Type="http://schemas.openxmlformats.org/officeDocument/2006/relationships/image" Target="../media/image122.png"/><Relationship Id="rId7" Type="http://schemas.openxmlformats.org/officeDocument/2006/relationships/image" Target="../media/image121.png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3" Type="http://schemas.openxmlformats.org/officeDocument/2006/relationships/slideLayout" Target="../slideLayouts/slideLayout13.xml"/><Relationship Id="rId12" Type="http://schemas.openxmlformats.org/officeDocument/2006/relationships/image" Target="../media/image126.png"/><Relationship Id="rId11" Type="http://schemas.openxmlformats.org/officeDocument/2006/relationships/image" Target="../media/image125.png"/><Relationship Id="rId10" Type="http://schemas.openxmlformats.org/officeDocument/2006/relationships/image" Target="../media/image124.png"/><Relationship Id="rId1" Type="http://schemas.openxmlformats.org/officeDocument/2006/relationships/image" Target="../media/image115.png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31.png"/><Relationship Id="rId4" Type="http://schemas.openxmlformats.org/officeDocument/2006/relationships/image" Target="../media/image130.png"/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image" Target="../media/image127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9.png"/><Relationship Id="rId8" Type="http://schemas.openxmlformats.org/officeDocument/2006/relationships/image" Target="../media/image138.png"/><Relationship Id="rId7" Type="http://schemas.openxmlformats.org/officeDocument/2006/relationships/image" Target="../media/image131.png"/><Relationship Id="rId6" Type="http://schemas.openxmlformats.org/officeDocument/2006/relationships/image" Target="../media/image137.png"/><Relationship Id="rId5" Type="http://schemas.openxmlformats.org/officeDocument/2006/relationships/image" Target="../media/image136.png"/><Relationship Id="rId4" Type="http://schemas.openxmlformats.org/officeDocument/2006/relationships/image" Target="../media/image135.png"/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1" Type="http://schemas.openxmlformats.org/officeDocument/2006/relationships/slideLayout" Target="../slideLayouts/slideLayout13.xml"/><Relationship Id="rId10" Type="http://schemas.openxmlformats.org/officeDocument/2006/relationships/image" Target="../media/image140.png"/><Relationship Id="rId1" Type="http://schemas.openxmlformats.org/officeDocument/2006/relationships/image" Target="../media/image132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9.png"/><Relationship Id="rId8" Type="http://schemas.openxmlformats.org/officeDocument/2006/relationships/image" Target="../media/image148.png"/><Relationship Id="rId7" Type="http://schemas.openxmlformats.org/officeDocument/2006/relationships/image" Target="../media/image147.png"/><Relationship Id="rId6" Type="http://schemas.openxmlformats.org/officeDocument/2006/relationships/image" Target="../media/image146.png"/><Relationship Id="rId5" Type="http://schemas.openxmlformats.org/officeDocument/2006/relationships/image" Target="../media/image145.png"/><Relationship Id="rId4" Type="http://schemas.openxmlformats.org/officeDocument/2006/relationships/image" Target="../media/image144.png"/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8" Type="http://schemas.openxmlformats.org/officeDocument/2006/relationships/slideLayout" Target="../slideLayouts/slideLayout13.xml"/><Relationship Id="rId17" Type="http://schemas.openxmlformats.org/officeDocument/2006/relationships/image" Target="../media/image157.png"/><Relationship Id="rId16" Type="http://schemas.openxmlformats.org/officeDocument/2006/relationships/image" Target="../media/image156.png"/><Relationship Id="rId15" Type="http://schemas.openxmlformats.org/officeDocument/2006/relationships/image" Target="../media/image155.png"/><Relationship Id="rId14" Type="http://schemas.openxmlformats.org/officeDocument/2006/relationships/image" Target="../media/image154.png"/><Relationship Id="rId13" Type="http://schemas.openxmlformats.org/officeDocument/2006/relationships/image" Target="../media/image153.png"/><Relationship Id="rId12" Type="http://schemas.openxmlformats.org/officeDocument/2006/relationships/image" Target="../media/image152.png"/><Relationship Id="rId11" Type="http://schemas.openxmlformats.org/officeDocument/2006/relationships/image" Target="../media/image151.png"/><Relationship Id="rId10" Type="http://schemas.openxmlformats.org/officeDocument/2006/relationships/image" Target="../media/image150.png"/><Relationship Id="rId1" Type="http://schemas.openxmlformats.org/officeDocument/2006/relationships/image" Target="../media/image141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0.png"/><Relationship Id="rId2" Type="http://schemas.openxmlformats.org/officeDocument/2006/relationships/image" Target="../media/image159.png"/><Relationship Id="rId1" Type="http://schemas.openxmlformats.org/officeDocument/2006/relationships/image" Target="../media/image158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68.png"/><Relationship Id="rId7" Type="http://schemas.openxmlformats.org/officeDocument/2006/relationships/image" Target="../media/image167.png"/><Relationship Id="rId6" Type="http://schemas.openxmlformats.org/officeDocument/2006/relationships/image" Target="../media/image166.png"/><Relationship Id="rId5" Type="http://schemas.openxmlformats.org/officeDocument/2006/relationships/image" Target="../media/image165.png"/><Relationship Id="rId4" Type="http://schemas.openxmlformats.org/officeDocument/2006/relationships/image" Target="../media/image164.png"/><Relationship Id="rId3" Type="http://schemas.openxmlformats.org/officeDocument/2006/relationships/image" Target="../media/image163.png"/><Relationship Id="rId2" Type="http://schemas.openxmlformats.org/officeDocument/2006/relationships/image" Target="../media/image162.png"/><Relationship Id="rId1" Type="http://schemas.openxmlformats.org/officeDocument/2006/relationships/image" Target="../media/image161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72.png"/><Relationship Id="rId3" Type="http://schemas.openxmlformats.org/officeDocument/2006/relationships/image" Target="../media/image171.png"/><Relationship Id="rId2" Type="http://schemas.openxmlformats.org/officeDocument/2006/relationships/image" Target="../media/image170.png"/><Relationship Id="rId1" Type="http://schemas.openxmlformats.org/officeDocument/2006/relationships/image" Target="../media/image169.pn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76.png"/><Relationship Id="rId3" Type="http://schemas.openxmlformats.org/officeDocument/2006/relationships/image" Target="../media/image175.png"/><Relationship Id="rId2" Type="http://schemas.openxmlformats.org/officeDocument/2006/relationships/image" Target="../media/image174.png"/><Relationship Id="rId1" Type="http://schemas.openxmlformats.org/officeDocument/2006/relationships/image" Target="../media/image173.png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5.png"/><Relationship Id="rId8" Type="http://schemas.openxmlformats.org/officeDocument/2006/relationships/image" Target="../media/image184.png"/><Relationship Id="rId7" Type="http://schemas.openxmlformats.org/officeDocument/2006/relationships/image" Target="../media/image183.png"/><Relationship Id="rId6" Type="http://schemas.openxmlformats.org/officeDocument/2006/relationships/image" Target="../media/image182.png"/><Relationship Id="rId5" Type="http://schemas.openxmlformats.org/officeDocument/2006/relationships/image" Target="../media/image181.png"/><Relationship Id="rId4" Type="http://schemas.openxmlformats.org/officeDocument/2006/relationships/image" Target="../media/image180.png"/><Relationship Id="rId3" Type="http://schemas.openxmlformats.org/officeDocument/2006/relationships/image" Target="../media/image179.png"/><Relationship Id="rId2" Type="http://schemas.openxmlformats.org/officeDocument/2006/relationships/image" Target="../media/image178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77.png"/></Relationships>
</file>

<file path=ppt/slides/_rels/slide3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91.png"/><Relationship Id="rId5" Type="http://schemas.openxmlformats.org/officeDocument/2006/relationships/image" Target="../media/image190.png"/><Relationship Id="rId4" Type="http://schemas.openxmlformats.org/officeDocument/2006/relationships/image" Target="../media/image189.png"/><Relationship Id="rId3" Type="http://schemas.openxmlformats.org/officeDocument/2006/relationships/image" Target="../media/image188.png"/><Relationship Id="rId2" Type="http://schemas.openxmlformats.org/officeDocument/2006/relationships/image" Target="../media/image187.png"/><Relationship Id="rId1" Type="http://schemas.openxmlformats.org/officeDocument/2006/relationships/image" Target="../media/image186.png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image" Target="../media/image199.png"/><Relationship Id="rId7" Type="http://schemas.openxmlformats.org/officeDocument/2006/relationships/image" Target="../media/image198.png"/><Relationship Id="rId6" Type="http://schemas.openxmlformats.org/officeDocument/2006/relationships/image" Target="../media/image197.png"/><Relationship Id="rId5" Type="http://schemas.openxmlformats.org/officeDocument/2006/relationships/image" Target="../media/image196.png"/><Relationship Id="rId4" Type="http://schemas.openxmlformats.org/officeDocument/2006/relationships/image" Target="../media/image195.png"/><Relationship Id="rId3" Type="http://schemas.openxmlformats.org/officeDocument/2006/relationships/image" Target="../media/image194.png"/><Relationship Id="rId2" Type="http://schemas.openxmlformats.org/officeDocument/2006/relationships/image" Target="../media/image193.png"/><Relationship Id="rId1" Type="http://schemas.openxmlformats.org/officeDocument/2006/relationships/image" Target="../media/image192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2.png"/><Relationship Id="rId2" Type="http://schemas.openxmlformats.org/officeDocument/2006/relationships/image" Target="../media/image201.png"/><Relationship Id="rId1" Type="http://schemas.openxmlformats.org/officeDocument/2006/relationships/image" Target="../media/image200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08.png"/><Relationship Id="rId5" Type="http://schemas.openxmlformats.org/officeDocument/2006/relationships/image" Target="../media/image207.png"/><Relationship Id="rId4" Type="http://schemas.openxmlformats.org/officeDocument/2006/relationships/image" Target="../media/image206.png"/><Relationship Id="rId3" Type="http://schemas.openxmlformats.org/officeDocument/2006/relationships/image" Target="../media/image205.png"/><Relationship Id="rId2" Type="http://schemas.openxmlformats.org/officeDocument/2006/relationships/image" Target="../media/image204.png"/><Relationship Id="rId1" Type="http://schemas.openxmlformats.org/officeDocument/2006/relationships/image" Target="../media/image203.png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6.png"/><Relationship Id="rId8" Type="http://schemas.openxmlformats.org/officeDocument/2006/relationships/image" Target="../media/image215.png"/><Relationship Id="rId7" Type="http://schemas.openxmlformats.org/officeDocument/2006/relationships/image" Target="../media/image214.png"/><Relationship Id="rId6" Type="http://schemas.openxmlformats.org/officeDocument/2006/relationships/image" Target="../media/image213.png"/><Relationship Id="rId5" Type="http://schemas.openxmlformats.org/officeDocument/2006/relationships/image" Target="../media/image212.png"/><Relationship Id="rId4" Type="http://schemas.openxmlformats.org/officeDocument/2006/relationships/image" Target="../media/image211.png"/><Relationship Id="rId3" Type="http://schemas.openxmlformats.org/officeDocument/2006/relationships/image" Target="../media/image210.png"/><Relationship Id="rId2" Type="http://schemas.openxmlformats.org/officeDocument/2006/relationships/image" Target="../media/image209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217.png"/><Relationship Id="rId1" Type="http://schemas.openxmlformats.org/officeDocument/2006/relationships/image" Target="../media/image20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1" Type="http://schemas.openxmlformats.org/officeDocument/2006/relationships/image" Target="../media/image218.png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26.png"/><Relationship Id="rId7" Type="http://schemas.openxmlformats.org/officeDocument/2006/relationships/image" Target="../media/image225.png"/><Relationship Id="rId6" Type="http://schemas.openxmlformats.org/officeDocument/2006/relationships/image" Target="../media/image224.png"/><Relationship Id="rId5" Type="http://schemas.openxmlformats.org/officeDocument/2006/relationships/image" Target="../media/image223.png"/><Relationship Id="rId4" Type="http://schemas.openxmlformats.org/officeDocument/2006/relationships/image" Target="../media/image222.png"/><Relationship Id="rId3" Type="http://schemas.openxmlformats.org/officeDocument/2006/relationships/image" Target="../media/image221.png"/><Relationship Id="rId2" Type="http://schemas.openxmlformats.org/officeDocument/2006/relationships/image" Target="../media/image220.png"/><Relationship Id="rId1" Type="http://schemas.openxmlformats.org/officeDocument/2006/relationships/image" Target="../media/image2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85725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286" y="1670810"/>
            <a:ext cx="9141714" cy="2470655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6" name="Picture 15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5" r="8214" b="45501"/>
          <a:stretch>
            <a:fillRect/>
          </a:stretch>
        </p:blipFill>
        <p:spPr>
          <a:xfrm flipV="1">
            <a:off x="0" y="857250"/>
            <a:ext cx="9143999" cy="3355020"/>
          </a:xfrm>
          <a:custGeom>
            <a:avLst/>
            <a:gdLst>
              <a:gd name="connsiteX0" fmla="*/ 0 w 12191999"/>
              <a:gd name="connsiteY0" fmla="*/ 4473360 h 4473360"/>
              <a:gd name="connsiteX1" fmla="*/ 12191999 w 12191999"/>
              <a:gd name="connsiteY1" fmla="*/ 4473360 h 4473360"/>
              <a:gd name="connsiteX2" fmla="*/ 12191999 w 12191999"/>
              <a:gd name="connsiteY2" fmla="*/ 0 h 4473360"/>
              <a:gd name="connsiteX3" fmla="*/ 0 w 12191999"/>
              <a:gd name="connsiteY3" fmla="*/ 0 h 4473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4473360">
                <a:moveTo>
                  <a:pt x="0" y="4473360"/>
                </a:moveTo>
                <a:lnTo>
                  <a:pt x="12191999" y="4473360"/>
                </a:lnTo>
                <a:lnTo>
                  <a:pt x="12191999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65444" y="2414588"/>
            <a:ext cx="8013113" cy="1008851"/>
          </a:xfrm>
        </p:spPr>
        <p:txBody>
          <a:bodyPr anchor="ctr">
            <a:noAutofit/>
          </a:bodyPr>
          <a:lstStyle/>
          <a:p>
            <a:r>
              <a:rPr lang="zh-CN" altLang="en-US" sz="4200" b="1">
                <a:solidFill>
                  <a:srgbClr val="FFFF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复变函数与积分变换</a:t>
            </a:r>
            <a:endParaRPr lang="zh-CN" altLang="en-US" sz="4200" b="1">
              <a:solidFill>
                <a:srgbClr val="FFFF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78681" y="4212270"/>
            <a:ext cx="7101908" cy="649229"/>
          </a:xfrm>
        </p:spPr>
        <p:txBody>
          <a:bodyPr anchor="ctr">
            <a:normAutofit/>
          </a:bodyPr>
          <a:lstStyle/>
          <a:p>
            <a:r>
              <a:rPr lang="zh-CN" altLang="en-US" sz="2100" dirty="0">
                <a:solidFill>
                  <a:srgbClr val="000000"/>
                </a:solidFill>
              </a:rPr>
              <a:t>狄艳媚</a:t>
            </a:r>
            <a:endParaRPr lang="zh-CN" altLang="en-US" sz="2100" dirty="0">
              <a:solidFill>
                <a:srgbClr val="00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" y="5915025"/>
            <a:ext cx="9144000" cy="9429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标题 1"/>
              <p:cNvSpPr txBox="1"/>
              <p:nvPr/>
            </p:nvSpPr>
            <p:spPr>
              <a:xfrm>
                <a:off x="2339112" y="718503"/>
                <a:ext cx="3776345" cy="61976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altLang="zh-CN" sz="3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3.4</a:t>
                </a:r>
                <a:r>
                  <a:rPr lang="zh-CN" altLang="en-US" sz="3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</a:t>
                </a:r>
                <a14:m>
                  <m:oMath xmlns:m="http://schemas.openxmlformats.org/officeDocument/2006/math">
                    <m:r>
                      <a:rPr lang="zh-CN" altLang="en-US" sz="36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孤立</m:t>
                    </m:r>
                  </m:oMath>
                </a14:m>
                <a:r>
                  <a:rPr lang="zh-CN" altLang="en-US" sz="3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奇点</a:t>
                </a:r>
                <a:endParaRPr lang="zh-CN" altLang="en-US" sz="3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112" y="718503"/>
                <a:ext cx="3776345" cy="619760"/>
              </a:xfrm>
              <a:prstGeom prst="rect">
                <a:avLst/>
              </a:prstGeom>
              <a:blipFill rotWithShape="1">
                <a:blip r:embed="rId1"/>
                <a:stretch>
                  <a:fillRect l="-11" t="-51" r="11" b="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标题 1"/>
          <p:cNvSpPr txBox="1"/>
          <p:nvPr/>
        </p:nvSpPr>
        <p:spPr>
          <a:xfrm>
            <a:off x="172128" y="1100455"/>
            <a:ext cx="4333968" cy="61395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b="1" dirty="0">
                <a:latin typeface="楷体" panose="02010609060101010101" pitchFamily="49" charset="-122"/>
                <a:ea typeface="楷体" panose="02010609060101010101" pitchFamily="49" charset="-122"/>
              </a:rPr>
              <a:t>教学目标：</a:t>
            </a:r>
            <a:endParaRPr lang="zh-CN" altLang="en-US" sz="3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标题 1"/>
          <p:cNvSpPr txBox="1"/>
          <p:nvPr/>
        </p:nvSpPr>
        <p:spPr>
          <a:xfrm>
            <a:off x="791210" y="1756410"/>
            <a:ext cx="4784725" cy="61976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掌握孤立奇点的分类；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822960" y="2486660"/>
            <a:ext cx="7912100" cy="57150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理解并掌握函数在各类孤立奇点处的极限；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877570" y="3275330"/>
            <a:ext cx="6341110" cy="56197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知道无穷远点的奇点的分类；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172085" y="4119245"/>
            <a:ext cx="2708910" cy="61404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b="1" dirty="0">
                <a:latin typeface="楷体" panose="02010609060101010101" pitchFamily="49" charset="-122"/>
                <a:ea typeface="楷体" panose="02010609060101010101" pitchFamily="49" charset="-122"/>
              </a:rPr>
              <a:t>重难点：</a:t>
            </a:r>
            <a:endParaRPr lang="zh-CN" altLang="en-US" sz="3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791210" y="4673600"/>
            <a:ext cx="7912100" cy="56197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重点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—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孤立奇点的分类；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755650" y="5235575"/>
            <a:ext cx="7912100" cy="54610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难点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—</a:t>
            </a:r>
            <a:r>
              <a:rPr lang="zh-CN" altLang="en-US" sz="3000">
                <a:latin typeface="楷体" panose="02010609060101010101" pitchFamily="49" charset="-122"/>
                <a:ea typeface="楷体" panose="02010609060101010101" pitchFamily="49" charset="-122"/>
              </a:rPr>
              <a:t>各类奇点的特征。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14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孤立奇点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15" name="直接连接符 14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2" grpId="0"/>
      <p:bldP spid="4" grpId="0"/>
      <p:bldP spid="7" grpId="0"/>
      <p:bldP spid="8" grpId="0"/>
      <p:bldP spid="9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 txBox="1"/>
          <p:nvPr/>
        </p:nvSpPr>
        <p:spPr>
          <a:xfrm>
            <a:off x="122036" y="663664"/>
            <a:ext cx="5588635" cy="61404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一、孤立奇点的定义与分类</a:t>
            </a:r>
            <a:endParaRPr lang="zh-CN" altLang="en-US" sz="32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140421" y="1580867"/>
                <a:ext cx="8863244" cy="1204728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𝐷𝑒𝑓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  若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𝑧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不解析，但在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的某个去心邻域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0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MS Mincho" panose="02020609040205080304" charset="-128"/>
                                <a:cs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&lt;</m:t>
                    </m:r>
                    <m:r>
                      <a:rPr lang="zh-CN" altLang="en-US" sz="3000" b="0" i="1" smtClean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内解析，则称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𝑧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的</a:t>
                </a:r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孤立奇点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。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421" y="1580867"/>
                <a:ext cx="8863244" cy="1204728"/>
              </a:xfrm>
              <a:prstGeom prst="rect">
                <a:avLst/>
              </a:prstGeom>
              <a:blipFill rotWithShape="1">
                <a:blip r:embed="rId1"/>
                <a:stretch>
                  <a:fillRect l="-1" t="-6934" b="-69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140335" y="3012440"/>
                <a:ext cx="8863330" cy="144462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     若对一切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的邻域，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在该邻域内除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以外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有不解析点，则称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𝑧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的</a:t>
                </a:r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非孤立奇点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。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35" y="3012440"/>
                <a:ext cx="8863330" cy="144462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8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孤立奇点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122036" y="531629"/>
                <a:ext cx="2593340" cy="91861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𝐸𝑔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.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</m:e>
                      </m:d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531629"/>
                <a:ext cx="2593340" cy="918614"/>
              </a:xfrm>
              <a:prstGeom prst="rect">
                <a:avLst/>
              </a:prstGeom>
              <a:blipFill rotWithShape="1">
                <a:blip r:embed="rId1"/>
                <a:stretch>
                  <a:fillRect l="-4" t="-3609" r="4" b="-36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标题 1"/>
              <p:cNvSpPr txBox="1"/>
              <p:nvPr/>
            </p:nvSpPr>
            <p:spPr>
              <a:xfrm>
                <a:off x="1113906" y="2186313"/>
                <a:ext cx="3578410" cy="96964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是孤立奇点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906" y="2186313"/>
                <a:ext cx="3578410" cy="969645"/>
              </a:xfrm>
              <a:prstGeom prst="rect">
                <a:avLst/>
              </a:prstGeom>
              <a:blipFill rotWithShape="1">
                <a:blip r:embed="rId2"/>
                <a:stretch>
                  <a:fillRect l="-3" t="-1" r="8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395605" y="2806700"/>
                <a:ext cx="2593340" cy="123571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7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𝐸𝑔</m:t>
                      </m:r>
                      <m:r>
                        <a:rPr lang="en-US" altLang="zh-CN" sz="27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.</m:t>
                      </m:r>
                      <m:r>
                        <a:rPr lang="en-US" altLang="zh-CN" sz="27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7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7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</m:e>
                      </m:d>
                      <m:r>
                        <a:rPr lang="en-US" altLang="zh-CN" sz="27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7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7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7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  <m:r>
                            <a:rPr lang="en-US" altLang="zh-CN" sz="27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27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zh-CN" altLang="en-US" sz="27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605" y="2806700"/>
                <a:ext cx="2593340" cy="123571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1301772" y="4759593"/>
                <a:ext cx="3472359" cy="78964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是孤立奇点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1772" y="4759593"/>
                <a:ext cx="3472359" cy="789642"/>
              </a:xfrm>
              <a:prstGeom prst="rect">
                <a:avLst/>
              </a:prstGeom>
              <a:blipFill rotWithShape="1">
                <a:blip r:embed="rId4"/>
                <a:stretch>
                  <a:fillRect l="-1" t="-34" r="6" b="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10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孤立奇点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909704" y="1243364"/>
                <a:ext cx="5606600" cy="91861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&lt;+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内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p>
                      <m:sSup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den>
                        </m:f>
                      </m:sup>
                    </m:sSup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解析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04" y="1243364"/>
                <a:ext cx="5606600" cy="918614"/>
              </a:xfrm>
              <a:prstGeom prst="rect">
                <a:avLst/>
              </a:prstGeom>
              <a:blipFill rotWithShape="1">
                <a:blip r:embed="rId5"/>
                <a:stretch>
                  <a:fillRect l="-7" t="-6571" r="10" b="-66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1221162" y="3864644"/>
                <a:ext cx="6445359" cy="91861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&lt;+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内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解析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1162" y="3864644"/>
                <a:ext cx="6445359" cy="918614"/>
              </a:xfrm>
              <a:prstGeom prst="rect">
                <a:avLst/>
              </a:prstGeom>
              <a:blipFill rotWithShape="1">
                <a:blip r:embed="rId6"/>
                <a:stretch>
                  <a:fillRect l="-1" t="-3944" r="3" b="-3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  <p:bldP spid="9" grpId="0"/>
      <p:bldP spid="12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122036" y="372497"/>
                <a:ext cx="2858770" cy="1185138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.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𝑠𝑖𝑛</m:t>
                        </m:r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den>
                        </m:f>
                      </m:den>
                    </m:f>
                  </m:oMath>
                </a14:m>
                <a:r>
                  <a:rPr lang="zh-CN" altLang="en-US" sz="2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27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372497"/>
                <a:ext cx="2858770" cy="1185138"/>
              </a:xfrm>
              <a:prstGeom prst="rect">
                <a:avLst/>
              </a:prstGeom>
              <a:blipFill rotWithShape="1">
                <a:blip r:embed="rId1"/>
                <a:stretch>
                  <a:fillRect l="-4" t="-2872" r="4" b="-28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945313" y="2967806"/>
                <a:ext cx="7546934" cy="789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即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无论取多么小的去心邻域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总存在奇点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zh-CN" altLang="en-US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𝜋</m:t>
                        </m:r>
                      </m:den>
                    </m:f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313" y="2967806"/>
                <a:ext cx="7546934" cy="789940"/>
              </a:xfrm>
              <a:prstGeom prst="rect">
                <a:avLst/>
              </a:prstGeom>
              <a:blipFill rotWithShape="1">
                <a:blip r:embed="rId2"/>
                <a:stretch>
                  <a:fillRect l="-6" t="-11633" r="5" b="-116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孤立奇点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807232" y="2156924"/>
                <a:ext cx="5274020" cy="789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但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BR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altLang="zh-CN" sz="3000" b="0" i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pt-BR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pt-BR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zh-CN" altLang="en-US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𝜋</m:t>
                            </m:r>
                          </m:den>
                        </m:f>
                      </m:e>
                    </m:func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232" y="2156924"/>
                <a:ext cx="5274020" cy="789940"/>
              </a:xfrm>
              <a:prstGeom prst="rect">
                <a:avLst/>
              </a:prstGeom>
              <a:blipFill rotWithShape="1">
                <a:blip r:embed="rId3"/>
                <a:stretch>
                  <a:fillRect l="-3" t="-15252" r="9" b="-152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717477" y="1462310"/>
                <a:ext cx="4700097" cy="789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zh-CN" altLang="en-US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𝜋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处不解析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477" y="1462310"/>
                <a:ext cx="4700097" cy="789940"/>
              </a:xfrm>
              <a:prstGeom prst="rect">
                <a:avLst/>
              </a:prstGeom>
              <a:blipFill rotWithShape="1">
                <a:blip r:embed="rId4"/>
                <a:stretch>
                  <a:fillRect l="-12" t="-11644" r="8" b="-116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3419269" y="488764"/>
                <a:ext cx="5791478" cy="95260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𝑠𝑖𝑛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  <m:r>
                      <a:rPr lang="zh-CN" altLang="en-US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𝜋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zh-CN" altLang="en-US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𝜋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269" y="488764"/>
                <a:ext cx="5791478" cy="952604"/>
              </a:xfrm>
              <a:prstGeom prst="rect">
                <a:avLst/>
              </a:prstGeom>
              <a:blipFill rotWithShape="1">
                <a:blip r:embed="rId5"/>
                <a:stretch>
                  <a:fillRect l="-7" t="-1114" r="1" b="-11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945313" y="3688941"/>
                <a:ext cx="4700097" cy="789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不是孤立奇点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313" y="3688941"/>
                <a:ext cx="4700097" cy="789940"/>
              </a:xfrm>
              <a:prstGeom prst="rect">
                <a:avLst/>
              </a:prstGeom>
              <a:blipFill rotWithShape="1">
                <a:blip r:embed="rId6"/>
                <a:stretch>
                  <a:fillRect l="-9" t="-29" r="6" b="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17" name="墨迹 16"/>
              <p14:cNvContentPartPr/>
              <p14:nvPr/>
            </p14:nvContentPartPr>
            <p14:xfrm>
              <a:off x="1035720" y="4827960"/>
              <a:ext cx="2564280" cy="46584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8"/>
            </p:blipFill>
            <p:spPr>
              <a:xfrm>
                <a:off x="1035720" y="4827960"/>
                <a:ext cx="2564280" cy="465840"/>
              </a:xfrm>
              <a:prstGeom prst="rect"/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标题 1"/>
              <p:cNvSpPr txBox="1"/>
              <p:nvPr/>
            </p:nvSpPr>
            <p:spPr>
              <a:xfrm>
                <a:off x="945313" y="5395690"/>
                <a:ext cx="4700097" cy="789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</m:oMath>
                </a14:m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zh-CN" altLang="en-US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𝜋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是孤立奇点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313" y="5395690"/>
                <a:ext cx="4700097" cy="789940"/>
              </a:xfrm>
              <a:prstGeom prst="rect">
                <a:avLst/>
              </a:prstGeom>
              <a:blipFill rotWithShape="1">
                <a:blip r:embed="rId9"/>
                <a:stretch>
                  <a:fillRect l="-9" t="-11588" r="6" b="-117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8" grpId="0"/>
      <p:bldP spid="9" grpId="0"/>
      <p:bldP spid="14" grpId="0"/>
      <p:bldP spid="15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-38459" y="531629"/>
                <a:ext cx="2593426" cy="78964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7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𝐸𝑔</m:t>
                      </m:r>
                      <m:r>
                        <a:rPr lang="en-US" altLang="zh-CN" sz="27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.</m:t>
                      </m:r>
                      <m:r>
                        <a:rPr lang="en-US" altLang="zh-CN" sz="27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7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7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</m:e>
                      </m:d>
                      <m:r>
                        <a:rPr lang="en-US" altLang="zh-CN" sz="27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27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𝑙</m:t>
                      </m:r>
                      <m:r>
                        <a:rPr lang="en-US" altLang="zh-CN" sz="27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𝑛𝑧</m:t>
                      </m:r>
                    </m:oMath>
                  </m:oMathPara>
                </a14:m>
                <a:endParaRPr lang="zh-CN" altLang="en-US" sz="27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8459" y="531629"/>
                <a:ext cx="2593426" cy="789642"/>
              </a:xfrm>
              <a:prstGeom prst="rect">
                <a:avLst/>
              </a:prstGeom>
              <a:blipFill rotWithShape="1">
                <a:blip r:embed="rId1"/>
                <a:stretch>
                  <a:fillRect l="14" t="-17" r="14" b="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标题 1"/>
          <p:cNvSpPr txBox="1"/>
          <p:nvPr/>
        </p:nvSpPr>
        <p:spPr>
          <a:xfrm>
            <a:off x="628651" y="1228818"/>
            <a:ext cx="4547972" cy="78964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负实数和零不解析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孤立奇点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" name="墨迹 1"/>
              <p14:cNvContentPartPr/>
              <p14:nvPr/>
            </p14:nvContentPartPr>
            <p14:xfrm>
              <a:off x="3911760" y="752760"/>
              <a:ext cx="4928400" cy="342252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3"/>
            </p:blipFill>
            <p:spPr>
              <a:xfrm>
                <a:off x="3911760" y="752760"/>
                <a:ext cx="4928400" cy="3422520"/>
              </a:xfrm>
              <a:prstGeom prst="rect"/>
            </p:spPr>
          </p:pic>
        </mc:Fallback>
      </mc:AlternateContent>
      <p:sp>
        <p:nvSpPr>
          <p:cNvPr id="3" name="标题 1"/>
          <p:cNvSpPr txBox="1"/>
          <p:nvPr/>
        </p:nvSpPr>
        <p:spPr>
          <a:xfrm>
            <a:off x="628651" y="2677130"/>
            <a:ext cx="4547972" cy="78964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根据数的稠密性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628651" y="3466772"/>
                <a:ext cx="4547972" cy="78964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负实数和零不是孤立奇点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1" y="3466772"/>
                <a:ext cx="4547972" cy="789642"/>
              </a:xfrm>
              <a:prstGeom prst="rect">
                <a:avLst/>
              </a:prstGeom>
              <a:blipFill rotWithShape="1">
                <a:blip r:embed="rId4"/>
                <a:stretch>
                  <a:fillRect t="-39" r="2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3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118976" y="712884"/>
                <a:ext cx="8850758" cy="12392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fontAlgn="auto"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𝑇ℎ𝑚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：函数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在有界闭区域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上一切奇点都是孤立的</a:t>
                </a:r>
                <a14:m>
                  <m:oMath xmlns:m="http://schemas.openxmlformats.org/officeDocument/2006/math">
                    <m:groupChr>
                      <m:groupChrPr>
                        <m:chr m:val="⇔"/>
                        <m:vertJc m:val="bot"/>
                        <m:ctrlPr>
                          <a:rPr lang="zh-CN" altLang="en-US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groupChrPr>
                      <m:e/>
                    </m:groupChr>
                  </m:oMath>
                </a14:m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  <m:r>
                      <a:rPr lang="zh-CN" altLang="en-US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内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奇点个数有限。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76" y="712884"/>
                <a:ext cx="8850758" cy="1239240"/>
              </a:xfrm>
              <a:prstGeom prst="rect">
                <a:avLst/>
              </a:prstGeom>
              <a:blipFill rotWithShape="1">
                <a:blip r:embed="rId1"/>
                <a:stretch>
                  <a:fillRect l="-3" t="-33" r="4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147320" y="2818765"/>
                <a:ext cx="8877704" cy="160909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分类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：设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的孤立奇点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zh-CN" altLang="en-US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𝛿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解析</a:t>
                </a:r>
                <a:r>
                  <a:rPr lang="en-US" altLang="zh-CN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zh-CN" altLang="en-US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𝛿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内的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𝐿𝑎𝑢𝑟𝑒𝑛𝑡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</m:oMath>
                </a14:m>
                <a:r>
                  <a:rPr lang="zh-CN" altLang="en-US" sz="300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展开式：</a:t>
                </a:r>
                <a:endParaRPr lang="zh-CN" altLang="en-US" sz="3000" dirty="0">
                  <a:latin typeface="Cambria Math" panose="02040503050406030204" pitchFamily="18" charset="0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20" y="2818765"/>
                <a:ext cx="8877704" cy="1609090"/>
              </a:xfrm>
              <a:prstGeom prst="rect">
                <a:avLst/>
              </a:prstGeom>
              <a:blipFill rotWithShape="1">
                <a:blip r:embed="rId2"/>
                <a:stretch>
                  <a:fillRect r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标题 1"/>
              <p:cNvSpPr txBox="1"/>
              <p:nvPr/>
            </p:nvSpPr>
            <p:spPr>
              <a:xfrm>
                <a:off x="1305560" y="4239260"/>
                <a:ext cx="5699760" cy="109537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en-US" altLang="zh-CN" sz="3000">
                    <a:latin typeface="Cambria Math" panose="02040503050406030204" pitchFamily="18" charset="0"/>
                    <a:ea typeface="楷体" panose="02010609060101010101" pitchFamily="49" charset="-122"/>
                  </a:rPr>
                  <a:t>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=−∞</m:t>
                        </m:r>
                      </m:sub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endParaRPr lang="en-US" altLang="zh-CN" sz="3000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5560" y="4239260"/>
                <a:ext cx="5699760" cy="10953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标题 1"/>
              <p:cNvSpPr txBox="1"/>
              <p:nvPr/>
            </p:nvSpPr>
            <p:spPr>
              <a:xfrm>
                <a:off x="2001520" y="5093970"/>
                <a:ext cx="6849745" cy="97536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nary>
                          <m:naryPr>
                            <m:chr m:val="∑"/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=−∞</m:t>
                            </m:r>
                          </m:sub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(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3000" i="1" dirty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000" i="1" dirty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CN" sz="3000" i="1" dirty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sup>
                            </m:sSup>
                          </m:e>
                        </m:nary>
                      </m:e>
                    </m:nary>
                  </m:oMath>
                </a14:m>
                <a:endParaRPr lang="en-US" altLang="zh-CN" sz="3000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1520" y="5093970"/>
                <a:ext cx="6849745" cy="97536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10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孤立奇点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782596" y="2546472"/>
                <a:ext cx="8850758" cy="53278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fontAlgn="auto">
                  <a:lnSpc>
                    <a:spcPct val="11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有限，</a:t>
                </a:r>
                <a14:m>
                  <m:oMath xmlns:m="http://schemas.openxmlformats.org/officeDocument/2006/math">
                    <m:r>
                      <a:rPr lang="zh-CN" altLang="en-US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𝛿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30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min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⁡{</m:t>
                    </m:r>
                    <m:r>
                      <a:rPr lang="zh-CN" altLang="en-US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奇点</m:t>
                    </m:r>
                    <m:r>
                      <a:rPr lang="zh-CN" altLang="en-US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距离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}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596" y="2546472"/>
                <a:ext cx="8850758" cy="532789"/>
              </a:xfrm>
              <a:prstGeom prst="rect">
                <a:avLst/>
              </a:prstGeom>
              <a:blipFill rotWithShape="1">
                <a:blip r:embed="rId5"/>
                <a:stretch>
                  <a:fillRect l="-3" t="-23" r="5" b="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122036" y="2057093"/>
                <a:ext cx="8774430" cy="24663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fontAlgn="auto">
                  <a:lnSpc>
                    <a:spcPct val="110000"/>
                  </a:lnSpc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(2)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若该级数主要部分只有有限多项，并记最小的幂指数为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𝑚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zh-CN" altLang="en-US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即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300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zh-CN" sz="300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  <m: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3000" i="1" dirty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000" i="1" dirty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CN" sz="3000" i="1" dirty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𝑚</m:t>
                            </m:r>
                          </m:sup>
                        </m:sSup>
                      </m:den>
                    </m:f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f>
                      <m:f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𝑚</m:t>
                            </m:r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  <m: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3000" i="1" dirty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000" i="1" dirty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CN" sz="3000" i="1" dirty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𝑚</m:t>
                            </m:r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14:m>
                  <m:oMath xmlns:m="http://schemas.openxmlformats.org/officeDocument/2006/math">
                    <m:r>
                      <a:rPr lang="zh-CN" altLang="en-US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这里</m:t>
                    </m:r>
                    <m:sSub>
                      <m:sSubPr>
                        <m:ctrlPr>
                          <a:rPr lang="en-US" altLang="zh-CN" sz="300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𝑚</m:t>
                        </m:r>
                      </m:sub>
                    </m:sSub>
                    <m:r>
                      <a:rPr lang="en-US" altLang="zh-CN" sz="3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zh-CN" altLang="en-US" sz="3000" dirty="0">
                        <a:latin typeface="Cambria Math" panose="02040503050406030204" pitchFamily="18" charset="0"/>
                        <a:ea typeface="楷体" panose="02010609060101010101" pitchFamily="49" charset="-122"/>
                        <a:sym typeface="+mn-ea"/>
                      </a:rPr>
                      <m:t>为正整数</m:t>
                    </m:r>
                    <m:r>
                      <a:rPr lang="zh-CN" altLang="en-US" sz="3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30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称为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</m:oMath>
                </a14:m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的极点，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𝑚</m:t>
                    </m:r>
                  </m:oMath>
                </a14:m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为极点的级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。特别地，一级极点称为单极点；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2057093"/>
                <a:ext cx="8774430" cy="2466340"/>
              </a:xfrm>
              <a:prstGeom prst="rect">
                <a:avLst/>
              </a:prstGeom>
              <a:blipFill rotWithShape="1">
                <a:blip r:embed="rId1"/>
                <a:stretch>
                  <a:fillRect l="-1" t="-13" r="1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122036" y="781102"/>
                <a:ext cx="9088711" cy="96901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fontAlgn="auto">
                  <a:lnSpc>
                    <a:spcPct val="110000"/>
                  </a:lnSpc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(1)</a:t>
                </a:r>
                <a14:m>
                  <m:oMath xmlns:m="http://schemas.openxmlformats.org/officeDocument/2006/math">
                    <m:r>
                      <a:rPr lang="zh-CN" altLang="en-US" sz="3000" b="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若</m:t>
                    </m:r>
                    <m:r>
                      <a:rPr lang="zh-CN" altLang="en-US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该级数主要部分为零，即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3000" b="0" i="1" dirty="0">
                  <a:latin typeface="Cambria Math" panose="02040503050406030204" pitchFamily="18" charset="0"/>
                  <a:ea typeface="楷体" panose="02010609060101010101" pitchFamily="49" charset="-122"/>
                </a:endParaRPr>
              </a:p>
              <a:p>
                <a:pPr fontAlgn="auto"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称为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可去奇点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；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781102"/>
                <a:ext cx="9088711" cy="969010"/>
              </a:xfrm>
              <a:prstGeom prst="rect">
                <a:avLst/>
              </a:prstGeom>
              <a:blipFill rotWithShape="1">
                <a:blip r:embed="rId2"/>
                <a:stretch>
                  <a:fillRect l="-1" t="-3806" r="1" b="-39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122036" y="4764353"/>
                <a:ext cx="8832850" cy="131254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(3)</a:t>
                </a:r>
                <a14:m>
                  <m:oMath xmlns:m="http://schemas.openxmlformats.org/officeDocument/2006/math">
                    <m:r>
                      <a:rPr lang="zh-CN" altLang="en-US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若该级数主要部分有无穷多项，</m:t>
                    </m:r>
                    <m:sSub>
                      <m:sSub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称为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本性奇点</a:t>
                </a:r>
                <a:endParaRPr lang="zh-CN" altLang="en-US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4764353"/>
                <a:ext cx="8832850" cy="1312545"/>
              </a:xfrm>
              <a:prstGeom prst="rect">
                <a:avLst/>
              </a:prstGeom>
              <a:blipFill rotWithShape="1">
                <a:blip r:embed="rId3"/>
                <a:stretch>
                  <a:fillRect l="-1" t="-4060" r="1" b="-40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7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孤立奇点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122036" y="440353"/>
                <a:ext cx="4946538" cy="78964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</m:oMath>
                </a14:m>
                <a:r>
                  <a:rPr lang="zh-CN" altLang="en-US" sz="3000" dirty="0">
                    <a:ea typeface="楷体" panose="02010609060101010101" pitchFamily="49" charset="-122"/>
                  </a:rPr>
                  <a:t>判断下列函数奇点类型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440353"/>
                <a:ext cx="4946538" cy="789642"/>
              </a:xfrm>
              <a:prstGeom prst="rect">
                <a:avLst/>
              </a:prstGeom>
              <a:blipFill rotWithShape="1">
                <a:blip r:embed="rId1"/>
                <a:stretch>
                  <a:fillRect l="-2" t="-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177697" y="948609"/>
                <a:ext cx="5470525" cy="1143788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571500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den>
                    </m:f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697" y="948609"/>
                <a:ext cx="5470525" cy="1143788"/>
              </a:xfrm>
              <a:prstGeom prst="rect">
                <a:avLst/>
              </a:prstGeom>
              <a:blipFill rotWithShape="1">
                <a:blip r:embed="rId2"/>
                <a:stretch>
                  <a:fillRect l="-10" t="-48" r="10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4544355" y="1193055"/>
                <a:ext cx="4162110" cy="789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</m:oMath>
                </a14:m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是孤立奇点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4355" y="1193055"/>
                <a:ext cx="4162110" cy="789940"/>
              </a:xfrm>
              <a:prstGeom prst="rect">
                <a:avLst/>
              </a:prstGeom>
              <a:blipFill rotWithShape="1">
                <a:blip r:embed="rId3"/>
                <a:stretch>
                  <a:fillRect l="-7" t="-66" r="15" b="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7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孤立奇点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679593" y="1982995"/>
                <a:ext cx="3268059" cy="789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𝑧</m:t>
                      </m:r>
                      <m:r>
                        <a:rPr lang="en-US" altLang="zh-CN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0</m:t>
                      </m:r>
                      <m:r>
                        <a:rPr lang="zh-CN" altLang="en-US" sz="3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：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0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&lt;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</m:e>
                      </m:d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&lt;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1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593" y="1982995"/>
                <a:ext cx="3268059" cy="789940"/>
              </a:xfrm>
              <a:prstGeom prst="rect">
                <a:avLst/>
              </a:prstGeom>
              <a:blipFill rotWithShape="1">
                <a:blip r:embed="rId4"/>
                <a:stretch>
                  <a:fillRect l="-4" t="-66" r="15" b="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679592" y="2639060"/>
                <a:ext cx="2633879" cy="789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592" y="2639060"/>
                <a:ext cx="2633879" cy="789940"/>
              </a:xfrm>
              <a:prstGeom prst="rect">
                <a:avLst/>
              </a:prstGeom>
              <a:blipFill rotWithShape="1">
                <a:blip r:embed="rId5"/>
                <a:stretch>
                  <a:fillRect l="-5" t="-11415" r="2" b="-115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3086380" y="2639060"/>
                <a:ext cx="2319247" cy="789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  <m:nary>
                      <m:naryPr>
                        <m:chr m:val="∑"/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6380" y="2639060"/>
                <a:ext cx="2319247" cy="789940"/>
              </a:xfrm>
              <a:prstGeom prst="rect">
                <a:avLst/>
              </a:prstGeom>
              <a:blipFill rotWithShape="1">
                <a:blip r:embed="rId6"/>
                <a:stretch>
                  <a:fillRect l="-12" t="-11415" r="22" b="-115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3055243" y="3646558"/>
                <a:ext cx="4700768" cy="789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−</m:t>
                      </m:r>
                      <m:f>
                        <m:fPr>
                          <m:ctrlP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</m:den>
                      </m:f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−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1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−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𝑧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−</m:t>
                      </m:r>
                      <m:sSup>
                        <m:sSupPr>
                          <m:ctrlP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</m:e>
                        <m:sup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−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5243" y="3646558"/>
                <a:ext cx="4700768" cy="789940"/>
              </a:xfrm>
              <a:prstGeom prst="rect">
                <a:avLst/>
              </a:prstGeom>
              <a:blipFill rotWithShape="1">
                <a:blip r:embed="rId7"/>
                <a:stretch>
                  <a:fillRect l="-5" t="-31400" r="3" b="-313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679592" y="4551789"/>
                <a:ext cx="4700768" cy="789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2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级极点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592" y="4551789"/>
                <a:ext cx="4700768" cy="789940"/>
              </a:xfrm>
              <a:prstGeom prst="rect">
                <a:avLst/>
              </a:prstGeom>
              <a:blipFill rotWithShape="1">
                <a:blip r:embed="rId8"/>
                <a:stretch>
                  <a:fillRect l="-3" t="-14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9" grpId="0"/>
      <p:bldP spid="11" grpId="0"/>
      <p:bldP spid="12" grpId="0"/>
      <p:bldP spid="13" grpId="0"/>
      <p:bldP spid="14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122036" y="440353"/>
                <a:ext cx="4946538" cy="78964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</m:oMath>
                </a14:m>
                <a:r>
                  <a:rPr lang="zh-CN" altLang="en-US" sz="3000" dirty="0">
                    <a:ea typeface="楷体" panose="02010609060101010101" pitchFamily="49" charset="-122"/>
                  </a:rPr>
                  <a:t>判断下列函数奇点类型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440353"/>
                <a:ext cx="4946538" cy="789642"/>
              </a:xfrm>
              <a:prstGeom prst="rect">
                <a:avLst/>
              </a:prstGeom>
              <a:blipFill rotWithShape="1">
                <a:blip r:embed="rId1"/>
                <a:stretch>
                  <a:fillRect l="-2" t="-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177697" y="948609"/>
                <a:ext cx="5470525" cy="1143788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571500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den>
                    </m:f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697" y="948609"/>
                <a:ext cx="5470525" cy="1143788"/>
              </a:xfrm>
              <a:prstGeom prst="rect">
                <a:avLst/>
              </a:prstGeom>
              <a:blipFill rotWithShape="1">
                <a:blip r:embed="rId2"/>
                <a:stretch>
                  <a:fillRect l="-10" t="-48" r="10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4544355" y="1193055"/>
                <a:ext cx="4162110" cy="789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</m:oMath>
                </a14:m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是孤立奇点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4355" y="1193055"/>
                <a:ext cx="4162110" cy="789940"/>
              </a:xfrm>
              <a:prstGeom prst="rect">
                <a:avLst/>
              </a:prstGeom>
              <a:blipFill rotWithShape="1">
                <a:blip r:embed="rId3"/>
                <a:stretch>
                  <a:fillRect l="-7" t="-66" r="15" b="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7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孤立奇点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3086380" y="2639060"/>
                <a:ext cx="2994872" cy="789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(−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  <m:sSup>
                      <m:sSup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6380" y="2639060"/>
                <a:ext cx="2994872" cy="789940"/>
              </a:xfrm>
              <a:prstGeom prst="rect">
                <a:avLst/>
              </a:prstGeom>
              <a:blipFill rotWithShape="1">
                <a:blip r:embed="rId4"/>
                <a:stretch>
                  <a:fillRect l="-9" t="-11415" r="16" b="-115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5720259" y="2590620"/>
                <a:ext cx="2121035" cy="789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+(</m:t>
                        </m:r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0259" y="2590620"/>
                <a:ext cx="2121035" cy="789940"/>
              </a:xfrm>
              <a:prstGeom prst="rect">
                <a:avLst/>
              </a:prstGeom>
              <a:blipFill rotWithShape="1">
                <a:blip r:embed="rId5"/>
                <a:stretch>
                  <a:fillRect l="-8" t="-17180" r="15" b="-171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标题 1"/>
              <p:cNvSpPr txBox="1"/>
              <p:nvPr/>
            </p:nvSpPr>
            <p:spPr>
              <a:xfrm>
                <a:off x="743503" y="1956027"/>
                <a:ext cx="4044807" cy="789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𝑧</m:t>
                      </m:r>
                      <m:r>
                        <a:rPr lang="en-US" altLang="zh-CN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1</m:t>
                      </m:r>
                      <m:r>
                        <a:rPr lang="zh-CN" altLang="en-US" sz="3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：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0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&lt;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e>
                      </m:d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&lt;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1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503" y="1956027"/>
                <a:ext cx="4044807" cy="789940"/>
              </a:xfrm>
              <a:prstGeom prst="rect">
                <a:avLst/>
              </a:prstGeom>
              <a:blipFill rotWithShape="1">
                <a:blip r:embed="rId6"/>
                <a:stretch>
                  <a:fillRect l="-14" t="-29" r="10" b="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标题 1"/>
              <p:cNvSpPr txBox="1"/>
              <p:nvPr/>
            </p:nvSpPr>
            <p:spPr>
              <a:xfrm>
                <a:off x="748008" y="2636602"/>
                <a:ext cx="2633879" cy="789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08" y="2636602"/>
                <a:ext cx="2633879" cy="789940"/>
              </a:xfrm>
              <a:prstGeom prst="rect">
                <a:avLst/>
              </a:prstGeom>
              <a:blipFill rotWithShape="1">
                <a:blip r:embed="rId7"/>
                <a:stretch>
                  <a:fillRect l="-23" t="-11425" r="19" b="-115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1577128" y="3575777"/>
                <a:ext cx="5516846" cy="789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[−</m:t>
                    </m:r>
                    <m:nary>
                      <m:naryPr>
                        <m:chr m:val="∑"/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(−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]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7128" y="3575777"/>
                <a:ext cx="5516846" cy="789940"/>
              </a:xfrm>
              <a:prstGeom prst="rect">
                <a:avLst/>
              </a:prstGeom>
              <a:blipFill rotWithShape="1">
                <a:blip r:embed="rId8"/>
                <a:stretch>
                  <a:fillRect l="-8" t="-11426" r="7" b="-115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标题 1"/>
              <p:cNvSpPr txBox="1"/>
              <p:nvPr/>
            </p:nvSpPr>
            <p:spPr>
              <a:xfrm>
                <a:off x="1577127" y="4455764"/>
                <a:ext cx="6303427" cy="789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nary>
                      <m:naryPr>
                        <m:chr m:val="∑"/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7127" y="4455764"/>
                <a:ext cx="6303427" cy="789940"/>
              </a:xfrm>
              <a:prstGeom prst="rect">
                <a:avLst/>
              </a:prstGeom>
              <a:blipFill rotWithShape="1">
                <a:blip r:embed="rId9"/>
                <a:stretch>
                  <a:fillRect l="-7" t="-11491" r="3" b="-114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1577127" y="5245704"/>
                <a:ext cx="6303427" cy="789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+⋯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7127" y="5245704"/>
                <a:ext cx="6303427" cy="789940"/>
              </a:xfrm>
              <a:prstGeom prst="rect">
                <a:avLst/>
              </a:prstGeom>
              <a:blipFill rotWithShape="1">
                <a:blip r:embed="rId10"/>
                <a:stretch>
                  <a:fillRect l="-7" t="-11491" r="3" b="-114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标题 1"/>
              <p:cNvSpPr txBox="1"/>
              <p:nvPr/>
            </p:nvSpPr>
            <p:spPr>
              <a:xfrm>
                <a:off x="839708" y="5909391"/>
                <a:ext cx="6303427" cy="789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是单极点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708" y="5909391"/>
                <a:ext cx="6303427" cy="789940"/>
              </a:xfrm>
              <a:prstGeom prst="rect">
                <a:avLst/>
              </a:prstGeom>
              <a:blipFill rotWithShape="1">
                <a:blip r:embed="rId11"/>
                <a:stretch>
                  <a:fillRect l="-4" t="-10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9" grpId="0"/>
      <p:bldP spid="13" grpId="0"/>
      <p:bldP spid="14" grpId="0"/>
      <p:bldP spid="16" grpId="0"/>
      <p:bldP spid="17" grpId="0"/>
      <p:bldP spid="3" grpId="0"/>
      <p:bldP spid="4" grpId="0"/>
      <p:bldP spid="5" grpId="0"/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160554" y="425942"/>
                <a:ext cx="2936608" cy="102171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𝐸𝑔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: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</m:e>
                      </m:d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𝑠𝑖𝑛</m:t>
                      </m:r>
                      <m:f>
                        <m:fPr>
                          <m:ctrlP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554" y="425942"/>
                <a:ext cx="2936608" cy="1021715"/>
              </a:xfrm>
              <a:prstGeom prst="rect">
                <a:avLst/>
              </a:prstGeom>
              <a:blipFill rotWithShape="1">
                <a:blip r:embed="rId1"/>
                <a:stretch>
                  <a:fillRect l="-18" t="-12292" r="9" b="-123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848175" y="4890651"/>
                <a:ext cx="3202677" cy="78964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zh-CN" altLang="en-US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本性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奇点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175" y="4890651"/>
                <a:ext cx="3202677" cy="789642"/>
              </a:xfrm>
              <a:prstGeom prst="rect">
                <a:avLst/>
              </a:prstGeom>
              <a:blipFill rotWithShape="1">
                <a:blip r:embed="rId2"/>
                <a:stretch>
                  <a:fillRect l="-14" t="-65" r="6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孤立奇点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160554" y="1489479"/>
                <a:ext cx="4045585" cy="70623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b="0" dirty="0">
                    <a:ea typeface="楷体" panose="02010609060101010101" pitchFamily="49" charset="-122"/>
                  </a:rPr>
                  <a:t>解：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是孤立奇点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554" y="1489479"/>
                <a:ext cx="4045585" cy="706232"/>
              </a:xfrm>
              <a:prstGeom prst="rect">
                <a:avLst/>
              </a:prstGeom>
              <a:blipFill rotWithShape="1">
                <a:blip r:embed="rId3"/>
                <a:stretch>
                  <a:fillRect l="-13" t="-57" r="13" b="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4475484" y="1541866"/>
                <a:ext cx="2623407" cy="70623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0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&lt;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</m:e>
                      </m:d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&lt;+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5484" y="1541866"/>
                <a:ext cx="2623407" cy="706232"/>
              </a:xfrm>
              <a:prstGeom prst="rect">
                <a:avLst/>
              </a:prstGeom>
              <a:blipFill rotWithShape="1">
                <a:blip r:embed="rId4"/>
                <a:stretch>
                  <a:fillRect t="-12" r="9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692889" y="2126923"/>
                <a:ext cx="3513250" cy="102171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</m:e>
                      </m:d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𝑠𝑖𝑛</m:t>
                      </m:r>
                      <m:f>
                        <m:fPr>
                          <m:ctrlP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</m:den>
                      </m:f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𝑠𝑖𝑛𝑡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889" y="2126923"/>
                <a:ext cx="3513250" cy="1021715"/>
              </a:xfrm>
              <a:prstGeom prst="rect">
                <a:avLst/>
              </a:prstGeom>
              <a:blipFill rotWithShape="1">
                <a:blip r:embed="rId5"/>
                <a:stretch>
                  <a:fillRect l="-3" t="-12274" r="15" b="-123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1585309" y="2968396"/>
                <a:ext cx="5973382" cy="102171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𝑡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𝑡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5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𝑡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5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7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𝑡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7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309" y="2968396"/>
                <a:ext cx="5973382" cy="1021715"/>
              </a:xfrm>
              <a:prstGeom prst="rect">
                <a:avLst/>
              </a:prstGeom>
              <a:blipFill rotWithShape="1">
                <a:blip r:embed="rId6"/>
                <a:stretch>
                  <a:fillRect l="-6" t="-40" r="5" b="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1585309" y="3868936"/>
                <a:ext cx="5973382" cy="102171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!</m:t>
                        </m:r>
                      </m:den>
                    </m:f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5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!</m:t>
                        </m:r>
                      </m:den>
                    </m:f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7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!</m:t>
                        </m:r>
                      </m:den>
                    </m:f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7</m:t>
                            </m:r>
                          </m:sup>
                        </m:sSup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309" y="3868936"/>
                <a:ext cx="5973382" cy="1021715"/>
              </a:xfrm>
              <a:prstGeom prst="rect">
                <a:avLst/>
              </a:prstGeom>
              <a:blipFill rotWithShape="1">
                <a:blip r:embed="rId7"/>
                <a:stretch>
                  <a:fillRect l="-6" t="-51" r="5" b="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8" grpId="0"/>
      <p:bldP spid="9" grpId="0"/>
      <p:bldP spid="13" grpId="0"/>
      <p:bldP spid="14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0" y="462813"/>
                <a:ext cx="3535516" cy="105600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𝐸𝑔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: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</m:e>
                      </m:d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sup>
                          </m:sSup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62813"/>
                <a:ext cx="3535516" cy="1056005"/>
              </a:xfrm>
              <a:prstGeom prst="rect">
                <a:avLst/>
              </a:prstGeom>
              <a:blipFill rotWithShape="1">
                <a:blip r:embed="rId1"/>
                <a:stretch>
                  <a:fillRect t="-11355" r="13" b="-1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1015213" y="4645287"/>
                <a:ext cx="4547972" cy="78964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可去奇点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13" y="4645287"/>
                <a:ext cx="4547972" cy="789642"/>
              </a:xfrm>
              <a:prstGeom prst="rect">
                <a:avLst/>
              </a:prstGeom>
              <a:blipFill rotWithShape="1">
                <a:blip r:embed="rId2"/>
                <a:stretch>
                  <a:fillRect l="-11" t="-33" r="13" b="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孤立奇点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201561" y="1646463"/>
                <a:ext cx="3893573" cy="66455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</a:t>
                </a:r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是孤立奇点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561" y="1646463"/>
                <a:ext cx="3893573" cy="664559"/>
              </a:xfrm>
              <a:prstGeom prst="rect">
                <a:avLst/>
              </a:prstGeom>
              <a:blipFill rotWithShape="1">
                <a:blip r:embed="rId3"/>
                <a:stretch>
                  <a:fillRect l="-7" t="-1611" b="-15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4417170" y="1634728"/>
                <a:ext cx="2623407" cy="70623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0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&lt;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</m:e>
                      </m:d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&lt;+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7170" y="1634728"/>
                <a:ext cx="2623407" cy="706232"/>
              </a:xfrm>
              <a:prstGeom prst="rect">
                <a:avLst/>
              </a:prstGeom>
              <a:blipFill rotWithShape="1">
                <a:blip r:embed="rId4"/>
                <a:stretch>
                  <a:fillRect l="-4" t="-34" r="13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979691" y="2480741"/>
                <a:ext cx="2623407" cy="105600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</m:e>
                      </m:d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sup>
                          </m:sSup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691" y="2480741"/>
                <a:ext cx="2623407" cy="1056005"/>
              </a:xfrm>
              <a:prstGeom prst="rect">
                <a:avLst/>
              </a:prstGeom>
              <a:blipFill rotWithShape="1">
                <a:blip r:embed="rId5"/>
                <a:stretch>
                  <a:fillRect l="-20" t="-11346" r="4" b="-113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3083548" y="2332450"/>
                <a:ext cx="4833878" cy="105600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(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+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30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0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altLang="zh-CN" sz="30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2</m:t>
                              </m:r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!</m:t>
                              </m:r>
                            </m:den>
                          </m:f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+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)−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3548" y="2332450"/>
                <a:ext cx="4833878" cy="1056005"/>
              </a:xfrm>
              <a:prstGeom prst="rect">
                <a:avLst/>
              </a:prstGeom>
              <a:blipFill rotWithShape="1">
                <a:blip r:embed="rId6"/>
                <a:stretch>
                  <a:fillRect l="-13" t="-35126" r="5" b="-352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1557875" y="3402841"/>
                <a:ext cx="3378912" cy="105600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1</m:t>
                      </m:r>
                      <m:r>
                        <a:rPr lang="en-US" altLang="zh-CN" sz="3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</m:t>
                          </m:r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!</m:t>
                          </m:r>
                        </m:den>
                      </m:f>
                      <m:r>
                        <a:rPr lang="en-US" altLang="zh-CN" sz="3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3</m:t>
                          </m:r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!</m:t>
                          </m:r>
                        </m:den>
                      </m:f>
                      <m:r>
                        <a:rPr lang="en-US" altLang="zh-CN" sz="3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7875" y="3402841"/>
                <a:ext cx="3378912" cy="1056005"/>
              </a:xfrm>
              <a:prstGeom prst="rect">
                <a:avLst/>
              </a:prstGeom>
              <a:blipFill rotWithShape="1">
                <a:blip r:embed="rId7"/>
                <a:stretch>
                  <a:fillRect l="-7" t="-14360" r="9" b="-143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8" grpId="0"/>
      <p:bldP spid="9" grpId="0"/>
      <p:bldP spid="10" grpId="0"/>
      <p:bldP spid="11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122036" y="403196"/>
                <a:ext cx="6288405" cy="111633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.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300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𝑧</m:t>
                    </m:r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3000" dirty="0">
                    <a:latin typeface="Cambria Math" panose="02040503050406030204" pitchFamily="18" charset="0"/>
                    <a:ea typeface="楷体" panose="02010609060101010101" pitchFamily="49" charset="-122"/>
                    <a:cs typeface="Cambria Math" panose="02040503050406030204" pitchFamily="18" charset="0"/>
                  </a:rPr>
                  <a:t>处奇点类型</a:t>
                </a:r>
                <a:endParaRPr lang="zh-CN" altLang="en-US" sz="3000" dirty="0">
                  <a:latin typeface="Cambria Math" panose="02040503050406030204" pitchFamily="18" charset="0"/>
                  <a:ea typeface="楷体" panose="02010609060101010101" pitchFamily="49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403196"/>
                <a:ext cx="6288405" cy="1116330"/>
              </a:xfrm>
              <a:prstGeom prst="rect">
                <a:avLst/>
              </a:prstGeom>
              <a:blipFill rotWithShape="1">
                <a:blip r:embed="rId1"/>
                <a:stretch>
                  <a:fillRect l="-2" t="-54" r="2" b="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122036" y="1284591"/>
                <a:ext cx="8368030" cy="111633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解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.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altLang="zh-CN" sz="3000" dirty="0">
                    <a:latin typeface="Cambria Math" panose="02040503050406030204" pitchFamily="18" charset="0"/>
                    <a:ea typeface="楷体" panose="02010609060101010101" pitchFamily="49" charset="-122"/>
                    <a:cs typeface="Cambria Math" panose="02040503050406030204" pitchFamily="18" charset="0"/>
                  </a:rPr>
                  <a:t>,</a:t>
                </a:r>
                <a:r>
                  <a:rPr lang="zh-CN" altLang="en-US" sz="3000" dirty="0">
                    <a:latin typeface="Cambria Math" panose="02040503050406030204" pitchFamily="18" charset="0"/>
                    <a:ea typeface="楷体" panose="02010609060101010101" pitchFamily="49" charset="-122"/>
                    <a:cs typeface="Cambria Math" panose="02040503050406030204" pitchFamily="18" charset="0"/>
                  </a:rPr>
                  <a:t>所以</a:t>
                </a: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𝑧</m:t>
                    </m:r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3000" dirty="0">
                    <a:latin typeface="Cambria Math" panose="02040503050406030204" pitchFamily="18" charset="0"/>
                    <a:ea typeface="楷体" panose="02010609060101010101" pitchFamily="49" charset="-122"/>
                    <a:cs typeface="Cambria Math" panose="02040503050406030204" pitchFamily="18" charset="0"/>
                  </a:rPr>
                  <a:t>是可去奇点</a:t>
                </a:r>
                <a:endParaRPr lang="zh-CN" altLang="en-US" sz="3000" dirty="0">
                  <a:latin typeface="Cambria Math" panose="02040503050406030204" pitchFamily="18" charset="0"/>
                  <a:ea typeface="楷体" panose="02010609060101010101" pitchFamily="49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1284591"/>
                <a:ext cx="8368030" cy="1116330"/>
              </a:xfrm>
              <a:prstGeom prst="rect">
                <a:avLst/>
              </a:prstGeom>
              <a:blipFill rotWithShape="1">
                <a:blip r:embed="rId2"/>
                <a:stretch>
                  <a:fillRect l="-1" t="-56" r="1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122036" y="2395245"/>
                <a:ext cx="8590915" cy="412366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300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解</a:t>
                </a:r>
                <a:r>
                  <a:rPr lang="en-US" altLang="zh-CN" sz="300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.</a:t>
                </a:r>
                <a:r>
                  <a:rPr lang="zh-CN" altLang="en-US" sz="300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&lt;|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|&lt;+∞</m:t>
                    </m:r>
                  </m:oMath>
                </a14:m>
                <a:r>
                  <a:rPr lang="zh-CN" altLang="en-US" sz="3000" dirty="0">
                    <a:latin typeface="Cambria Math" panose="02040503050406030204" pitchFamily="18" charset="0"/>
                    <a:ea typeface="楷体" panose="02010609060101010101" pitchFamily="49" charset="-122"/>
                    <a:cs typeface="Cambria Math" panose="02040503050406030204" pitchFamily="18" charset="0"/>
                  </a:rPr>
                  <a:t>内：</a:t>
                </a:r>
                <a:endParaRPr lang="en-US" altLang="zh-CN" sz="3000" i="1" dirty="0">
                  <a:latin typeface="Cambria Math" panose="02040503050406030204" pitchFamily="18" charset="0"/>
                  <a:ea typeface="楷体" panose="02010609060101010101" pitchFamily="49" charset="-122"/>
                  <a:cs typeface="Cambria Math" panose="02040503050406030204" pitchFamily="18" charset="0"/>
                </a:endParaRPr>
              </a:p>
              <a:p>
                <a:pPr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300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              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endParaRPr lang="en-US" altLang="zh-CN" sz="3000" i="1" dirty="0">
                  <a:latin typeface="Cambria Math" panose="02040503050406030204" pitchFamily="18" charset="0"/>
                  <a:ea typeface="楷体" panose="02010609060101010101" pitchFamily="49" charset="-122"/>
                  <a:cs typeface="Cambria Math" panose="02040503050406030204" pitchFamily="18" charset="0"/>
                </a:endParaRPr>
              </a:p>
              <a:p>
                <a:pPr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                        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𝑖</m:t>
                        </m:r>
                      </m:den>
                    </m:f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</m:den>
                        </m:f>
                      </m:den>
                    </m:f>
                  </m:oMath>
                </a14:m>
                <a:r>
                  <a:rPr lang="en-US" altLang="zh-CN" sz="3000" i="1" dirty="0">
                    <a:latin typeface="Cambria Math" panose="02040503050406030204" pitchFamily="18" charset="0"/>
                    <a:ea typeface="楷体" panose="02010609060101010101" pitchFamily="49" charset="-122"/>
                    <a:cs typeface="Cambria Math" panose="02040503050406030204" pitchFamily="18" charset="0"/>
                  </a:rPr>
                  <a:t> </a:t>
                </a:r>
                <a:endParaRPr lang="en-US" altLang="zh-CN" sz="3000" i="1" dirty="0">
                  <a:latin typeface="Cambria Math" panose="02040503050406030204" pitchFamily="18" charset="0"/>
                  <a:ea typeface="楷体" panose="02010609060101010101" pitchFamily="49" charset="-122"/>
                  <a:cs typeface="Cambria Math" panose="02040503050406030204" pitchFamily="18" charset="0"/>
                </a:endParaRPr>
              </a:p>
              <a:p>
                <a:pPr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                        </m:t>
                    </m:r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(−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</m:t>
                                </m:r>
                              </m:num>
                              <m:den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</m:t>
                                </m:r>
                              </m:den>
                            </m:f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zh-CN" sz="3000" dirty="0">
                    <a:latin typeface="Cambria Math" panose="02040503050406030204" pitchFamily="18" charset="0"/>
                    <a:ea typeface="楷体" panose="02010609060101010101" pitchFamily="49" charset="-122"/>
                    <a:cs typeface="Cambria Math" panose="02040503050406030204" pitchFamily="18" charset="0"/>
                  </a:rPr>
                  <a:t>,</a:t>
                </a:r>
                <a:endParaRPr lang="en-US" altLang="zh-CN" sz="3000" dirty="0">
                  <a:latin typeface="Cambria Math" panose="02040503050406030204" pitchFamily="18" charset="0"/>
                  <a:ea typeface="楷体" panose="02010609060101010101" pitchFamily="49" charset="-122"/>
                  <a:cs typeface="Cambria Math" panose="02040503050406030204" pitchFamily="18" charset="0"/>
                </a:endParaRPr>
              </a:p>
              <a:p>
                <a:pPr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3000" dirty="0">
                    <a:latin typeface="Cambria Math" panose="02040503050406030204" pitchFamily="18" charset="0"/>
                    <a:ea typeface="楷体" panose="02010609060101010101" pitchFamily="49" charset="-122"/>
                    <a:cs typeface="Cambria Math" panose="02040503050406030204" pitchFamily="18" charset="0"/>
                  </a:rPr>
                  <a:t>      </a:t>
                </a:r>
                <a:r>
                  <a:rPr lang="zh-CN" altLang="en-US" sz="3000" dirty="0">
                    <a:latin typeface="Cambria Math" panose="02040503050406030204" pitchFamily="18" charset="0"/>
                    <a:ea typeface="楷体" panose="02010609060101010101" pitchFamily="49" charset="-122"/>
                    <a:cs typeface="Cambria Math" panose="02040503050406030204" pitchFamily="18" charset="0"/>
                  </a:rPr>
                  <a:t>所以</a:t>
                </a: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𝑧</m:t>
                    </m:r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3000" dirty="0">
                    <a:latin typeface="Cambria Math" panose="02040503050406030204" pitchFamily="18" charset="0"/>
                    <a:ea typeface="楷体" panose="02010609060101010101" pitchFamily="49" charset="-122"/>
                    <a:cs typeface="Cambria Math" panose="02040503050406030204" pitchFamily="18" charset="0"/>
                  </a:rPr>
                  <a:t>是本性奇点</a:t>
                </a:r>
                <a:endParaRPr lang="zh-CN" altLang="en-US" sz="3000" dirty="0">
                  <a:latin typeface="Cambria Math" panose="02040503050406030204" pitchFamily="18" charset="0"/>
                  <a:ea typeface="楷体" panose="02010609060101010101" pitchFamily="49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2395245"/>
                <a:ext cx="8590915" cy="4123669"/>
              </a:xfrm>
              <a:prstGeom prst="rect">
                <a:avLst/>
              </a:prstGeom>
              <a:blipFill rotWithShape="1">
                <a:blip r:embed="rId3"/>
                <a:stretch>
                  <a:fillRect l="-1" t="-1" r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8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孤立奇点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122036" y="403196"/>
                <a:ext cx="6288405" cy="111633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.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300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𝑧</m:t>
                    </m:r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3000" dirty="0">
                    <a:latin typeface="Cambria Math" panose="02040503050406030204" pitchFamily="18" charset="0"/>
                    <a:ea typeface="楷体" panose="02010609060101010101" pitchFamily="49" charset="-122"/>
                    <a:cs typeface="Cambria Math" panose="02040503050406030204" pitchFamily="18" charset="0"/>
                  </a:rPr>
                  <a:t>处奇点类型</a:t>
                </a:r>
                <a:endParaRPr lang="zh-CN" altLang="en-US" sz="3000" dirty="0">
                  <a:latin typeface="Cambria Math" panose="02040503050406030204" pitchFamily="18" charset="0"/>
                  <a:ea typeface="楷体" panose="02010609060101010101" pitchFamily="49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403196"/>
                <a:ext cx="6288405" cy="1116330"/>
              </a:xfrm>
              <a:prstGeom prst="rect">
                <a:avLst/>
              </a:prstGeom>
              <a:blipFill rotWithShape="1">
                <a:blip r:embed="rId1"/>
                <a:stretch>
                  <a:fillRect l="-2" t="-54" r="2" b="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8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孤立奇点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标题 1"/>
              <p:cNvSpPr txBox="1"/>
              <p:nvPr/>
            </p:nvSpPr>
            <p:spPr>
              <a:xfrm>
                <a:off x="122036" y="1561348"/>
                <a:ext cx="8590915" cy="412366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300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解</a:t>
                </a:r>
                <a:r>
                  <a:rPr lang="en-US" altLang="zh-CN" sz="300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.</a:t>
                </a:r>
                <a:r>
                  <a:rPr lang="zh-CN" altLang="en-US" sz="300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&lt;|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|&lt;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2</m:t>
                    </m:r>
                  </m:oMath>
                </a14:m>
                <a:r>
                  <a:rPr lang="zh-CN" altLang="en-US" sz="3000" dirty="0">
                    <a:latin typeface="Cambria Math" panose="02040503050406030204" pitchFamily="18" charset="0"/>
                    <a:ea typeface="楷体" panose="02010609060101010101" pitchFamily="49" charset="-122"/>
                    <a:cs typeface="Cambria Math" panose="02040503050406030204" pitchFamily="18" charset="0"/>
                  </a:rPr>
                  <a:t>内：</a:t>
                </a:r>
                <a:endParaRPr lang="en-US" altLang="zh-CN" sz="3000" i="1" dirty="0">
                  <a:latin typeface="Cambria Math" panose="02040503050406030204" pitchFamily="18" charset="0"/>
                  <a:ea typeface="楷体" panose="02010609060101010101" pitchFamily="49" charset="-122"/>
                  <a:cs typeface="Cambria Math" panose="02040503050406030204" pitchFamily="18" charset="0"/>
                </a:endParaRPr>
              </a:p>
              <a:p>
                <a:pPr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300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              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endParaRPr lang="en-US" altLang="zh-CN" sz="3000" i="1" dirty="0">
                  <a:latin typeface="Cambria Math" panose="02040503050406030204" pitchFamily="18" charset="0"/>
                  <a:ea typeface="楷体" panose="02010609060101010101" pitchFamily="49" charset="-122"/>
                  <a:cs typeface="Cambria Math" panose="02040503050406030204" pitchFamily="18" charset="0"/>
                </a:endParaRPr>
              </a:p>
              <a:p>
                <a:pPr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                        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𝑖</m:t>
                        </m:r>
                      </m:den>
                    </m:f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</m:den>
                        </m:f>
                      </m:den>
                    </m:f>
                  </m:oMath>
                </a14:m>
                <a:r>
                  <a:rPr lang="en-US" altLang="zh-CN" sz="3000" i="1" dirty="0">
                    <a:latin typeface="Cambria Math" panose="02040503050406030204" pitchFamily="18" charset="0"/>
                    <a:ea typeface="楷体" panose="02010609060101010101" pitchFamily="49" charset="-122"/>
                    <a:cs typeface="Cambria Math" panose="02040503050406030204" pitchFamily="18" charset="0"/>
                  </a:rPr>
                  <a:t> </a:t>
                </a:r>
                <a:endParaRPr lang="en-US" altLang="zh-CN" sz="3000" i="1" dirty="0">
                  <a:latin typeface="Cambria Math" panose="02040503050406030204" pitchFamily="18" charset="0"/>
                  <a:ea typeface="楷体" panose="02010609060101010101" pitchFamily="49" charset="-122"/>
                  <a:cs typeface="Cambria Math" panose="02040503050406030204" pitchFamily="18" charset="0"/>
                </a:endParaRPr>
              </a:p>
              <a:p>
                <a:pPr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                        </m:t>
                    </m:r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(−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</m:t>
                                </m:r>
                              </m:num>
                              <m:den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</m:t>
                                </m:r>
                              </m:den>
                            </m:f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zh-CN" sz="3000" dirty="0">
                    <a:latin typeface="Cambria Math" panose="02040503050406030204" pitchFamily="18" charset="0"/>
                    <a:ea typeface="楷体" panose="02010609060101010101" pitchFamily="49" charset="-122"/>
                    <a:cs typeface="Cambria Math" panose="02040503050406030204" pitchFamily="18" charset="0"/>
                  </a:rPr>
                  <a:t>,</a:t>
                </a:r>
                <a:endParaRPr lang="en-US" altLang="zh-CN" sz="3000" dirty="0">
                  <a:latin typeface="Cambria Math" panose="02040503050406030204" pitchFamily="18" charset="0"/>
                  <a:ea typeface="楷体" panose="02010609060101010101" pitchFamily="49" charset="-122"/>
                  <a:cs typeface="Cambria Math" panose="02040503050406030204" pitchFamily="18" charset="0"/>
                </a:endParaRPr>
              </a:p>
              <a:p>
                <a:pPr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3000" dirty="0">
                    <a:latin typeface="Cambria Math" panose="02040503050406030204" pitchFamily="18" charset="0"/>
                    <a:ea typeface="楷体" panose="02010609060101010101" pitchFamily="49" charset="-122"/>
                    <a:cs typeface="Cambria Math" panose="02040503050406030204" pitchFamily="18" charset="0"/>
                  </a:rPr>
                  <a:t>      </a:t>
                </a:r>
                <a:r>
                  <a:rPr lang="zh-CN" altLang="en-US" sz="3000" dirty="0">
                    <a:latin typeface="Cambria Math" panose="02040503050406030204" pitchFamily="18" charset="0"/>
                    <a:ea typeface="楷体" panose="02010609060101010101" pitchFamily="49" charset="-122"/>
                    <a:cs typeface="Cambria Math" panose="02040503050406030204" pitchFamily="18" charset="0"/>
                  </a:rPr>
                  <a:t>所以</a:t>
                </a: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𝑧</m:t>
                    </m:r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3000" dirty="0">
                    <a:latin typeface="Cambria Math" panose="02040503050406030204" pitchFamily="18" charset="0"/>
                    <a:ea typeface="楷体" panose="02010609060101010101" pitchFamily="49" charset="-122"/>
                    <a:cs typeface="Cambria Math" panose="02040503050406030204" pitchFamily="18" charset="0"/>
                  </a:rPr>
                  <a:t>是单极点</a:t>
                </a:r>
                <a:endParaRPr lang="zh-CN" altLang="en-US" sz="3000" dirty="0">
                  <a:latin typeface="Cambria Math" panose="02040503050406030204" pitchFamily="18" charset="0"/>
                  <a:ea typeface="楷体" panose="02010609060101010101" pitchFamily="49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1561348"/>
                <a:ext cx="8590915" cy="4123669"/>
              </a:xfrm>
              <a:prstGeom prst="rect">
                <a:avLst/>
              </a:prstGeom>
              <a:blipFill rotWithShape="1">
                <a:blip r:embed="rId2"/>
                <a:stretch>
                  <a:fillRect l="-1" t="-13" r="1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122036" y="1195217"/>
                <a:ext cx="4709795" cy="90678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fontAlgn="auto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𝑇ℎ𝑚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 </m:t>
                    </m:r>
                    <m:sSub>
                      <m:sSubPr>
                        <m:ctrlPr>
                          <a:rPr lang="en-US" altLang="zh-CN" sz="3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可去奇点</a:t>
                </a:r>
                <a:endParaRPr lang="zh-CN" altLang="en-US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1195217"/>
                <a:ext cx="4709795" cy="906780"/>
              </a:xfrm>
              <a:prstGeom prst="rect">
                <a:avLst/>
              </a:prstGeom>
              <a:blipFill rotWithShape="1">
                <a:blip r:embed="rId1"/>
                <a:stretch>
                  <a:fillRect l="-2" t="-16" r="2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 txBox="1"/>
          <p:nvPr/>
        </p:nvSpPr>
        <p:spPr>
          <a:xfrm>
            <a:off x="65224" y="628784"/>
            <a:ext cx="8207126" cy="57261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b="1" dirty="0">
                <a:latin typeface="楷体" panose="02010609060101010101" pitchFamily="49" charset="-122"/>
                <a:ea typeface="楷体" panose="02010609060101010101" pitchFamily="49" charset="-122"/>
              </a:rPr>
              <a:t>二、解析函数在孤立奇点处的极限</a:t>
            </a:r>
            <a:endParaRPr lang="zh-CN" altLang="en-US" sz="30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958583" y="3625320"/>
                <a:ext cx="7663180" cy="69024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solidFill>
                      <a:schemeClr val="tx1"/>
                    </a:solidFill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⇔"/>
                        <m:pos m:val="top"/>
                        <m:ctrlPr>
                          <a:rPr lang="zh-CN" altLang="en-US" sz="3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groupChrPr>
                      <m:e/>
                    </m:groupChr>
                    <m:r>
                      <a:rPr lang="en-US" altLang="zh-CN" sz="3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3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在去心</a:t>
                </a:r>
                <a14:m>
                  <m:oMath xmlns:m="http://schemas.openxmlformats.org/officeDocument/2006/math">
                    <m:r>
                      <a:rPr lang="zh-CN" altLang="en-US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邻域</m:t>
                    </m:r>
                    <m:r>
                      <a:rPr lang="en-US" altLang="zh-CN" sz="30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zh-CN" altLang="en-US" sz="3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𝛿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内有界；</a:t>
                </a:r>
                <a:endParaRPr lang="zh-CN" altLang="en-US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583" y="3625320"/>
                <a:ext cx="7663180" cy="690245"/>
              </a:xfrm>
              <a:prstGeom prst="rect">
                <a:avLst/>
              </a:prstGeom>
              <a:blipFill rotWithShape="1">
                <a:blip r:embed="rId2"/>
                <a:stretch>
                  <a:fillRect l="-5" t="-14459" r="5" b="-145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标题 1"/>
              <p:cNvSpPr txBox="1"/>
              <p:nvPr/>
            </p:nvSpPr>
            <p:spPr>
              <a:xfrm>
                <a:off x="958850" y="4503420"/>
                <a:ext cx="7588885" cy="69024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solidFill>
                      <a:schemeClr val="tx1"/>
                    </a:solidFill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⇔"/>
                        <m:pos m:val="top"/>
                        <m:ctrlPr>
                          <a:rPr lang="zh-CN" altLang="en-US" sz="3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groupChrPr>
                      <m:e/>
                    </m:groupChr>
                    <m:r>
                      <a:rPr lang="en-US" altLang="zh-CN" sz="3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3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点的</a:t>
                </a:r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级数主要部分为</a:t>
                </a:r>
                <a:r>
                  <a:rPr lang="en-US" altLang="zh-CN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0</a:t>
                </a:r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；</a:t>
                </a:r>
                <a:endParaRPr lang="zh-CN" altLang="en-US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850" y="4503420"/>
                <a:ext cx="7588885" cy="690245"/>
              </a:xfrm>
              <a:prstGeom prst="rect">
                <a:avLst/>
              </a:prstGeom>
              <a:blipFill rotWithShape="1">
                <a:blip r:embed="rId3"/>
                <a:stretch>
                  <a:fillRect t="-14443" b="-145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标题 1"/>
              <p:cNvSpPr txBox="1"/>
              <p:nvPr/>
            </p:nvSpPr>
            <p:spPr>
              <a:xfrm>
                <a:off x="1069750" y="2141608"/>
                <a:ext cx="8167656" cy="156845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fontAlgn="auto">
                  <a:lnSpc>
                    <a:spcPct val="100000"/>
                  </a:lnSpc>
                </a:pPr>
                <a14:m>
                  <m:oMath xmlns:m="http://schemas.openxmlformats.org/officeDocument/2006/math">
                    <m:groupChr>
                      <m:groupChrPr>
                        <m:chr m:val="⇔"/>
                        <m:pos m:val="top"/>
                        <m:ctrlPr>
                          <a:rPr lang="zh-CN" altLang="en-US" sz="3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groupChrPr>
                      <m:e/>
                    </m:groupChr>
                    <m:limLow>
                      <m:limLowPr>
                        <m:ctrlPr>
                          <a:rPr lang="en-US" altLang="zh-CN" sz="3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lim</m:t>
                        </m:r>
                      </m:e>
                      <m:lim>
                        <m:r>
                          <a:rPr lang="en-US" altLang="zh-CN" sz="3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groupChr>
                          <m:groupChrPr>
                            <m:chr m:val="→"/>
                            <m:pos m:val="top"/>
                            <m:ctrlPr>
                              <a:rPr lang="en-US" altLang="zh-CN" sz="3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groupChrPr>
                          <m:e/>
                        </m:groupChr>
                        <m:sSub>
                          <m:sSubPr>
                            <m:ctrlPr>
                              <a:rPr lang="en-US" altLang="zh-CN" sz="3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</m:lim>
                    </m:limLow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存在</a:t>
                </a:r>
                <a:r>
                  <a:rPr lang="en-US" altLang="zh-CN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(</a:t>
                </a:r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补充定义为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3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sz="3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lang="en-US" altLang="zh-CN" sz="3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后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解析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)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；</a:t>
                </a:r>
                <a:endParaRPr lang="zh-CN" altLang="en-US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750" y="2141608"/>
                <a:ext cx="8167656" cy="1568450"/>
              </a:xfrm>
              <a:prstGeom prst="rect">
                <a:avLst/>
              </a:prstGeom>
              <a:blipFill rotWithShape="1">
                <a:blip r:embed="rId4"/>
                <a:stretch>
                  <a:fillRect l="-5" t="-25" r="1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组合 9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11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孤立奇点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12" name="直接连接符 11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/>
      <p:bldP spid="3" grpId="0"/>
      <p:bldP spid="7" grpId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0" y="462915"/>
                <a:ext cx="10352405" cy="105600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 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补充定义奇点的值使其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解析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62915"/>
                <a:ext cx="10352405" cy="105600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876044" y="5001019"/>
                <a:ext cx="4547972" cy="78964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处也解析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044" y="5001019"/>
                <a:ext cx="4547972" cy="789642"/>
              </a:xfrm>
              <a:prstGeom prst="rect">
                <a:avLst/>
              </a:prstGeom>
              <a:blipFill rotWithShape="1">
                <a:blip r:embed="rId2"/>
                <a:stretch>
                  <a:fillRect l="-8" t="-50" r="11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孤立奇点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201561" y="1646463"/>
                <a:ext cx="3893573" cy="66455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可去奇点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561" y="1646463"/>
                <a:ext cx="3893573" cy="664559"/>
              </a:xfrm>
              <a:prstGeom prst="rect">
                <a:avLst/>
              </a:prstGeom>
              <a:blipFill rotWithShape="1">
                <a:blip r:embed="rId3"/>
                <a:stretch>
                  <a:fillRect l="-7" t="-1611" b="-15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770336" y="2364208"/>
                <a:ext cx="1361748" cy="105600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0</m:t>
                          </m:r>
                        </m:e>
                      </m:d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336" y="2364208"/>
                <a:ext cx="1361748" cy="1056005"/>
              </a:xfrm>
              <a:prstGeom prst="rect">
                <a:avLst/>
              </a:prstGeom>
              <a:blipFill rotWithShape="1">
                <a:blip r:embed="rId4"/>
                <a:stretch>
                  <a:fillRect l="-6" t="-10" r="29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3632795" y="2204831"/>
                <a:ext cx="4329294" cy="105600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limLow>
                        <m:limLowPr>
                          <m:ctrlP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sz="300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lim</m:t>
                          </m:r>
                        </m:e>
                        <m:lim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lim>
                      </m:limLow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3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1</m:t>
                      </m:r>
                      <m:r>
                        <a:rPr lang="en-US" altLang="zh-CN" sz="3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</m:t>
                          </m:r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!</m:t>
                          </m:r>
                        </m:den>
                      </m:f>
                      <m:r>
                        <a:rPr lang="en-US" altLang="zh-CN" sz="3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3</m:t>
                          </m:r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!</m:t>
                          </m:r>
                        </m:den>
                      </m:f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lang="en-US" altLang="zh-CN" sz="3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2795" y="2204831"/>
                <a:ext cx="4329294" cy="1056005"/>
              </a:xfrm>
              <a:prstGeom prst="rect">
                <a:avLst/>
              </a:prstGeom>
              <a:blipFill rotWithShape="1">
                <a:blip r:embed="rId5"/>
                <a:stretch>
                  <a:fillRect l="-14" t="-14322" r="11" b="-143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7632424" y="2311022"/>
                <a:ext cx="866144" cy="105600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1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2424" y="2311022"/>
                <a:ext cx="866144" cy="1056005"/>
              </a:xfrm>
              <a:prstGeom prst="rect">
                <a:avLst/>
              </a:prstGeom>
              <a:blipFill rotWithShape="1">
                <a:blip r:embed="rId6"/>
                <a:stretch>
                  <a:fillRect l="-41" t="-24" r="42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770336" y="3421626"/>
                <a:ext cx="4385324" cy="105600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b="0" dirty="0">
                    <a:ea typeface="楷体" panose="02010609060101010101" pitchFamily="49" charset="-122"/>
                  </a:rPr>
                  <a:t>即：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𝑧</m:t>
                                    </m:r>
                                  </m:sup>
                                </m:s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den>
                            </m:f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,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,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=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336" y="3421626"/>
                <a:ext cx="4385324" cy="1056005"/>
              </a:xfrm>
              <a:prstGeom prst="rect">
                <a:avLst/>
              </a:prstGeom>
              <a:blipFill rotWithShape="1">
                <a:blip r:embed="rId7"/>
                <a:stretch>
                  <a:fillRect l="-2" t="-28646" r="2" b="-28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2032759" y="2202996"/>
                <a:ext cx="1860478" cy="105600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3000" b="0" i="0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30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0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30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𝑧</m:t>
                                  </m:r>
                                </m:sup>
                              </m:sSup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−</m:t>
                              </m:r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759" y="2202996"/>
                <a:ext cx="1860478" cy="1056005"/>
              </a:xfrm>
              <a:prstGeom prst="rect">
                <a:avLst/>
              </a:prstGeom>
              <a:blipFill rotWithShape="1">
                <a:blip r:embed="rId8"/>
                <a:stretch>
                  <a:fillRect l="-7" t="-11322" r="3" b="-11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8" grpId="0"/>
      <p:bldP spid="10" grpId="0"/>
      <p:bldP spid="11" grpId="0"/>
      <p:bldP spid="2" grpId="0"/>
      <p:bldP spid="3" grpId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187529" y="531629"/>
                <a:ext cx="8518525" cy="87439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𝑇ℎ𝑚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 </m:t>
                    </m:r>
                    <m:sSub>
                      <m:sSubPr>
                        <m:ctrlPr>
                          <a:rPr lang="en-US" altLang="zh-CN" sz="3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极点</a:t>
                </a:r>
                <a14:m>
                  <m:oMath xmlns:m="http://schemas.openxmlformats.org/officeDocument/2006/math">
                    <m:groupChr>
                      <m:groupChrPr>
                        <m:chr m:val="⇔"/>
                        <m:pos m:val="top"/>
                        <m:ctrlPr>
                          <a:rPr lang="zh-CN" altLang="en-US" sz="3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groupChrPr>
                      <m:e/>
                    </m:groupChr>
                    <m:limLow>
                      <m:limLowPr>
                        <m:ctrlPr>
                          <a:rPr lang="en-US" altLang="zh-CN" sz="3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lim</m:t>
                        </m:r>
                      </m:e>
                      <m:lim>
                        <m:r>
                          <a:rPr lang="en-US" altLang="zh-CN" sz="3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groupChr>
                          <m:groupChrPr>
                            <m:chr m:val="→"/>
                            <m:pos m:val="top"/>
                            <m:ctrlPr>
                              <a:rPr lang="en-US" altLang="zh-CN" sz="3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groupChrPr>
                          <m:e/>
                        </m:groupChr>
                        <m:sSub>
                          <m:sSubPr>
                            <m:ctrlPr>
                              <a:rPr lang="en-US" altLang="zh-CN" sz="3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</m:lim>
                    </m:limLow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endParaRPr lang="zh-CN" altLang="en-US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29" y="531629"/>
                <a:ext cx="8518525" cy="874395"/>
              </a:xfrm>
              <a:prstGeom prst="rect">
                <a:avLst/>
              </a:prstGeom>
              <a:blipFill rotWithShape="1">
                <a:blip r:embed="rId1"/>
                <a:stretch>
                  <a:fillRect l="-2" t="-20785" r="2" b="-209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221943" y="1212215"/>
                <a:ext cx="7059295" cy="88836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ea typeface="楷体" panose="02010609060101010101" pitchFamily="49" charset="-122"/>
                  </a:rPr>
                  <a:t>进一步，若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m</m:t>
                    </m:r>
                    <m:r>
                      <a:rPr lang="zh-CN" altLang="en-US" sz="3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级</m:t>
                    </m:r>
                    <m:r>
                      <a:rPr lang="zh-CN" altLang="en-US" sz="3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极点</m:t>
                    </m:r>
                  </m:oMath>
                </a14:m>
                <a:endParaRPr lang="zh-CN" altLang="en-US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943" y="1212215"/>
                <a:ext cx="7059295" cy="888365"/>
              </a:xfrm>
              <a:prstGeom prst="rect">
                <a:avLst/>
              </a:prstGeom>
              <a:blipFill rotWithShape="1">
                <a:blip r:embed="rId2"/>
                <a:stretch>
                  <a:fillRect l="-5" r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标题 1"/>
              <p:cNvSpPr txBox="1"/>
              <p:nvPr/>
            </p:nvSpPr>
            <p:spPr>
              <a:xfrm>
                <a:off x="732602" y="3550396"/>
                <a:ext cx="8994775" cy="107696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solidFill>
                      <a:schemeClr val="tx1"/>
                    </a:solidFill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⇔"/>
                        <m:pos m:val="top"/>
                        <m:ctrlPr>
                          <a:rPr lang="zh-CN" altLang="en-US" sz="3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groupChrPr>
                      <m:e/>
                    </m:groupChr>
                    <m:r>
                      <a:rPr lang="en-US" altLang="zh-CN" sz="3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ℎ</m:t>
                        </m:r>
                        <m:r>
                          <a:rPr lang="en-US" altLang="zh-CN" sz="3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30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  <m:r>
                                  <a:rPr lang="en-US" altLang="zh-CN" sz="30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30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0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CN" sz="30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3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𝑚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ℎ</m:t>
                    </m:r>
                    <m:r>
                      <a:rPr lang="en-US" altLang="zh-CN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解析且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ℎ</m:t>
                    </m:r>
                    <m:r>
                      <a:rPr lang="en-US" altLang="zh-CN" sz="3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sz="3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lang="en-US" altLang="zh-CN" sz="3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  <m:r>
                      <a:rPr lang="en-US" altLang="zh-CN" sz="3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zh-CN" altLang="en-US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602" y="3550396"/>
                <a:ext cx="8994775" cy="1076960"/>
              </a:xfrm>
              <a:prstGeom prst="rect">
                <a:avLst/>
              </a:prstGeom>
              <a:blipFill rotWithShape="1">
                <a:blip r:embed="rId3"/>
                <a:stretch>
                  <a:fillRect l="-5" t="-10" r="5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标题 1"/>
              <p:cNvSpPr txBox="1"/>
              <p:nvPr/>
            </p:nvSpPr>
            <p:spPr>
              <a:xfrm>
                <a:off x="728652" y="1691057"/>
                <a:ext cx="7078980" cy="113157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solidFill>
                      <a:schemeClr val="tx1"/>
                    </a:solidFill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⇔"/>
                        <m:pos m:val="top"/>
                        <m:ctrlPr>
                          <a:rPr lang="zh-CN" altLang="en-US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groupChrPr>
                      <m:e/>
                    </m:groupCh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  <m: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3000" i="1" dirty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000" i="1" dirty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CN" sz="3000" i="1" dirty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𝑚</m:t>
                            </m:r>
                          </m:sup>
                        </m:sSup>
                      </m:den>
                    </m:f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f>
                      <m:f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𝑚</m:t>
                            </m:r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  <m: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3000" i="1" dirty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000" i="1" dirty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CN" sz="3000" i="1" dirty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𝑚</m:t>
                            </m:r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endParaRPr lang="zh-CN" altLang="en-US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652" y="1691057"/>
                <a:ext cx="7078980" cy="1131570"/>
              </a:xfrm>
              <a:prstGeom prst="rect">
                <a:avLst/>
              </a:prstGeom>
              <a:blipFill rotWithShape="1">
                <a:blip r:embed="rId4"/>
                <a:stretch>
                  <a:fillRect l="-4" t="-5" r="4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10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孤立奇点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2009731" y="2565452"/>
                <a:ext cx="7078980" cy="113157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  <m: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3000" i="1" dirty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000" i="1" dirty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CN" sz="3000" i="1" dirty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𝑚</m:t>
                            </m:r>
                          </m:sup>
                        </m:sSup>
                      </m:den>
                    </m:f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[</m:t>
                    </m:r>
                    <m:sSub>
                      <m:sSub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𝑚</m:t>
                        </m:r>
                      </m:sub>
                    </m:sSub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𝑚</m:t>
                        </m:r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sSub>
                      <m:sSub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9731" y="2565452"/>
                <a:ext cx="7078980" cy="1131570"/>
              </a:xfrm>
              <a:prstGeom prst="rect">
                <a:avLst/>
              </a:prstGeom>
              <a:blipFill rotWithShape="1">
                <a:blip r:embed="rId5"/>
                <a:stretch>
                  <a:fillRect l="-8" t="-5" r="8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/>
          <p:cNvSpPr/>
          <p:nvPr/>
        </p:nvSpPr>
        <p:spPr>
          <a:xfrm>
            <a:off x="3751590" y="2957306"/>
            <a:ext cx="4684487" cy="5823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5549221" y="2454299"/>
            <a:ext cx="3494650" cy="503007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ea typeface="楷体" panose="02010609060101010101" pitchFamily="49" charset="-122"/>
              </a:rPr>
              <a:t>幂级数，收敛于解析函数</a:t>
            </a:r>
            <a:endParaRPr lang="zh-CN" altLang="en-US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/>
      <p:bldP spid="7" grpId="0"/>
      <p:bldP spid="4" grpId="0"/>
      <p:bldP spid="12" grpId="0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122036" y="592249"/>
                <a:ext cx="3760122" cy="88904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𝐸𝑔</m:t>
                      </m:r>
                      <m:r>
                        <a:rPr lang="en-US" altLang="zh-CN" sz="3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: 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</m:e>
                      </m:d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(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592249"/>
                <a:ext cx="3760122" cy="889045"/>
              </a:xfrm>
              <a:prstGeom prst="rect">
                <a:avLst/>
              </a:prstGeom>
              <a:blipFill rotWithShape="1">
                <a:blip r:embed="rId1"/>
                <a:stretch>
                  <a:fillRect l="-3" t="-29404" r="11" b="-293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7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孤立奇点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标题 1"/>
              <p:cNvSpPr txBox="1"/>
              <p:nvPr/>
            </p:nvSpPr>
            <p:spPr>
              <a:xfrm>
                <a:off x="748008" y="1754276"/>
                <a:ext cx="4394263" cy="789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𝑧</m:t>
                      </m:r>
                      <m:r>
                        <a:rPr lang="en-US" altLang="zh-CN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1</m:t>
                      </m:r>
                      <m:r>
                        <a:rPr lang="zh-CN" altLang="en-US" sz="3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：</m:t>
                      </m:r>
                      <m:r>
                        <a:rPr lang="en-US" altLang="zh-CN" sz="3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</m:e>
                      </m:d>
                      <m:r>
                        <a:rPr lang="en-US" altLang="zh-CN" sz="3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  <m:r>
                            <a:rPr lang="en-US" altLang="zh-CN" sz="30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/</m:t>
                          </m:r>
                          <m:sSup>
                            <m:sSupPr>
                              <m:ctrlPr>
                                <a:rPr lang="en-US" altLang="zh-CN" sz="300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30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 </m:t>
                          </m:r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(</m:t>
                          </m:r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08" y="1754276"/>
                <a:ext cx="4394263" cy="789940"/>
              </a:xfrm>
              <a:prstGeom prst="rect">
                <a:avLst/>
              </a:prstGeom>
              <a:blipFill rotWithShape="1">
                <a:blip r:embed="rId2"/>
                <a:stretch>
                  <a:fillRect l="-14" t="-43701" r="1" b="-437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标题 1"/>
              <p:cNvSpPr txBox="1"/>
              <p:nvPr/>
            </p:nvSpPr>
            <p:spPr>
              <a:xfrm>
                <a:off x="1014705" y="2738488"/>
                <a:ext cx="6303427" cy="789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是单极点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705" y="2738488"/>
                <a:ext cx="6303427" cy="789940"/>
              </a:xfrm>
              <a:prstGeom prst="rect">
                <a:avLst/>
              </a:prstGeom>
              <a:blipFill rotWithShape="1">
                <a:blip r:embed="rId3"/>
                <a:stretch>
                  <a:fillRect l="-10" t="-47" r="6" b="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/>
        </p:nvSpPr>
        <p:spPr>
          <a:xfrm>
            <a:off x="3716594" y="1700981"/>
            <a:ext cx="899651" cy="5604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5009059" y="1620239"/>
                <a:ext cx="3205793" cy="54491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ℎ</m:t>
                    </m:r>
                    <m:d>
                      <m:dPr>
                        <m:ctrlP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sz="28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sz="28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处解析且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ℎ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e>
                    </m:d>
                    <m:r>
                      <a:rPr lang="en-US" altLang="zh-CN" sz="28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zh-CN" altLang="en-US" sz="28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9059" y="1620239"/>
                <a:ext cx="3205793" cy="544912"/>
              </a:xfrm>
              <a:prstGeom prst="rect">
                <a:avLst/>
              </a:prstGeom>
              <a:blipFill rotWithShape="1">
                <a:blip r:embed="rId4"/>
                <a:stretch>
                  <a:fillRect l="-6" t="-28266" r="15" b="-283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787337" y="3845988"/>
                <a:ext cx="4394263" cy="789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𝑧</m:t>
                      </m:r>
                      <m:r>
                        <a:rPr lang="en-US" altLang="zh-CN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0</m:t>
                      </m:r>
                      <m:r>
                        <a:rPr lang="zh-CN" altLang="en-US" sz="3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：</m:t>
                      </m:r>
                      <m:r>
                        <a:rPr lang="en-US" altLang="zh-CN" sz="3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</m:e>
                      </m:d>
                      <m:r>
                        <a:rPr lang="en-US" altLang="zh-CN" sz="3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  <m:r>
                            <a:rPr lang="en-US" altLang="zh-CN" sz="30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/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(</m:t>
                          </m:r>
                          <m:r>
                            <a:rPr lang="en-US" altLang="zh-CN" sz="30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337" y="3845988"/>
                <a:ext cx="4394263" cy="789940"/>
              </a:xfrm>
              <a:prstGeom prst="rect">
                <a:avLst/>
              </a:prstGeom>
              <a:blipFill rotWithShape="1">
                <a:blip r:embed="rId5"/>
                <a:stretch>
                  <a:fillRect l="-13" t="-32530" b="-325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标题 1"/>
              <p:cNvSpPr txBox="1"/>
              <p:nvPr/>
            </p:nvSpPr>
            <p:spPr>
              <a:xfrm>
                <a:off x="1054034" y="4830200"/>
                <a:ext cx="6303427" cy="789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2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级极点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034" y="4830200"/>
                <a:ext cx="6303427" cy="789940"/>
              </a:xfrm>
              <a:prstGeom prst="rect">
                <a:avLst/>
              </a:prstGeom>
              <a:blipFill rotWithShape="1">
                <a:blip r:embed="rId6"/>
                <a:stretch>
                  <a:fillRect l="-9" t="-49" r="6"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矩形 19"/>
          <p:cNvSpPr/>
          <p:nvPr/>
        </p:nvSpPr>
        <p:spPr>
          <a:xfrm>
            <a:off x="3401961" y="3821546"/>
            <a:ext cx="1646427" cy="5604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标题 1"/>
              <p:cNvSpPr txBox="1"/>
              <p:nvPr/>
            </p:nvSpPr>
            <p:spPr>
              <a:xfrm>
                <a:off x="5048388" y="3711951"/>
                <a:ext cx="3205793" cy="54491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ℎ</m:t>
                    </m:r>
                    <m:d>
                      <m:dPr>
                        <m:ctrlP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sz="28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r>
                  <a:rPr lang="zh-CN" altLang="en-US" sz="28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处解析且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ℎ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e>
                    </m:d>
                    <m:r>
                      <a:rPr lang="en-US" altLang="zh-CN" sz="28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zh-CN" altLang="en-US" sz="28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8388" y="3711951"/>
                <a:ext cx="3205793" cy="544912"/>
              </a:xfrm>
              <a:prstGeom prst="rect">
                <a:avLst/>
              </a:prstGeom>
              <a:blipFill rotWithShape="1">
                <a:blip r:embed="rId7"/>
                <a:stretch>
                  <a:fillRect l="-4" t="-28270" r="14" b="-283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18" grpId="0"/>
      <p:bldP spid="11" grpId="0" animBg="1"/>
      <p:bldP spid="12" grpId="0"/>
      <p:bldP spid="15" grpId="0"/>
      <p:bldP spid="19" grpId="0"/>
      <p:bldP spid="20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122036" y="531629"/>
                <a:ext cx="8625840" cy="82979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判断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奇点类型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531629"/>
                <a:ext cx="8625840" cy="829790"/>
              </a:xfrm>
              <a:prstGeom prst="rect">
                <a:avLst/>
              </a:prstGeom>
              <a:blipFill rotWithShape="1">
                <a:blip r:embed="rId1"/>
                <a:stretch>
                  <a:fillRect l="-1" t="-18765" r="1" b="-188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孤立奇点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231435" y="1460777"/>
                <a:ext cx="4822346" cy="597208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: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=±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是孤立奇点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435" y="1460777"/>
                <a:ext cx="4822346" cy="597208"/>
              </a:xfrm>
              <a:prstGeom prst="rect">
                <a:avLst/>
              </a:prstGeom>
              <a:blipFill rotWithShape="1">
                <a:blip r:embed="rId2"/>
                <a:stretch>
                  <a:fillRect l="-6" t="-7383" r="9" b="-74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740861" y="2156994"/>
                <a:ext cx="3364107" cy="82979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)/(</m:t>
                        </m:r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861" y="2156994"/>
                <a:ext cx="3364107" cy="829790"/>
              </a:xfrm>
              <a:prstGeom prst="rect">
                <a:avLst/>
              </a:prstGeom>
              <a:blipFill rotWithShape="1">
                <a:blip r:embed="rId3"/>
                <a:stretch>
                  <a:fillRect l="-13" t="-18813" r="10" b="-187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4297074" y="2316184"/>
                <a:ext cx="2870642" cy="597208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4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级极点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074" y="2316184"/>
                <a:ext cx="2870642" cy="597208"/>
              </a:xfrm>
              <a:prstGeom prst="rect">
                <a:avLst/>
              </a:prstGeom>
              <a:blipFill rotWithShape="1">
                <a:blip r:embed="rId4"/>
                <a:stretch>
                  <a:fillRect l="-1" t="-7393" r="16" b="-74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740860" y="3184465"/>
                <a:ext cx="4137357" cy="82979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)/</m:t>
                        </m:r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4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860" y="3184465"/>
                <a:ext cx="4137357" cy="829790"/>
              </a:xfrm>
              <a:prstGeom prst="rect">
                <a:avLst/>
              </a:prstGeom>
              <a:blipFill rotWithShape="1">
                <a:blip r:embed="rId5"/>
                <a:stretch>
                  <a:fillRect l="-11" t="-18818" r="4" b="-187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5014829" y="3350445"/>
                <a:ext cx="2870642" cy="597208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是单极点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4829" y="3350445"/>
                <a:ext cx="2870642" cy="597208"/>
              </a:xfrm>
              <a:prstGeom prst="rect">
                <a:avLst/>
              </a:prstGeom>
              <a:blipFill rotWithShape="1">
                <a:blip r:embed="rId6"/>
                <a:stretch>
                  <a:fillRect l="-8" t="-7368" r="1" b="-74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740860" y="4039872"/>
                <a:ext cx="4137357" cy="82979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)/</m:t>
                        </m:r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4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860" y="4039872"/>
                <a:ext cx="4137357" cy="829790"/>
              </a:xfrm>
              <a:prstGeom prst="rect">
                <a:avLst/>
              </a:prstGeom>
              <a:blipFill rotWithShape="1">
                <a:blip r:embed="rId7"/>
                <a:stretch>
                  <a:fillRect l="-11" t="-18749" r="4" b="-188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4955835" y="4205851"/>
                <a:ext cx="2870642" cy="597208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=−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是单极点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5835" y="4205851"/>
                <a:ext cx="2870642" cy="597208"/>
              </a:xfrm>
              <a:prstGeom prst="rect">
                <a:avLst/>
              </a:prstGeom>
              <a:blipFill rotWithShape="1">
                <a:blip r:embed="rId8"/>
                <a:stretch>
                  <a:fillRect l="-10" t="-7378" r="4" b="-74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122036" y="306976"/>
                <a:ext cx="8625840" cy="12401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判断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sup>
                        </m:sSup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奇点类型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306976"/>
                <a:ext cx="8625840" cy="1240155"/>
              </a:xfrm>
              <a:prstGeom prst="rect">
                <a:avLst/>
              </a:prstGeom>
              <a:blipFill rotWithShape="1">
                <a:blip r:embed="rId1"/>
                <a:stretch>
                  <a:fillRect l="-1" t="-22" r="1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7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孤立奇点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122036" y="1374665"/>
                <a:ext cx="5900222" cy="794237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解：由表达式可知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:r>
                  <a:rPr lang="en-US" altLang="zh-CN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2</a:t>
                </a:r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级极点</a:t>
                </a:r>
                <a:endParaRPr lang="en-US" altLang="zh-CN" sz="3000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1374665"/>
                <a:ext cx="5900222" cy="794237"/>
              </a:xfrm>
              <a:prstGeom prst="rect">
                <a:avLst/>
              </a:prstGeom>
              <a:blipFill rotWithShape="1">
                <a:blip r:embed="rId2"/>
                <a:stretch>
                  <a:fillRect l="-2" t="-66" r="9" b="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标题 1"/>
          <p:cNvSpPr txBox="1"/>
          <p:nvPr/>
        </p:nvSpPr>
        <p:spPr>
          <a:xfrm>
            <a:off x="171197" y="2053091"/>
            <a:ext cx="526893" cy="794237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错</a:t>
            </a:r>
            <a:endParaRPr lang="en-US" altLang="zh-CN" sz="3000" b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698089" y="2053090"/>
                <a:ext cx="8106697" cy="794237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ℎ</m:t>
                        </m:r>
                        <m:d>
                          <m:dPr>
                            <m:ctrlP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sup>
                    </m:sSup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虽然解析但不满足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ℎ</m:t>
                    </m:r>
                    <m:d>
                      <m:d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e>
                    </m:d>
                    <m:r>
                      <a:rPr lang="en-US" altLang="zh-CN" sz="3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zh-CN" sz="3000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089" y="2053090"/>
                <a:ext cx="8106697" cy="794237"/>
              </a:xfrm>
              <a:prstGeom prst="rect">
                <a:avLst/>
              </a:prstGeom>
              <a:blipFill rotWithShape="1">
                <a:blip r:embed="rId3"/>
                <a:stretch>
                  <a:fillRect l="-3" t="-17" r="6" b="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171197" y="2819844"/>
                <a:ext cx="4071422" cy="794237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正解：在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&lt;+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endParaRPr lang="en-US" altLang="zh-CN" sz="3000" b="0" i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197" y="2819844"/>
                <a:ext cx="4071422" cy="794237"/>
              </a:xfrm>
              <a:prstGeom prst="rect">
                <a:avLst/>
              </a:prstGeom>
              <a:blipFill rotWithShape="1">
                <a:blip r:embed="rId4"/>
                <a:stretch>
                  <a:fillRect l="-9" t="-56" r="5" b="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1392075" y="3313835"/>
                <a:ext cx="6304560" cy="1120513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sup>
                        </m:sSup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!</m:t>
                            </m:r>
                          </m:den>
                        </m:f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075" y="3313835"/>
                <a:ext cx="6304560" cy="1120513"/>
              </a:xfrm>
              <a:prstGeom prst="rect">
                <a:avLst/>
              </a:prstGeom>
              <a:blipFill rotWithShape="1">
                <a:blip r:embed="rId5"/>
                <a:stretch>
                  <a:fillRect l="-2" t="-10634" r="7" b="-106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2080333" y="4265023"/>
                <a:ext cx="3096351" cy="1120513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3000" i="1" dirty="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3000" b="0" i="1" dirty="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000" b="0" i="1" dirty="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</m:den>
                      </m:f>
                      <m:r>
                        <a:rPr lang="en-US" altLang="zh-CN" sz="3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</m:t>
                          </m:r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!</m:t>
                          </m:r>
                        </m:den>
                      </m:f>
                      <m:r>
                        <a:rPr lang="en-US" altLang="zh-CN" sz="3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3</m:t>
                          </m:r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!</m:t>
                          </m:r>
                        </m:den>
                      </m:f>
                      <m:r>
                        <a:rPr lang="en-US" altLang="zh-CN" sz="3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0333" y="4265023"/>
                <a:ext cx="3096351" cy="1120513"/>
              </a:xfrm>
              <a:prstGeom prst="rect">
                <a:avLst/>
              </a:prstGeom>
              <a:blipFill rotWithShape="1">
                <a:blip r:embed="rId6"/>
                <a:stretch>
                  <a:fillRect l="-2" t="-7003" r="5" b="-69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标题 1"/>
              <p:cNvSpPr txBox="1"/>
              <p:nvPr/>
            </p:nvSpPr>
            <p:spPr>
              <a:xfrm>
                <a:off x="1292508" y="5469476"/>
                <a:ext cx="5900222" cy="794237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单</a:t>
                </a:r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极点</a:t>
                </a:r>
                <a:endParaRPr lang="en-US" altLang="zh-CN" sz="3000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2508" y="5469476"/>
                <a:ext cx="5900222" cy="794237"/>
              </a:xfrm>
              <a:prstGeom prst="rect">
                <a:avLst/>
              </a:prstGeom>
              <a:blipFill rotWithShape="1">
                <a:blip r:embed="rId7"/>
                <a:stretch>
                  <a:fillRect l="-5" t="-28" r="1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122036" y="566073"/>
                <a:ext cx="8826500" cy="137858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fontAlgn="auto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𝑇ℎ𝑚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定义在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内的函数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num>
                      <m:den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𝑞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den>
                    </m:f>
                    <m:r>
                      <a:rPr lang="zh-CN" altLang="en-US" sz="3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，</m:t>
                    </m:r>
                    <m:r>
                      <a:rPr lang="en-US" altLang="zh-CN" sz="3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</m:t>
                    </m:r>
                    <m:r>
                      <a:rPr lang="en-US" altLang="zh-CN" sz="3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3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𝑞</m:t>
                    </m:r>
                    <m:r>
                      <a:rPr lang="en-US" altLang="zh-CN" sz="3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均为</a:t>
                </a:r>
                <a14:m>
                  <m:oMath xmlns:m="http://schemas.openxmlformats.org/officeDocument/2006/math">
                    <m:r>
                      <a:rPr lang="en-US" altLang="zh-CN" sz="3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内的解析函数，且</a:t>
                </a:r>
                <a14:m>
                  <m:oMath xmlns:m="http://schemas.openxmlformats.org/officeDocument/2006/math">
                    <m:r>
                      <a:rPr lang="en-US" altLang="zh-CN" sz="3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𝑞</m:t>
                    </m:r>
                    <m:r>
                      <a:rPr lang="en-US" altLang="zh-CN" sz="3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  <m:r>
                      <a:rPr lang="en-US" altLang="zh-CN" sz="3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≢</m:t>
                    </m:r>
                    <m:r>
                      <a:rPr lang="en-US" altLang="zh-CN" sz="3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，则：</a:t>
                </a:r>
                <a:endParaRPr lang="zh-CN" altLang="en-US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566073"/>
                <a:ext cx="8826500" cy="1378585"/>
              </a:xfrm>
              <a:prstGeom prst="rect">
                <a:avLst/>
              </a:prstGeom>
              <a:blipFill rotWithShape="1">
                <a:blip r:embed="rId1"/>
                <a:stretch>
                  <a:fillRect l="-1" t="-21" r="1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67945" y="1863879"/>
                <a:ext cx="9008110" cy="121602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(1)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lang="en-US" altLang="zh-CN" sz="3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𝑞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重零点</a:t>
                </a:r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</m:t>
                    </m:r>
                    <m:r>
                      <a:rPr lang="en-US" altLang="zh-CN" sz="3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sz="3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lang="en-US" altLang="zh-CN" sz="3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  <m:r>
                      <a:rPr lang="en-US" altLang="zh-CN" sz="3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3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3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级极点</a:t>
                </a:r>
                <a:endParaRPr lang="zh-CN" altLang="en-US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45" y="1863879"/>
                <a:ext cx="9008110" cy="1216025"/>
              </a:xfrm>
              <a:prstGeom prst="rect">
                <a:avLst/>
              </a:prstGeom>
              <a:blipFill rotWithShape="1">
                <a:blip r:embed="rId2"/>
                <a:stretch>
                  <a:fillRect t="-13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标题 1"/>
              <p:cNvSpPr txBox="1"/>
              <p:nvPr/>
            </p:nvSpPr>
            <p:spPr>
              <a:xfrm>
                <a:off x="0" y="3116163"/>
                <a:ext cx="9058275" cy="172928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(2)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lang="en-US" altLang="zh-CN" sz="3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分别是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𝑞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𝑚</m:t>
                    </m:r>
                    <m:r>
                      <m:rPr>
                        <m:nor/>
                      </m:rPr>
                      <a:rPr lang="zh-CN" altLang="en-US" sz="3000" dirty="0">
                        <a:solidFill>
                          <a:srgbClr val="FF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m:t>重零点</m:t>
                    </m:r>
                    <m:r>
                      <a:rPr lang="zh-CN" altLang="en-US" sz="3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和</m:t>
                    </m:r>
                    <m:r>
                      <a:rPr lang="en-US" altLang="zh-CN" sz="3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重零点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则当</a:t>
                </a:r>
                <a14:m>
                  <m:oMath xmlns:m="http://schemas.openxmlformats.org/officeDocument/2006/math">
                    <m:r>
                      <a:rPr lang="en-US" altLang="zh-CN" sz="3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𝑚</m:t>
                    </m:r>
                    <m:r>
                      <a:rPr lang="en-US" altLang="zh-CN" sz="3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3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  <m:r>
                      <a:rPr lang="zh-CN" altLang="en-US" sz="3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时</m:t>
                    </m:r>
                    <m:r>
                      <a:rPr lang="zh-CN" altLang="en-US" sz="3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，</m:t>
                    </m:r>
                    <m:sSub>
                      <m:sSub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的可去</a:t>
                </a:r>
                <a14:m>
                  <m:oMath xmlns:m="http://schemas.openxmlformats.org/officeDocument/2006/math">
                    <m:r>
                      <a:rPr lang="zh-CN" altLang="en-US" sz="3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奇点</m:t>
                    </m:r>
                    <m:r>
                      <a:rPr lang="zh-CN" altLang="en-US" sz="3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；</m:t>
                    </m:r>
                    <m:r>
                      <m:rPr>
                        <m:nor/>
                      </m:rPr>
                      <a:rPr lang="zh-CN" altLang="en-US" sz="30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m:t>当</m:t>
                    </m:r>
                    <m:r>
                      <a:rPr lang="en-US" altLang="zh-CN" sz="3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𝑚</m:t>
                    </m:r>
                    <m:r>
                      <a:rPr lang="en-US" altLang="zh-CN" sz="3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3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  <m:r>
                      <a:rPr lang="zh-CN" altLang="en-US" sz="3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时，</m:t>
                    </m:r>
                    <m:sSub>
                      <m:sSub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30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m:t>为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m:rPr>
                        <m:nor/>
                      </m:rPr>
                      <a:rPr lang="zh-CN" altLang="en-US" sz="30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m:t>的</m:t>
                    </m:r>
                    <m:r>
                      <a:rPr lang="en-US" altLang="zh-CN" sz="3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𝑚</m:t>
                    </m:r>
                  </m:oMath>
                </a14:m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级极点</a:t>
                </a:r>
                <a:endParaRPr lang="zh-CN" altLang="en-US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116163"/>
                <a:ext cx="9058275" cy="1729286"/>
              </a:xfrm>
              <a:prstGeom prst="rect">
                <a:avLst/>
              </a:prstGeom>
              <a:blipFill rotWithShape="1">
                <a:blip r:embed="rId3"/>
                <a:stretch>
                  <a:fillRect t="-343" b="-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9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孤立奇点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67945" y="4904760"/>
                <a:ext cx="3358597" cy="67843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𝑝𝑓</m:t>
                      </m:r>
                      <m:r>
                        <a:rPr lang="en-US" altLang="zh-CN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:</m:t>
                      </m:r>
                      <m:r>
                        <a:rPr lang="en-US" altLang="zh-CN" sz="3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𝑞</m:t>
                      </m:r>
                      <m:r>
                        <a:rPr lang="en-US" altLang="zh-CN" sz="3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sz="3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𝑧</m:t>
                      </m:r>
                      <m:r>
                        <a:rPr lang="en-US" altLang="zh-CN" sz="300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)</m:t>
                      </m:r>
                      <m:r>
                        <m:rPr>
                          <m:nor/>
                        </m:rPr>
                        <a:rPr lang="zh-CN" altLang="en-US" sz="3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m:t>的</m:t>
                      </m:r>
                      <m:r>
                        <a:rPr lang="en-US" altLang="zh-CN" sz="3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𝑛</m:t>
                      </m:r>
                      <m:r>
                        <m:rPr>
                          <m:nor/>
                        </m:rPr>
                        <a:rPr lang="zh-CN" altLang="en-US" sz="3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m:t>重零点</m:t>
                      </m:r>
                    </m:oMath>
                  </m:oMathPara>
                </a14:m>
                <a:endParaRPr lang="zh-CN" altLang="en-US" sz="3000" i="1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45" y="4904760"/>
                <a:ext cx="3358597" cy="678434"/>
              </a:xfrm>
              <a:prstGeom prst="rect">
                <a:avLst/>
              </a:prstGeom>
              <a:blipFill rotWithShape="1">
                <a:blip r:embed="rId4"/>
                <a:stretch>
                  <a:fillRect t="-3" r="2" b="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3081531" y="4893082"/>
                <a:ext cx="4415565" cy="67843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altLang="zh-CN" sz="3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𝑞</m:t>
                      </m:r>
                      <m:r>
                        <a:rPr lang="en-US" altLang="zh-CN" sz="3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sz="3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𝑧</m:t>
                      </m:r>
                      <m:r>
                        <a:rPr lang="en-US" altLang="zh-CN" sz="300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)</m:t>
                      </m:r>
                      <m:r>
                        <a:rPr lang="en-US" altLang="zh-CN" sz="3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3000" i="1" dirty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000" i="1" dirty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3000" i="1" dirty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3000" b="0" i="1" dirty="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𝑛</m:t>
                          </m:r>
                        </m:sup>
                      </m:sSup>
                      <m:r>
                        <a:rPr lang="zh-CN" altLang="en-US" sz="300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𝜑</m:t>
                      </m:r>
                      <m:r>
                        <a:rPr lang="en-US" altLang="zh-CN" sz="3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sz="3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𝑧</m:t>
                      </m:r>
                      <m:r>
                        <a:rPr lang="en-US" altLang="zh-CN" sz="3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),</m:t>
                      </m:r>
                    </m:oMath>
                  </m:oMathPara>
                </a14:m>
                <a:endParaRPr lang="zh-CN" altLang="en-US" sz="3000" i="1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1531" y="4893082"/>
                <a:ext cx="4415565" cy="678434"/>
              </a:xfrm>
              <a:prstGeom prst="rect">
                <a:avLst/>
              </a:prstGeom>
              <a:blipFill rotWithShape="1">
                <a:blip r:embed="rId5"/>
                <a:stretch>
                  <a:fillRect l="-12" t="-60" r="6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618550" y="5629167"/>
                <a:ext cx="4533553" cy="67843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𝑞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3000" i="1" dirty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000" i="1" dirty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CN" sz="3000" i="1" dirty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  <m:r>
                          <a:rPr lang="zh-CN" altLang="en-US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𝜑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den>
                    </m:f>
                  </m:oMath>
                </a14:m>
                <a:r>
                  <a:rPr lang="zh-CN" altLang="en-US" sz="3000" i="1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i="1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550" y="5629167"/>
                <a:ext cx="4533553" cy="678434"/>
              </a:xfrm>
              <a:prstGeom prst="rect">
                <a:avLst/>
              </a:prstGeom>
              <a:blipFill rotWithShape="1">
                <a:blip r:embed="rId6"/>
                <a:stretch>
                  <a:fillRect l="-1" t="-13369" r="8" b="-133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5052458" y="5602749"/>
                <a:ext cx="2518382" cy="67843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3000" i="1" dirty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000" i="1" dirty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CN" sz="3000" i="1" dirty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zh-CN" altLang="en-US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zh-CN" altLang="en-US" sz="3000" i="1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i="1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458" y="5602749"/>
                <a:ext cx="2518382" cy="678434"/>
              </a:xfrm>
              <a:prstGeom prst="rect">
                <a:avLst/>
              </a:prstGeom>
              <a:blipFill rotWithShape="1">
                <a:blip r:embed="rId7"/>
                <a:stretch>
                  <a:fillRect l="-16" t="-13312" r="15" b="-134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/>
          <p:cNvSpPr/>
          <p:nvPr/>
        </p:nvSpPr>
        <p:spPr>
          <a:xfrm>
            <a:off x="6715432" y="5583194"/>
            <a:ext cx="860323" cy="8259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标题 1"/>
              <p:cNvSpPr txBox="1"/>
              <p:nvPr/>
            </p:nvSpPr>
            <p:spPr>
              <a:xfrm>
                <a:off x="5717460" y="4367867"/>
                <a:ext cx="3231076" cy="67843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4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解析且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/</m:t>
                    </m:r>
                    <m:r>
                      <a:rPr lang="zh-CN" alt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𝜑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zh-CN" altLang="en-US" sz="24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7460" y="4367867"/>
                <a:ext cx="3231076" cy="678434"/>
              </a:xfrm>
              <a:prstGeom prst="rect">
                <a:avLst/>
              </a:prstGeom>
              <a:blipFill rotWithShape="1">
                <a:blip r:embed="rId8"/>
                <a:stretch>
                  <a:fillRect l="-17" t="-50" r="4" b="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标题 1"/>
              <p:cNvSpPr txBox="1"/>
              <p:nvPr/>
            </p:nvSpPr>
            <p:spPr>
              <a:xfrm>
                <a:off x="641116" y="6409104"/>
                <a:ext cx="3574906" cy="43435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3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3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级极点</a:t>
                </a:r>
                <a:endParaRPr lang="zh-CN" altLang="en-US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116" y="6409104"/>
                <a:ext cx="3574906" cy="434352"/>
              </a:xfrm>
              <a:prstGeom prst="rect">
                <a:avLst/>
              </a:prstGeom>
              <a:blipFill rotWithShape="1">
                <a:blip r:embed="rId9"/>
                <a:stretch>
                  <a:fillRect l="-11" t="-13023" r="7" b="-132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/>
      <p:bldP spid="4" grpId="0"/>
      <p:bldP spid="11" grpId="0"/>
      <p:bldP spid="12" grpId="0"/>
      <p:bldP spid="13" grpId="0"/>
      <p:bldP spid="14" grpId="0"/>
      <p:bldP spid="16" grpId="0"/>
      <p:bldP spid="1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标题 1"/>
              <p:cNvSpPr txBox="1"/>
              <p:nvPr/>
            </p:nvSpPr>
            <p:spPr>
              <a:xfrm>
                <a:off x="153012" y="640790"/>
                <a:ext cx="8782685" cy="360807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(3)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考虑到零点和极点关系，有：若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𝑞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3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级极点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zh-CN" altLang="en-US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在</m:t>
                    </m:r>
                    <m:sSub>
                      <m:sSub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解析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的可去奇点；若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𝑚</m:t>
                    </m:r>
                  </m:oMath>
                </a14:m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级极点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𝑞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3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级极点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，则当</a:t>
                </a:r>
                <a14:m>
                  <m:oMath xmlns:m="http://schemas.openxmlformats.org/officeDocument/2006/math">
                    <m:r>
                      <a:rPr lang="en-US" altLang="zh-CN" sz="3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𝑚</m:t>
                    </m:r>
                    <m:r>
                      <a:rPr lang="en-US" altLang="zh-CN" sz="3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altLang="zh-CN" sz="3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  <m:r>
                      <a:rPr lang="zh-CN" altLang="en-US" sz="3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时，</m:t>
                    </m:r>
                    <m:sSub>
                      <m:sSub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3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𝑚</m:t>
                    </m:r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级极点</a:t>
                </a:r>
                <a14:m>
                  <m:oMath xmlns:m="http://schemas.openxmlformats.org/officeDocument/2006/math">
                    <m:r>
                      <a:rPr lang="zh-CN" altLang="en-US" sz="3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；</m:t>
                    </m:r>
                    <m:r>
                      <m:rPr>
                        <m:nor/>
                      </m:rPr>
                      <a:rPr lang="zh-CN" altLang="en-US" sz="30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m:t>当</m:t>
                    </m:r>
                    <m:r>
                      <a:rPr lang="en-US" altLang="zh-CN" sz="3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𝑚</m:t>
                    </m:r>
                    <m:r>
                      <a:rPr lang="en-US" altLang="zh-CN" sz="3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3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  <m:r>
                      <a:rPr lang="zh-CN" altLang="en-US" sz="3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时，</m:t>
                    </m:r>
                    <m:sSub>
                      <m:sSub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30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m:t>为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m:rPr>
                        <m:nor/>
                      </m:rPr>
                      <a:rPr lang="zh-CN" altLang="en-US" sz="30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m:t>的</m:t>
                    </m:r>
                    <m:r>
                      <a:rPr lang="zh-CN" altLang="en-US" sz="3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可去</m:t>
                    </m:r>
                  </m:oMath>
                </a14:m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奇点</a:t>
                </a:r>
                <a:endParaRPr lang="zh-CN" altLang="en-US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012" y="640790"/>
                <a:ext cx="8782685" cy="3608070"/>
              </a:xfrm>
              <a:prstGeom prst="rect">
                <a:avLst/>
              </a:prstGeom>
              <a:blipFill rotWithShape="1">
                <a:blip r:embed="rId1"/>
                <a:stretch>
                  <a:fillRect l="-7" t="-2" r="7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孤立奇点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122036" y="306976"/>
                <a:ext cx="8625840" cy="12401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判断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sup>
                        </m:sSup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奇点类型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306976"/>
                <a:ext cx="8625840" cy="1240155"/>
              </a:xfrm>
              <a:prstGeom prst="rect">
                <a:avLst/>
              </a:prstGeom>
              <a:blipFill rotWithShape="1">
                <a:blip r:embed="rId1"/>
                <a:stretch>
                  <a:fillRect l="-1" t="-22" r="1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7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孤立奇点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122036" y="1374665"/>
                <a:ext cx="4449964" cy="794237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p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r>
                      <a:rPr lang="zh-CN" altLang="en-US" sz="30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的</m:t>
                    </m:r>
                  </m:oMath>
                </a14:m>
                <a:r>
                  <a:rPr lang="en-US" altLang="zh-CN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2</a:t>
                </a:r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重零点</a:t>
                </a:r>
                <a:endParaRPr lang="en-US" altLang="zh-CN" sz="3000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1374665"/>
                <a:ext cx="4449964" cy="794237"/>
              </a:xfrm>
              <a:prstGeom prst="rect">
                <a:avLst/>
              </a:prstGeom>
              <a:blipFill rotWithShape="1">
                <a:blip r:embed="rId2"/>
                <a:stretch>
                  <a:fillRect l="-3" t="-66" b="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1803352" y="2018678"/>
                <a:ext cx="4449964" cy="794237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sup>
                    </m:sSup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  <m:r>
                      <a:rPr lang="zh-CN" altLang="en-US" sz="30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的</m:t>
                    </m:r>
                    <m:r>
                      <a:rPr lang="zh-CN" altLang="en-US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单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零点</a:t>
                </a:r>
                <a:endParaRPr lang="en-US" altLang="zh-CN" sz="3000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3352" y="2018678"/>
                <a:ext cx="4449964" cy="794237"/>
              </a:xfrm>
              <a:prstGeom prst="rect">
                <a:avLst/>
              </a:prstGeom>
              <a:blipFill rotWithShape="1">
                <a:blip r:embed="rId3"/>
                <a:stretch>
                  <a:fillRect l="-13" t="-2" r="11" b="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756216" y="2798004"/>
                <a:ext cx="6244352" cy="794237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由定理：</a:t>
                </a:r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r>
                      <a:rPr lang="zh-CN" altLang="en-US" sz="30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的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2</m:t>
                    </m:r>
                  </m:oMath>
                </a14:m>
                <a:r>
                  <a:rPr lang="en-US" altLang="zh-CN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-1</a:t>
                </a:r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级极点</a:t>
                </a:r>
                <a:endParaRPr lang="en-US" altLang="zh-CN" sz="3000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216" y="2798004"/>
                <a:ext cx="6244352" cy="794237"/>
              </a:xfrm>
              <a:prstGeom prst="rect">
                <a:avLst/>
              </a:prstGeom>
              <a:blipFill rotWithShape="1">
                <a:blip r:embed="rId4"/>
                <a:stretch>
                  <a:fillRect l="-9" t="-24" r="5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1"/>
          <p:cNvSpPr txBox="1"/>
          <p:nvPr/>
        </p:nvSpPr>
        <p:spPr>
          <a:xfrm>
            <a:off x="2196642" y="3515759"/>
            <a:ext cx="6244352" cy="794237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b="0" dirty="0">
                <a:latin typeface="楷体" panose="02010609060101010101" pitchFamily="49" charset="-122"/>
                <a:ea typeface="楷体" panose="02010609060101010101" pitchFamily="49" charset="-122"/>
              </a:rPr>
              <a:t>即单极点</a:t>
            </a:r>
            <a:endParaRPr lang="en-US" altLang="zh-CN" sz="3000" b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2" grpId="0"/>
      <p:bldP spid="3" grpId="0"/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122036" y="306976"/>
                <a:ext cx="7821930" cy="117284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e>
                        </m:d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𝑠𝑖𝑛𝑧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sup>
                            </m:sSup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的奇点类型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306976"/>
                <a:ext cx="7821930" cy="1172845"/>
              </a:xfrm>
              <a:prstGeom prst="rect">
                <a:avLst/>
              </a:prstGeom>
              <a:blipFill rotWithShape="1">
                <a:blip r:embed="rId1"/>
                <a:stretch>
                  <a:fillRect l="-1" t="-23" r="1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7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孤立奇点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171197" y="1389710"/>
                <a:ext cx="4956326" cy="71317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解</a:t>
                </a:r>
                <a:r>
                  <a:rPr lang="en-US" altLang="zh-CN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:</a:t>
                </a:r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奇点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sup>
                    </m:sSup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处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197" y="1389710"/>
                <a:ext cx="4956326" cy="713172"/>
              </a:xfrm>
              <a:prstGeom prst="rect">
                <a:avLst/>
              </a:prstGeom>
              <a:blipFill rotWithShape="1">
                <a:blip r:embed="rId2"/>
                <a:stretch>
                  <a:fillRect l="-8" t="-46" r="11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4944758" y="1347888"/>
                <a:ext cx="3456905" cy="71317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𝑘</m:t>
                    </m:r>
                    <m:r>
                      <a:rPr lang="zh-CN" altLang="en-US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𝜋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</m:t>
                    </m:r>
                  </m:oMath>
                </a14:m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4758" y="1347888"/>
                <a:ext cx="3456905" cy="713172"/>
              </a:xfrm>
              <a:prstGeom prst="rect">
                <a:avLst/>
              </a:prstGeom>
              <a:blipFill rotWithShape="1">
                <a:blip r:embed="rId3"/>
                <a:stretch>
                  <a:fillRect t="-59" r="18" b="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677561" y="2061060"/>
                <a:ext cx="1253611" cy="71317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𝑧</m:t>
                      </m:r>
                      <m:r>
                        <a:rPr lang="en-US" altLang="zh-CN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0</m:t>
                      </m:r>
                    </m:oMath>
                  </m:oMathPara>
                </a14:m>
                <a:endParaRPr lang="zh-CN" altLang="en-US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561" y="2061060"/>
                <a:ext cx="1253611" cy="713172"/>
              </a:xfrm>
              <a:prstGeom prst="rect">
                <a:avLst/>
              </a:prstGeom>
              <a:blipFill rotWithShape="1">
                <a:blip r:embed="rId4"/>
                <a:stretch>
                  <a:fillRect l="-1" t="-68" r="11" b="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2255901" y="2786623"/>
                <a:ext cx="2267452" cy="71317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</m:t>
                        </m:r>
                      </m:sup>
                    </m:sSup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en-US" altLang="zh-CN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3</a:t>
                </a:r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重零点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901" y="2786623"/>
                <a:ext cx="2267452" cy="713172"/>
              </a:xfrm>
              <a:prstGeom prst="rect">
                <a:avLst/>
              </a:prstGeom>
              <a:blipFill rotWithShape="1">
                <a:blip r:embed="rId5"/>
                <a:stretch>
                  <a:fillRect l="-17" t="-34" r="11" b="-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2286886" y="2005402"/>
                <a:ext cx="2959208" cy="71317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sup>
                    </m:sSup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单</a:t>
                </a:r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零点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886" y="2005402"/>
                <a:ext cx="2959208" cy="713172"/>
              </a:xfrm>
              <a:prstGeom prst="rect">
                <a:avLst/>
              </a:prstGeom>
              <a:blipFill rotWithShape="1">
                <a:blip r:embed="rId6"/>
                <a:stretch>
                  <a:fillRect l="-8" t="-10" r="12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4878217" y="2005402"/>
                <a:ext cx="4324777" cy="71317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p>
                      <m:sSup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sup>
                        </m:s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en-US" altLang="zh-CN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1+1</a:t>
                </a:r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级零点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217" y="2005402"/>
                <a:ext cx="4324777" cy="713172"/>
              </a:xfrm>
              <a:prstGeom prst="rect">
                <a:avLst/>
              </a:prstGeom>
              <a:blipFill rotWithShape="1">
                <a:blip r:embed="rId7"/>
                <a:stretch>
                  <a:fillRect l="-3" t="-10" r="13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2315808" y="3489361"/>
                <a:ext cx="2267452" cy="71317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非零点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5808" y="3489361"/>
                <a:ext cx="2267452" cy="713172"/>
              </a:xfrm>
              <a:prstGeom prst="rect">
                <a:avLst/>
              </a:prstGeom>
              <a:blipFill rotWithShape="1">
                <a:blip r:embed="rId8"/>
                <a:stretch>
                  <a:fillRect l="-26" t="-5" r="21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标题 1"/>
              <p:cNvSpPr txBox="1"/>
              <p:nvPr/>
            </p:nvSpPr>
            <p:spPr>
              <a:xfrm>
                <a:off x="4643167" y="3467494"/>
                <a:ext cx="2267452" cy="71317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𝑠𝑖𝑛</m:t>
                    </m:r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单零点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3167" y="3467494"/>
                <a:ext cx="2267452" cy="713172"/>
              </a:xfrm>
              <a:prstGeom prst="rect">
                <a:avLst/>
              </a:prstGeom>
              <a:blipFill rotWithShape="1">
                <a:blip r:embed="rId9"/>
                <a:stretch>
                  <a:fillRect l="-2" t="-55" r="24" b="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标题 1"/>
              <p:cNvSpPr txBox="1"/>
              <p:nvPr/>
            </p:nvSpPr>
            <p:spPr>
              <a:xfrm>
                <a:off x="2358530" y="3995307"/>
                <a:ext cx="5411774" cy="102872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</m:t>
                        </m:r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den>
                    </m:f>
                    <m:r>
                      <a:rPr lang="en-US" altLang="zh-CN" sz="3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即</a:t>
                </a:r>
                <a:r>
                  <a:rPr lang="en-US" altLang="zh-CN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5-1</a:t>
                </a:r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级极点 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8530" y="3995307"/>
                <a:ext cx="5411774" cy="1028720"/>
              </a:xfrm>
              <a:prstGeom prst="rect">
                <a:avLst/>
              </a:prstGeom>
              <a:blipFill rotWithShape="1">
                <a:blip r:embed="rId10"/>
                <a:stretch>
                  <a:fillRect l="-3" t="-51" r="8" b="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标题 1"/>
              <p:cNvSpPr txBox="1"/>
              <p:nvPr/>
            </p:nvSpPr>
            <p:spPr>
              <a:xfrm>
                <a:off x="639370" y="5211882"/>
                <a:ext cx="1661105" cy="71317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𝑧</m:t>
                      </m:r>
                      <m:r>
                        <a:rPr lang="en-US" altLang="zh-CN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2</m:t>
                      </m:r>
                      <m:r>
                        <a:rPr lang="en-US" altLang="zh-CN" sz="3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𝑘</m:t>
                      </m:r>
                      <m:r>
                        <a:rPr lang="zh-CN" altLang="en-US" sz="3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𝜋</m:t>
                      </m:r>
                      <m:r>
                        <a:rPr lang="en-US" altLang="zh-CN" sz="3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𝑖</m:t>
                      </m:r>
                    </m:oMath>
                  </m:oMathPara>
                </a14:m>
                <a:endParaRPr lang="zh-CN" altLang="en-US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370" y="5211882"/>
                <a:ext cx="1661105" cy="713172"/>
              </a:xfrm>
              <a:prstGeom prst="rect">
                <a:avLst/>
              </a:prstGeom>
              <a:blipFill rotWithShape="1">
                <a:blip r:embed="rId11"/>
                <a:stretch>
                  <a:fillRect l="-34" t="-61" r="30" b="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标题 1"/>
              <p:cNvSpPr txBox="1"/>
              <p:nvPr/>
            </p:nvSpPr>
            <p:spPr>
              <a:xfrm>
                <a:off x="2358530" y="4983754"/>
                <a:ext cx="5411774" cy="102872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den>
                    </m:f>
                    <m:r>
                      <a:rPr lang="en-US" altLang="zh-CN" sz="3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即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2</a:t>
                </a:r>
                <a:r>
                  <a:rPr lang="en-US" altLang="zh-CN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-0</a:t>
                </a:r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级极点 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8530" y="4983754"/>
                <a:ext cx="5411774" cy="1028720"/>
              </a:xfrm>
              <a:prstGeom prst="rect">
                <a:avLst/>
              </a:prstGeom>
              <a:blipFill rotWithShape="1">
                <a:blip r:embed="rId12"/>
                <a:stretch>
                  <a:fillRect l="-3" t="-27" r="8" b="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17145" y="540385"/>
                <a:ext cx="9126855" cy="88900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𝑇ℎ𝑚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 </m:t>
                    </m:r>
                    <m:sSub>
                      <m:sSubPr>
                        <m:ctrlPr>
                          <a:rPr lang="en-US" altLang="zh-CN" sz="3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本性</a:t>
                </a:r>
                <a14:m>
                  <m:oMath xmlns:m="http://schemas.openxmlformats.org/officeDocument/2006/math">
                    <m:r>
                      <a:rPr lang="zh-CN" altLang="en-US" sz="3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奇点</m:t>
                    </m:r>
                    <m:groupChr>
                      <m:groupChrPr>
                        <m:chr m:val="⇔"/>
                        <m:pos m:val="top"/>
                        <m:ctrlPr>
                          <a:rPr lang="zh-CN" altLang="en-US" sz="3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groupChrPr>
                      <m:e/>
                    </m:groupChr>
                    <m:limLow>
                      <m:limLowPr>
                        <m:ctrlPr>
                          <a:rPr lang="en-US" altLang="zh-CN" sz="3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lim</m:t>
                        </m:r>
                      </m:e>
                      <m:lim>
                        <m:r>
                          <a:rPr lang="en-US" altLang="zh-CN" sz="3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groupChr>
                          <m:groupChrPr>
                            <m:chr m:val="→"/>
                            <m:pos m:val="top"/>
                            <m:ctrlPr>
                              <a:rPr lang="en-US" altLang="zh-CN" sz="3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groupChrPr>
                          <m:e/>
                        </m:groupChr>
                        <m:sSub>
                          <m:sSubPr>
                            <m:ctrlPr>
                              <a:rPr lang="en-US" altLang="zh-CN" sz="3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</m:lim>
                    </m:limLow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不存在也不为</a:t>
                </a:r>
                <a14:m>
                  <m:oMath xmlns:m="http://schemas.openxmlformats.org/officeDocument/2006/math">
                    <m:r>
                      <a:rPr lang="zh-CN" altLang="en-US" sz="3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∞</m:t>
                    </m:r>
                  </m:oMath>
                </a14:m>
                <a:endParaRPr lang="zh-CN" altLang="en-US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5" y="540385"/>
                <a:ext cx="9126855" cy="889000"/>
              </a:xfrm>
              <a:prstGeom prst="rect">
                <a:avLst/>
              </a:prstGeom>
              <a:blipFill rotWithShape="1">
                <a:blip r:embed="rId1"/>
                <a:stretch>
                  <a:fillRect t="-22500" b="-226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标题 1"/>
              <p:cNvSpPr txBox="1"/>
              <p:nvPr/>
            </p:nvSpPr>
            <p:spPr>
              <a:xfrm>
                <a:off x="1832016" y="1295625"/>
                <a:ext cx="7461885" cy="88900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groupChr>
                      <m:groupChrPr>
                        <m:chr m:val="⇔"/>
                        <m:pos m:val="top"/>
                        <m:ctrlPr>
                          <a:rPr lang="zh-CN" altLang="en-US" sz="3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groupChrPr>
                      <m:e/>
                    </m:groupCh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𝐿𝑎𝑢𝑟𝑒𝑛𝑡</m:t>
                    </m:r>
                    <m:r>
                      <a:rPr lang="zh-CN" altLang="en-US" sz="3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级数</m:t>
                    </m:r>
                  </m:oMath>
                </a14:m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有无穷多项负幂次项</a:t>
                </a:r>
                <a:endParaRPr lang="zh-CN" altLang="en-US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2016" y="1295625"/>
                <a:ext cx="7461885" cy="889000"/>
              </a:xfrm>
              <a:prstGeom prst="rect">
                <a:avLst/>
              </a:prstGeom>
              <a:blipFill rotWithShape="1">
                <a:blip r:embed="rId2"/>
                <a:stretch>
                  <a:fillRect l="-1" t="-1740" r="1" b="-17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标题 1"/>
          <p:cNvSpPr txBox="1"/>
          <p:nvPr/>
        </p:nvSpPr>
        <p:spPr>
          <a:xfrm>
            <a:off x="219710" y="2235200"/>
            <a:ext cx="7519035" cy="51879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练习：求下列函数孤立奇点的类型：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1403350" y="2953385"/>
                <a:ext cx="1770380" cy="129540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350" y="2953385"/>
                <a:ext cx="1770380" cy="12954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5135306" y="3119920"/>
                <a:ext cx="3631565" cy="102108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3.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5306" y="3119920"/>
                <a:ext cx="3631565" cy="1021080"/>
              </a:xfrm>
              <a:prstGeom prst="rect">
                <a:avLst/>
              </a:prstGeom>
              <a:blipFill rotWithShape="1">
                <a:blip r:embed="rId4"/>
                <a:stretch>
                  <a:fillRect l="-2" t="-16" r="2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3242391" y="3037370"/>
                <a:ext cx="1770380" cy="110363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2.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𝑐𝑜𝑠𝑧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𝑠𝑖𝑛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2391" y="3037370"/>
                <a:ext cx="1770380" cy="1103630"/>
              </a:xfrm>
              <a:prstGeom prst="rect">
                <a:avLst/>
              </a:prstGeom>
              <a:blipFill rotWithShape="1">
                <a:blip r:embed="rId5"/>
                <a:stretch>
                  <a:fillRect l="-5" t="-15" r="5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15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孤立奇点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16" name="直接连接符 15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8" grpId="0"/>
      <p:bldP spid="9" grpId="0"/>
      <p:bldP spid="10" grpId="0"/>
      <p:bldP spid="1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122036" y="434073"/>
                <a:ext cx="1770380" cy="111357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434073"/>
                <a:ext cx="1770380" cy="1113571"/>
              </a:xfrm>
              <a:prstGeom prst="rect">
                <a:avLst/>
              </a:prstGeom>
              <a:blipFill rotWithShape="1">
                <a:blip r:embed="rId1"/>
                <a:stretch>
                  <a:fillRect l="-7" t="-33" r="7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孤立奇点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1838337" y="900000"/>
                <a:ext cx="2497687" cy="45532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𝑧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0</m:t>
                      </m:r>
                      <m:r>
                        <a:rPr lang="zh-CN" altLang="en-US" sz="3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不解析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37" y="900000"/>
                <a:ext cx="2497687" cy="455326"/>
              </a:xfrm>
              <a:prstGeom prst="rect">
                <a:avLst/>
              </a:prstGeom>
              <a:blipFill rotWithShape="1">
                <a:blip r:embed="rId2"/>
                <a:stretch>
                  <a:fillRect t="-26961" r="10" b="-2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1838336" y="1547644"/>
                <a:ext cx="3039881" cy="45532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0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(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2</m:t>
                              </m:r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sup>
                          </m:sSup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)</m:t>
                          </m:r>
                        </m:e>
                        <m:sub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=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0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36" y="1547644"/>
                <a:ext cx="3039881" cy="455326"/>
              </a:xfrm>
              <a:prstGeom prst="rect">
                <a:avLst/>
              </a:prstGeom>
              <a:blipFill rotWithShape="1">
                <a:blip r:embed="rId3"/>
                <a:stretch>
                  <a:fillRect t="-23183" r="5" b="-23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5143401" y="1547644"/>
                <a:ext cx="3039881" cy="45532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0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(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2</m:t>
                              </m:r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sup>
                          </m:sSup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)′</m:t>
                          </m:r>
                        </m:e>
                        <m:sub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=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en-US" altLang="zh-CN" sz="3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≠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0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401" y="1547644"/>
                <a:ext cx="3039881" cy="455326"/>
              </a:xfrm>
              <a:prstGeom prst="rect">
                <a:avLst/>
              </a:prstGeom>
              <a:blipFill rotWithShape="1">
                <a:blip r:embed="rId4"/>
                <a:stretch>
                  <a:fillRect l="-18" t="-23183" r="1" b="-23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2112010" y="1999819"/>
                <a:ext cx="1770380" cy="111357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30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zh-CN" altLang="en-US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单零点</m:t>
                          </m:r>
                        </m:num>
                        <m:den>
                          <m:r>
                            <a:rPr lang="en-US" altLang="zh-CN" sz="30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4</m:t>
                          </m:r>
                          <m:r>
                            <a:rPr lang="zh-CN" altLang="en-US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重</m:t>
                          </m:r>
                          <m:r>
                            <a:rPr lang="zh-CN" altLang="en-US" sz="30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零点</m:t>
                          </m:r>
                        </m:den>
                      </m:f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2010" y="1999819"/>
                <a:ext cx="1770380" cy="1113571"/>
              </a:xfrm>
              <a:prstGeom prst="rect">
                <a:avLst/>
              </a:prstGeom>
              <a:blipFill rotWithShape="1">
                <a:blip r:embed="rId5"/>
                <a:stretch>
                  <a:fillRect t="-14959" b="-149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4114504" y="2433831"/>
                <a:ext cx="3525161" cy="61323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3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级极点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504" y="2433831"/>
                <a:ext cx="3525161" cy="613231"/>
              </a:xfrm>
              <a:prstGeom prst="rect">
                <a:avLst/>
              </a:prstGeom>
              <a:blipFill rotWithShape="1">
                <a:blip r:embed="rId6"/>
                <a:stretch>
                  <a:fillRect l="-10" t="-5986" r="17" b="-58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217012" y="3296248"/>
                <a:ext cx="1770380" cy="110363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2.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𝑐𝑜𝑠𝑧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𝑠𝑖𝑛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012" y="3296248"/>
                <a:ext cx="1770380" cy="1103630"/>
              </a:xfrm>
              <a:prstGeom prst="rect">
                <a:avLst/>
              </a:prstGeom>
              <a:blipFill rotWithShape="1">
                <a:blip r:embed="rId7"/>
                <a:stretch>
                  <a:fillRect l="-27" t="-54" r="27" b="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1748356" y="3744611"/>
                <a:ext cx="4160831" cy="45532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𝑧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0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𝑧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𝑘</m:t>
                      </m:r>
                      <m:r>
                        <a:rPr lang="zh-CN" altLang="en-US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𝜋</m:t>
                      </m:r>
                      <m:r>
                        <a:rPr lang="zh-CN" altLang="en-US" sz="3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不解析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8356" y="3744611"/>
                <a:ext cx="4160831" cy="455326"/>
              </a:xfrm>
              <a:prstGeom prst="rect">
                <a:avLst/>
              </a:prstGeom>
              <a:blipFill rotWithShape="1">
                <a:blip r:embed="rId8"/>
                <a:stretch>
                  <a:fillRect l="-5" t="-26919" r="12" b="-271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2087420" y="4150066"/>
                <a:ext cx="5581593" cy="127727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  <m:r>
                          <a:rPr lang="zh-CN" altLang="en-US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重</m:t>
                        </m:r>
                        <m:r>
                          <a:rPr lang="zh-CN" altLang="en-US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零点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</m:t>
                        </m:r>
                        <m:r>
                          <a:rPr lang="zh-CN" altLang="en-US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重</m:t>
                        </m:r>
                        <m:r>
                          <a:rPr lang="zh-CN" altLang="en-US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零点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级极点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7420" y="4150066"/>
                <a:ext cx="5581593" cy="1277274"/>
              </a:xfrm>
              <a:prstGeom prst="rect">
                <a:avLst/>
              </a:prstGeom>
              <a:blipFill rotWithShape="1">
                <a:blip r:embed="rId9"/>
                <a:stretch>
                  <a:fillRect l="-3" t="-27" r="2"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标题 1"/>
              <p:cNvSpPr txBox="1"/>
              <p:nvPr/>
            </p:nvSpPr>
            <p:spPr>
              <a:xfrm>
                <a:off x="2112010" y="5194158"/>
                <a:ext cx="5581593" cy="127727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𝑘</m:t>
                    </m:r>
                    <m:r>
                      <a:rPr lang="zh-CN" altLang="en-US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𝜋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  <m:r>
                          <a:rPr lang="zh-CN" altLang="en-US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重</m:t>
                        </m:r>
                        <m:r>
                          <a:rPr lang="zh-CN" altLang="en-US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零点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</m:t>
                        </m:r>
                        <m:r>
                          <a:rPr lang="zh-CN" altLang="en-US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重</m:t>
                        </m:r>
                        <m:r>
                          <a:rPr lang="zh-CN" altLang="en-US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零点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级极点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2010" y="5194158"/>
                <a:ext cx="5581593" cy="1277274"/>
              </a:xfrm>
              <a:prstGeom prst="rect">
                <a:avLst/>
              </a:prstGeom>
              <a:blipFill rotWithShape="1">
                <a:blip r:embed="rId10"/>
                <a:stretch>
                  <a:fillRect t="-39" r="10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/>
      <p:bldP spid="5" grpId="0"/>
      <p:bldP spid="8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孤立奇点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181999" y="422542"/>
                <a:ext cx="2713601" cy="102108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3.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999" y="422542"/>
                <a:ext cx="2713601" cy="1021080"/>
              </a:xfrm>
              <a:prstGeom prst="rect">
                <a:avLst/>
              </a:prstGeom>
              <a:blipFill rotWithShape="1">
                <a:blip r:embed="rId1"/>
                <a:stretch>
                  <a:fillRect l="-14" t="-26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3377483" y="598968"/>
                <a:ext cx="2713601" cy="76435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𝑧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0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𝑧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2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𝑘</m:t>
                      </m:r>
                      <m:r>
                        <a:rPr lang="zh-CN" altLang="en-US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𝜋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𝑖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7483" y="598968"/>
                <a:ext cx="2713601" cy="764356"/>
              </a:xfrm>
              <a:prstGeom prst="rect">
                <a:avLst/>
              </a:prstGeom>
              <a:blipFill rotWithShape="1">
                <a:blip r:embed="rId2"/>
                <a:stretch>
                  <a:fillRect l="-20" t="-21" r="6" b="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452539" y="1569625"/>
                <a:ext cx="1086260" cy="592648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𝑧</m:t>
                      </m:r>
                      <m:r>
                        <a:rPr lang="en-US" altLang="zh-CN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0</m:t>
                      </m:r>
                    </m:oMath>
                  </m:oMathPara>
                </a14:m>
                <a:endParaRPr lang="zh-CN" altLang="en-US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539" y="1569625"/>
                <a:ext cx="1086260" cy="592648"/>
              </a:xfrm>
              <a:prstGeom prst="rect">
                <a:avLst/>
              </a:prstGeom>
              <a:blipFill rotWithShape="1">
                <a:blip r:embed="rId3"/>
                <a:stretch>
                  <a:fillRect l="-39" t="-7913" r="18" b="-78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1833869" y="1569625"/>
                <a:ext cx="7010247" cy="1135473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解析，则展开式只有正数次幂，而孤立奇点类型看负数次幂，因此丢掉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3869" y="1569625"/>
                <a:ext cx="7010247" cy="1135473"/>
              </a:xfrm>
              <a:prstGeom prst="rect">
                <a:avLst/>
              </a:prstGeom>
              <a:blipFill rotWithShape="1">
                <a:blip r:embed="rId4"/>
                <a:stretch>
                  <a:fillRect l="-9" t="-48" r="7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1830754" y="2590554"/>
                <a:ext cx="2713601" cy="122436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30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0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30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𝑧</m:t>
                                  </m:r>
                                </m:sup>
                              </m:sSup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−</m:t>
                              </m:r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1</m:t>
                              </m:r>
                            </m:e>
                          </m:d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sup>
                          </m:sSup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0754" y="2590554"/>
                <a:ext cx="2713601" cy="1224362"/>
              </a:xfrm>
              <a:prstGeom prst="rect">
                <a:avLst/>
              </a:prstGeom>
              <a:blipFill rotWithShape="1">
                <a:blip r:embed="rId5"/>
                <a:stretch>
                  <a:fillRect l="-2" t="-8900" r="11" b="-8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4028870" y="3313666"/>
                <a:ext cx="1086260" cy="592648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1</m:t>
                      </m:r>
                      <m:r>
                        <a:rPr lang="en-US" altLang="zh-CN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lang="en-US" altLang="zh-CN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1</m:t>
                      </m:r>
                    </m:oMath>
                  </m:oMathPara>
                </a14:m>
                <a:endParaRPr lang="zh-CN" altLang="en-US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8870" y="3313666"/>
                <a:ext cx="1086260" cy="592648"/>
              </a:xfrm>
              <a:prstGeom prst="rect">
                <a:avLst/>
              </a:prstGeom>
              <a:blipFill rotWithShape="1">
                <a:blip r:embed="rId6"/>
                <a:stretch>
                  <a:fillRect l="-40" t="-7861" r="19" b="-78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4191153" y="2727291"/>
                <a:ext cx="592241" cy="592648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2</m:t>
                      </m:r>
                    </m:oMath>
                  </m:oMathPara>
                </a14:m>
                <a:endParaRPr lang="zh-CN" altLang="en-US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153" y="2727291"/>
                <a:ext cx="592241" cy="592648"/>
              </a:xfrm>
              <a:prstGeom prst="rect">
                <a:avLst/>
              </a:prstGeom>
              <a:blipFill rotWithShape="1">
                <a:blip r:embed="rId7"/>
                <a:stretch>
                  <a:fillRect l="-26" t="-7923" r="97" b="-77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5078464" y="2495651"/>
                <a:ext cx="3686994" cy="76435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[</m:t>
                      </m:r>
                      <m:d>
                        <m:dPr>
                          <m:ctrlP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sup>
                          </m:sSup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e>
                      </m:d>
                      <m:r>
                        <a:rPr lang="en-US" altLang="zh-CN" sz="3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−</m:t>
                      </m:r>
                      <m:r>
                        <a:rPr lang="en-US" altLang="zh-CN" sz="3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𝑧</m:t>
                      </m:r>
                      <m:sSub>
                        <m:sSubPr>
                          <m:ctrlPr>
                            <a:rPr lang="en-US" altLang="zh-CN" sz="30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]</m:t>
                          </m:r>
                        </m:e>
                        <m:sub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=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0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8464" y="2495651"/>
                <a:ext cx="3686994" cy="764356"/>
              </a:xfrm>
              <a:prstGeom prst="rect">
                <a:avLst/>
              </a:prstGeom>
              <a:blipFill rotWithShape="1">
                <a:blip r:embed="rId8"/>
                <a:stretch>
                  <a:fillRect l="-10" t="-13" r="15" b="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5044051" y="3183359"/>
                <a:ext cx="3903406" cy="76435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[</m:t>
                      </m:r>
                      <m:d>
                        <m:dPr>
                          <m:ctrlP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sup>
                          </m:sSup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e>
                      </m:d>
                      <m:r>
                        <a:rPr lang="en-US" altLang="zh-CN" sz="3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−</m:t>
                      </m:r>
                      <m:r>
                        <a:rPr lang="en-US" altLang="zh-CN" sz="3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𝑧</m:t>
                      </m:r>
                      <m:sSub>
                        <m:sSubPr>
                          <m:ctrlPr>
                            <a:rPr lang="en-US" altLang="zh-CN" sz="30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]′</m:t>
                          </m:r>
                        </m:e>
                        <m:sub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=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0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4051" y="3183359"/>
                <a:ext cx="3903406" cy="764356"/>
              </a:xfrm>
              <a:prstGeom prst="rect">
                <a:avLst/>
              </a:prstGeom>
              <a:blipFill rotWithShape="1">
                <a:blip r:embed="rId9"/>
                <a:stretch>
                  <a:fillRect l="-6" t="-14" r="8" b="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标题 1"/>
              <p:cNvSpPr txBox="1"/>
              <p:nvPr/>
            </p:nvSpPr>
            <p:spPr>
              <a:xfrm>
                <a:off x="5115130" y="3817407"/>
                <a:ext cx="3903406" cy="76435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[</m:t>
                      </m:r>
                      <m:d>
                        <m:dPr>
                          <m:ctrlP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sup>
                          </m:sSup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e>
                      </m:d>
                      <m:r>
                        <a:rPr lang="en-US" altLang="zh-CN" sz="3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−</m:t>
                      </m:r>
                      <m:r>
                        <a:rPr lang="en-US" altLang="zh-CN" sz="3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𝑧</m:t>
                      </m:r>
                      <m:sSub>
                        <m:sSubPr>
                          <m:ctrlPr>
                            <a:rPr lang="en-US" altLang="zh-CN" sz="30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]′′</m:t>
                          </m:r>
                        </m:e>
                        <m:sub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=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en-US" altLang="zh-CN" sz="3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≠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0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5130" y="3817407"/>
                <a:ext cx="3903406" cy="764356"/>
              </a:xfrm>
              <a:prstGeom prst="rect">
                <a:avLst/>
              </a:prstGeom>
              <a:blipFill rotWithShape="1">
                <a:blip r:embed="rId10"/>
                <a:stretch>
                  <a:fillRect l="-5" t="-55" r="7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标题 1"/>
              <p:cNvSpPr txBox="1"/>
              <p:nvPr/>
            </p:nvSpPr>
            <p:spPr>
              <a:xfrm>
                <a:off x="2020682" y="3852030"/>
                <a:ext cx="2713601" cy="76435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可去奇点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0682" y="3852030"/>
                <a:ext cx="2713601" cy="764356"/>
              </a:xfrm>
              <a:prstGeom prst="rect">
                <a:avLst/>
              </a:prstGeom>
              <a:blipFill rotWithShape="1">
                <a:blip r:embed="rId11"/>
                <a:stretch>
                  <a:fillRect l="-4" t="-16" r="13" b="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标题 1"/>
              <p:cNvSpPr txBox="1"/>
              <p:nvPr/>
            </p:nvSpPr>
            <p:spPr>
              <a:xfrm>
                <a:off x="413210" y="4580740"/>
                <a:ext cx="1607472" cy="592648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𝑧</m:t>
                      </m:r>
                      <m:r>
                        <a:rPr lang="en-US" altLang="zh-CN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2</m:t>
                      </m:r>
                      <m:r>
                        <a:rPr lang="en-US" altLang="zh-CN" sz="3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𝑘</m:t>
                      </m:r>
                      <m:r>
                        <a:rPr lang="zh-CN" altLang="en-US" sz="3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𝜋</m:t>
                      </m:r>
                      <m:r>
                        <a:rPr lang="en-US" altLang="zh-CN" sz="3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𝑖</m:t>
                      </m:r>
                    </m:oMath>
                  </m:oMathPara>
                </a14:m>
                <a:endParaRPr lang="zh-CN" altLang="en-US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210" y="4580740"/>
                <a:ext cx="1607472" cy="592648"/>
              </a:xfrm>
              <a:prstGeom prst="rect">
                <a:avLst/>
              </a:prstGeom>
              <a:blipFill rotWithShape="1">
                <a:blip r:embed="rId12"/>
                <a:stretch>
                  <a:fillRect l="-29" t="-7904" r="7" b="-78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标题 1"/>
              <p:cNvSpPr txBox="1"/>
              <p:nvPr/>
            </p:nvSpPr>
            <p:spPr>
              <a:xfrm>
                <a:off x="2133753" y="4580741"/>
                <a:ext cx="4129395" cy="796808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解析，因此丢掉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753" y="4580741"/>
                <a:ext cx="4129395" cy="796808"/>
              </a:xfrm>
              <a:prstGeom prst="rect">
                <a:avLst/>
              </a:prstGeom>
              <a:blipFill rotWithShape="1">
                <a:blip r:embed="rId13"/>
                <a:stretch>
                  <a:fillRect l="-4" t="-61" r="3" b="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标题 1"/>
              <p:cNvSpPr txBox="1"/>
              <p:nvPr/>
            </p:nvSpPr>
            <p:spPr>
              <a:xfrm>
                <a:off x="2164616" y="5148477"/>
                <a:ext cx="1679797" cy="102108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−</m:t>
                      </m:r>
                      <m:f>
                        <m:fPr>
                          <m:ctrlP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sup>
                          </m:sSup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4616" y="5148477"/>
                <a:ext cx="1679797" cy="1021080"/>
              </a:xfrm>
              <a:prstGeom prst="rect">
                <a:avLst/>
              </a:prstGeom>
              <a:blipFill rotWithShape="1">
                <a:blip r:embed="rId14"/>
                <a:stretch>
                  <a:fillRect l="-32" t="-12552" r="7" b="-125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标题 1"/>
              <p:cNvSpPr txBox="1"/>
              <p:nvPr/>
            </p:nvSpPr>
            <p:spPr>
              <a:xfrm>
                <a:off x="3581679" y="5180905"/>
                <a:ext cx="592241" cy="592648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0</m:t>
                      </m:r>
                    </m:oMath>
                  </m:oMathPara>
                </a14:m>
                <a:endParaRPr lang="zh-CN" altLang="en-US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679" y="5180905"/>
                <a:ext cx="592241" cy="592648"/>
              </a:xfrm>
              <a:prstGeom prst="rect">
                <a:avLst/>
              </a:prstGeom>
              <a:blipFill rotWithShape="1">
                <a:blip r:embed="rId15"/>
                <a:stretch>
                  <a:fillRect l="-47" t="-7919" r="11" b="-77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标题 1"/>
              <p:cNvSpPr txBox="1"/>
              <p:nvPr/>
            </p:nvSpPr>
            <p:spPr>
              <a:xfrm>
                <a:off x="3581679" y="5714251"/>
                <a:ext cx="592241" cy="592648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1</m:t>
                      </m:r>
                    </m:oMath>
                  </m:oMathPara>
                </a14:m>
                <a:endParaRPr lang="zh-CN" altLang="en-US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679" y="5714251"/>
                <a:ext cx="592241" cy="592648"/>
              </a:xfrm>
              <a:prstGeom prst="rect">
                <a:avLst/>
              </a:prstGeom>
              <a:blipFill rotWithShape="1">
                <a:blip r:embed="rId16"/>
                <a:stretch>
                  <a:fillRect l="-47" t="-7910" r="11" b="-78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标题 1"/>
              <p:cNvSpPr txBox="1"/>
              <p:nvPr/>
            </p:nvSpPr>
            <p:spPr>
              <a:xfrm>
                <a:off x="4650811" y="5310474"/>
                <a:ext cx="3136337" cy="76435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𝑘</m:t>
                    </m:r>
                    <m:r>
                      <a:rPr lang="zh-CN" altLang="en-US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𝜋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单零点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0811" y="5310474"/>
                <a:ext cx="3136337" cy="764356"/>
              </a:xfrm>
              <a:prstGeom prst="rect">
                <a:avLst/>
              </a:prstGeom>
              <a:blipFill rotWithShape="1">
                <a:blip r:embed="rId17"/>
                <a:stretch>
                  <a:fillRect l="-2" t="-79" r="5" b="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  <p:bldP spid="3" grpId="0"/>
      <p:bldP spid="5" grpId="0"/>
      <p:bldP spid="8" grpId="0"/>
      <p:bldP spid="9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122036" y="647184"/>
            <a:ext cx="6983730" cy="62103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400" b="1" dirty="0">
                <a:latin typeface="楷体" panose="02010609060101010101" pitchFamily="49" charset="-122"/>
                <a:ea typeface="楷体" panose="02010609060101010101" pitchFamily="49" charset="-122"/>
              </a:rPr>
              <a:t>三、解析函数在无穷远点的奇性</a:t>
            </a:r>
            <a:endParaRPr lang="zh-CN" altLang="en-US" sz="3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122036" y="1252368"/>
            <a:ext cx="8799830" cy="135890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由于任何函数在无穷远点都没有意义，因此规定无穷远点为任何函数的奇点</a:t>
            </a:r>
            <a:endParaRPr lang="zh-CN" altLang="en-US" sz="3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202998" y="2454134"/>
                <a:ext cx="8637905" cy="152463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𝐷𝑒𝑓</m:t>
                    </m:r>
                  </m:oMath>
                </a14:m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若存在正数</a:t>
                </a:r>
                <a14:m>
                  <m:oMath xmlns:m="http://schemas.openxmlformats.org/officeDocument/2006/math">
                    <m:r>
                      <a:rPr lang="en-US" altLang="zh-CN" sz="3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𝑅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zh-CN" altLang="en-US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使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3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𝑅</m:t>
                        </m:r>
                        <m:r>
                          <a:rPr lang="en-US" altLang="zh-CN" sz="3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&lt;+∞</m:t>
                        </m:r>
                      </m:e>
                    </m:d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内解析，则称</a:t>
                </a:r>
                <a14:m>
                  <m:oMath xmlns:m="http://schemas.openxmlformats.org/officeDocument/2006/math">
                    <m:r>
                      <a:rPr lang="zh-CN" altLang="en-US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无穷远点</m:t>
                    </m:r>
                    <m:r>
                      <a:rPr lang="zh-CN" altLang="en-US" sz="30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为</m:t>
                    </m:r>
                    <m:r>
                      <a:rPr lang="en-US" altLang="zh-CN" sz="3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的孤立奇点。</a:t>
                </a:r>
                <a:endParaRPr lang="zh-CN" altLang="en-US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998" y="2454134"/>
                <a:ext cx="8637905" cy="1524635"/>
              </a:xfrm>
              <a:prstGeom prst="rect">
                <a:avLst/>
              </a:prstGeom>
              <a:blipFill rotWithShape="1">
                <a:blip r:embed="rId1"/>
                <a:stretch>
                  <a:fillRect l="-5" t="-32" r="-3553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标题 1"/>
              <p:cNvSpPr txBox="1"/>
              <p:nvPr/>
            </p:nvSpPr>
            <p:spPr>
              <a:xfrm>
                <a:off x="346457" y="3769436"/>
                <a:ext cx="8637905" cy="162687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若对任何正数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𝑅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zh-CN" altLang="en-US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使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𝑅</m:t>
                        </m:r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&lt;+∞</m:t>
                        </m:r>
                      </m:e>
                    </m:d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内总有奇点，则称</a:t>
                </a:r>
                <a14:m>
                  <m:oMath xmlns:m="http://schemas.openxmlformats.org/officeDocument/2006/math">
                    <m:r>
                      <a:rPr lang="zh-CN" altLang="en-US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无穷远点为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的非孤立奇点</a:t>
                </a:r>
                <a:endParaRPr lang="zh-CN" altLang="en-US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457" y="3769436"/>
                <a:ext cx="8637905" cy="1626870"/>
              </a:xfrm>
              <a:prstGeom prst="rect">
                <a:avLst/>
              </a:prstGeom>
              <a:blipFill rotWithShape="1">
                <a:blip r:embed="rId2"/>
                <a:stretch>
                  <a:fillRect l="-4" t="-5" r="4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10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孤立奇点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283961" y="5136937"/>
                <a:ext cx="8637905" cy="162687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f>
                      <m:fPr>
                        <m:ctrlP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sup>
                        </m:sSup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den>
                    </m:f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∵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zh-CN" altLang="en-US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是函数奇点且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zh-CN" altLang="en-US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𝜋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=∞</m:t>
                        </m:r>
                      </m:e>
                    </m:func>
                  </m:oMath>
                </a14:m>
                <a:endParaRPr lang="en-US" altLang="zh-CN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不是孤立奇点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961" y="5136937"/>
                <a:ext cx="8637905" cy="1626870"/>
              </a:xfrm>
              <a:prstGeom prst="rect">
                <a:avLst/>
              </a:prstGeom>
              <a:blipFill rotWithShape="1">
                <a:blip r:embed="rId3"/>
                <a:stretch>
                  <a:fillRect l="-1" t="-4280" r="1" b="-42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2" grpId="0"/>
      <p:bldP spid="6" grpId="0"/>
      <p:bldP spid="1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标题 1"/>
              <p:cNvSpPr txBox="1"/>
              <p:nvPr/>
            </p:nvSpPr>
            <p:spPr>
              <a:xfrm>
                <a:off x="-5080" y="541413"/>
                <a:ext cx="5513705" cy="64897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b="0" dirty="0"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=∞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的孤立奇点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080" y="541413"/>
                <a:ext cx="5513705" cy="648970"/>
              </a:xfrm>
              <a:prstGeom prst="rect">
                <a:avLst/>
              </a:prstGeom>
              <a:blipFill rotWithShape="1">
                <a:blip r:embed="rId1"/>
                <a:stretch>
                  <a:fillRect t="-2800" b="-28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1800120" y="2444543"/>
                <a:ext cx="6578600" cy="88900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zh-CN" altLang="en-US" sz="300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groupChrPr>
                      <m:e/>
                    </m:groupChr>
                    <m:r>
                      <a:rPr lang="zh-CN" altLang="en-US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𝜉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zh-CN" altLang="en-US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𝜉</m:t>
                        </m:r>
                      </m:den>
                    </m:f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的一个孤立奇点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0120" y="2444543"/>
                <a:ext cx="6578600" cy="889000"/>
              </a:xfrm>
              <a:prstGeom prst="rect">
                <a:avLst/>
              </a:prstGeom>
              <a:blipFill rotWithShape="1">
                <a:blip r:embed="rId2"/>
                <a:stretch>
                  <a:fillRect l="-8" t="-16191" r="8" b="-162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标题 1"/>
              <p:cNvSpPr txBox="1"/>
              <p:nvPr/>
            </p:nvSpPr>
            <p:spPr>
              <a:xfrm>
                <a:off x="106575" y="1014587"/>
                <a:ext cx="2187575" cy="94869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令</a:t>
                </a:r>
                <a14:m>
                  <m:oMath xmlns:m="http://schemas.openxmlformats.org/officeDocument/2006/math">
                    <m:r>
                      <a:rPr lang="zh-CN" altLang="en-US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𝜉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75" y="1014587"/>
                <a:ext cx="2187575" cy="948690"/>
              </a:xfrm>
              <a:prstGeom prst="rect">
                <a:avLst/>
              </a:prstGeom>
              <a:blipFill rotWithShape="1">
                <a:blip r:embed="rId3"/>
                <a:stretch>
                  <a:fillRect l="-24" t="-1190" r="24" b="-12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4572000" y="481723"/>
                <a:ext cx="4698365" cy="64897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𝑅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3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&lt;+</m:t>
                    </m:r>
                    <m:r>
                      <a:rPr lang="en-US" altLang="zh-CN" sz="3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内解析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481723"/>
                <a:ext cx="4698365" cy="648970"/>
              </a:xfrm>
              <a:prstGeom prst="rect">
                <a:avLst/>
              </a:prstGeom>
              <a:blipFill rotWithShape="1">
                <a:blip r:embed="rId4"/>
                <a:stretch>
                  <a:fillRect t="-2800" b="-28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1691535" y="980297"/>
                <a:ext cx="6167755" cy="101727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𝑅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3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&lt;+</m:t>
                    </m:r>
                    <m:r>
                      <a:rPr lang="en-US" altLang="zh-CN" sz="3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𝜉</m:t>
                        </m:r>
                      </m:e>
                    </m:d>
                    <m:r>
                      <a:rPr lang="en-US" altLang="zh-CN" sz="3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altLang="zh-CN" sz="3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535" y="980297"/>
                <a:ext cx="6167755" cy="1017270"/>
              </a:xfrm>
              <a:prstGeom prst="rect">
                <a:avLst/>
              </a:prstGeom>
              <a:blipFill rotWithShape="1">
                <a:blip r:embed="rId5"/>
                <a:stretch>
                  <a:fillRect l="-9" t="-48" r="9" b="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1800120" y="1736582"/>
                <a:ext cx="6880225" cy="94932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ea typeface="楷体" panose="02010609060101010101" pitchFamily="49" charset="-122"/>
                  </a:rPr>
                  <a:t>即</a:t>
                </a: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zh-CN" altLang="en-US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𝜉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𝜉</m:t>
                        </m:r>
                      </m:e>
                    </m:d>
                    <m:r>
                      <a:rPr lang="en-US" altLang="zh-CN" sz="3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altLang="zh-CN" sz="3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解析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0120" y="1736582"/>
                <a:ext cx="6880225" cy="949325"/>
              </a:xfrm>
              <a:prstGeom prst="rect">
                <a:avLst/>
              </a:prstGeom>
              <a:blipFill rotWithShape="1">
                <a:blip r:embed="rId6"/>
                <a:stretch>
                  <a:fillRect l="-8" t="-5604" r="8" b="-55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标题 1"/>
              <p:cNvSpPr txBox="1"/>
              <p:nvPr/>
            </p:nvSpPr>
            <p:spPr>
              <a:xfrm>
                <a:off x="122036" y="3485256"/>
                <a:ext cx="8883650" cy="146226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fontAlgn="auto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𝐷𝑒𝑓</m:t>
                    </m:r>
                    <m:r>
                      <a:rPr lang="en-US" altLang="zh-CN" sz="3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无穷远点为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的可去奇点</a:t>
                </a:r>
                <a:r>
                  <a:rPr lang="en-US" altLang="zh-CN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(</a:t>
                </a:r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极点</a:t>
                </a:r>
                <a:r>
                  <a:rPr lang="en-US" altLang="zh-CN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\</a:t>
                </a:r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本性奇点</a:t>
                </a:r>
                <a:r>
                  <a:rPr lang="en-US" altLang="zh-CN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)</a:t>
                </a:r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当且仅当</a:t>
                </a:r>
                <a:r>
                  <a:rPr lang="en-US" altLang="zh-CN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0</a:t>
                </a:r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𝜉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的可去奇点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(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极点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\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本性奇点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)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3485256"/>
                <a:ext cx="8883650" cy="1462269"/>
              </a:xfrm>
              <a:prstGeom prst="rect">
                <a:avLst/>
              </a:prstGeom>
              <a:blipFill rotWithShape="1">
                <a:blip r:embed="rId7"/>
                <a:stretch>
                  <a:fillRect l="-1" t="-26" r="1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组合 11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13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孤立奇点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14" name="直接连接符 13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138314" y="4752131"/>
                <a:ext cx="8785744" cy="175876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fontAlgn="auto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𝑇ℎ𝑚</m:t>
                    </m:r>
                    <m:r>
                      <a:rPr lang="en-US" altLang="zh-CN" sz="3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无穷远点为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的可去奇点</a:t>
                </a:r>
                <a:r>
                  <a:rPr lang="en-US" altLang="zh-CN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(</a:t>
                </a:r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极点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\</a:t>
                </a:r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本性奇点</a:t>
                </a:r>
                <a:r>
                  <a:rPr lang="en-US" altLang="zh-CN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)</a:t>
                </a:r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当且仅当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𝑓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</m:func>
                    <m:r>
                      <a:rPr lang="zh-CN" altLang="en-US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存在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极限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(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无穷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\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不存在也不为无穷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)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314" y="4752131"/>
                <a:ext cx="8785744" cy="1758762"/>
              </a:xfrm>
              <a:prstGeom prst="rect">
                <a:avLst/>
              </a:prstGeom>
              <a:blipFill rotWithShape="1">
                <a:blip r:embed="rId8"/>
                <a:stretch>
                  <a:fillRect l="-6" t="-24" r="5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  <p:bldP spid="6" grpId="0"/>
      <p:bldP spid="8" grpId="0"/>
      <p:bldP spid="9" grpId="0"/>
      <p:bldP spid="11" grpId="0"/>
      <p:bldP spid="7" grpId="0"/>
      <p:bldP spid="1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221021" y="546388"/>
                <a:ext cx="1908810" cy="66103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CN" altLang="en-US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𝜉</m:t>
                    </m:r>
                  </m:oMath>
                </a14:m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</m:oMath>
                </a14:m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关系：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021" y="546388"/>
                <a:ext cx="1908810" cy="661035"/>
              </a:xfrm>
              <a:prstGeom prst="rect">
                <a:avLst/>
              </a:prstGeom>
              <a:blipFill rotWithShape="1">
                <a:blip r:embed="rId1"/>
                <a:stretch>
                  <a:fillRect l="-2" t="-1869" r="-2692" b="-18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264795" y="944245"/>
                <a:ext cx="7973695" cy="113220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为可去奇点，</a:t>
                </a:r>
                <a14:m>
                  <m:oMath xmlns:m="http://schemas.openxmlformats.org/officeDocument/2006/math">
                    <m:r>
                      <a:rPr lang="zh-CN" altLang="en-US" sz="3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𝜉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也为可去奇点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795" y="944245"/>
                <a:ext cx="7973695" cy="113220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标题 1"/>
          <p:cNvSpPr txBox="1"/>
          <p:nvPr/>
        </p:nvSpPr>
        <p:spPr>
          <a:xfrm>
            <a:off x="264795" y="4566285"/>
            <a:ext cx="5315585" cy="77216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反之，亦然。因此有：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1270000" y="1880235"/>
                <a:ext cx="5008880" cy="113220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即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zh-CN" altLang="en-US" sz="3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𝜉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zh-CN" altLang="en-US" sz="3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𝜉</m:t>
                        </m:r>
                      </m:e>
                      <m:sup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000" y="1880235"/>
                <a:ext cx="5008880" cy="113220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标题 1"/>
              <p:cNvSpPr txBox="1"/>
              <p:nvPr/>
            </p:nvSpPr>
            <p:spPr>
              <a:xfrm>
                <a:off x="2052320" y="2613660"/>
                <a:ext cx="4519930" cy="151003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</m:den>
                      </m:f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2320" y="2613660"/>
                <a:ext cx="4519930" cy="151003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7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孤立奇点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标题 1"/>
              <p:cNvSpPr txBox="1"/>
              <p:nvPr/>
            </p:nvSpPr>
            <p:spPr>
              <a:xfrm>
                <a:off x="194945" y="165100"/>
                <a:ext cx="8842375" cy="180276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9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𝑇ℎ𝑚</m:t>
                    </m:r>
                  </m:oMath>
                </a14:m>
                <a:r>
                  <a:rPr lang="zh-CN" altLang="en-US" sz="29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</a:t>
                </a:r>
                <a:r>
                  <a:rPr lang="zh-CN" altLang="en-US" sz="29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设无穷远点是</a:t>
                </a:r>
                <a14:m>
                  <m:oMath xmlns:m="http://schemas.openxmlformats.org/officeDocument/2006/math">
                    <m:r>
                      <a:rPr lang="en-US" altLang="zh-CN" sz="29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29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9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sz="29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的孤立奇点，</a:t>
                </a:r>
                <a:r>
                  <a:rPr lang="en-US" altLang="zh-CN" sz="29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9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29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9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sz="29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在区域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9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𝑅</m:t>
                        </m:r>
                        <m:r>
                          <a:rPr lang="en-US" altLang="zh-CN" sz="2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CN" sz="29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9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2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&lt;+∞</m:t>
                        </m:r>
                      </m:e>
                    </m:d>
                  </m:oMath>
                </a14:m>
                <a:r>
                  <a:rPr lang="zh-CN" altLang="en-US" sz="29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29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𝐿𝑎𝑢𝑟𝑒𝑛𝑡</m:t>
                    </m:r>
                  </m:oMath>
                </a14:m>
                <a:r>
                  <a:rPr lang="zh-CN" altLang="en-US" sz="29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级数为</a:t>
                </a:r>
                <a14:m>
                  <m:oMath xmlns:m="http://schemas.openxmlformats.org/officeDocument/2006/math">
                    <m:r>
                      <a:rPr lang="en-US" altLang="zh-CN" sz="29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29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9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29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29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9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29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=−∞</m:t>
                        </m:r>
                      </m:sub>
                      <m:sup>
                        <m:r>
                          <a:rPr lang="en-US" altLang="zh-CN" sz="29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29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9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9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29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9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29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US" altLang="zh-CN" sz="29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</m:oMath>
                </a14:m>
                <a:endParaRPr lang="zh-CN" altLang="en-US" sz="29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945" y="165100"/>
                <a:ext cx="8842375" cy="180276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标题 1"/>
              <p:cNvSpPr txBox="1"/>
              <p:nvPr/>
            </p:nvSpPr>
            <p:spPr>
              <a:xfrm rot="10800000" flipV="1">
                <a:off x="243840" y="1907540"/>
                <a:ext cx="8688070" cy="12655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当展开式中</a:t>
                </a:r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不含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的正幂次项时，无穷远点称为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可去奇点</a:t>
                </a:r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  <a:endParaRPr lang="zh-CN" altLang="en-US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243840" y="1907540"/>
                <a:ext cx="8688070" cy="1265555"/>
              </a:xfrm>
              <a:prstGeom prst="rect">
                <a:avLst/>
              </a:prstGeom>
              <a:blipFill rotWithShape="1">
                <a:blip r:embed="rId2"/>
                <a:stretch>
                  <a:fillRect t="-4165" b="-42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标题 1"/>
              <p:cNvSpPr txBox="1"/>
              <p:nvPr/>
            </p:nvSpPr>
            <p:spPr>
              <a:xfrm rot="10800000" flipV="1">
                <a:off x="195580" y="3242945"/>
                <a:ext cx="8395335" cy="127127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只含</a:t>
                </a:r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有限个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的正幂次项时，为</a:t>
                </a:r>
                <a14:m>
                  <m:oMath xmlns:m="http://schemas.openxmlformats.org/officeDocument/2006/math">
                    <m:r>
                      <a:rPr lang="en-US" altLang="zh-CN" sz="3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极点</a:t>
                </a:r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，其中最高次幂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𝑚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称为无穷远点作为极点的级。</a:t>
                </a:r>
                <a:endParaRPr lang="zh-CN" altLang="en-US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195580" y="3242945"/>
                <a:ext cx="8395335" cy="1271270"/>
              </a:xfrm>
              <a:prstGeom prst="rect">
                <a:avLst/>
              </a:prstGeom>
              <a:blipFill rotWithShape="1">
                <a:blip r:embed="rId3"/>
                <a:stretch>
                  <a:fillRect t="-3896" b="-39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 rot="10800000" flipV="1">
                <a:off x="194945" y="4747260"/>
                <a:ext cx="8481695" cy="131191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包含</a:t>
                </a:r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无限个</a:t>
                </a:r>
                <a14:m>
                  <m:oMath xmlns:m="http://schemas.openxmlformats.org/officeDocument/2006/math">
                    <m:r>
                      <a:rPr lang="en-US" altLang="zh-CN" sz="3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的正幂次项时，无穷远点为</a:t>
                </a:r>
                <a14:m>
                  <m:oMath xmlns:m="http://schemas.openxmlformats.org/officeDocument/2006/math">
                    <m:r>
                      <a:rPr lang="en-US" altLang="zh-CN" sz="3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本性奇点</a:t>
                </a:r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  <a:endParaRPr lang="zh-CN" altLang="en-US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194945" y="4747260"/>
                <a:ext cx="8481695" cy="1311910"/>
              </a:xfrm>
              <a:prstGeom prst="rect">
                <a:avLst/>
              </a:prstGeom>
              <a:blipFill rotWithShape="1">
                <a:blip r:embed="rId4"/>
                <a:stretch>
                  <a:fillRect t="-2227" b="-23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10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孤立奇点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/>
      <p:bldP spid="6" grpId="0"/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 txBox="1"/>
          <p:nvPr/>
        </p:nvSpPr>
        <p:spPr>
          <a:xfrm>
            <a:off x="3501284" y="1618070"/>
            <a:ext cx="2529354" cy="661114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2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181755" y="383419"/>
                <a:ext cx="8481562" cy="94297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判断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z</m:t>
                    </m:r>
                    <m:r>
                      <a:rPr lang="en-US" altLang="zh-CN" sz="3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  <m:r>
                      <a:rPr lang="zh-CN" altLang="en-US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是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p>
                      <m:sSup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sup>
                    </m:sSup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的奇点类型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755" y="383419"/>
                <a:ext cx="8481562" cy="942976"/>
              </a:xfrm>
              <a:prstGeom prst="rect">
                <a:avLst/>
              </a:prstGeom>
              <a:blipFill rotWithShape="1">
                <a:blip r:embed="rId1"/>
                <a:stretch>
                  <a:fillRect l="-2" t="-55" b="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8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孤立奇点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230915" y="1039777"/>
                <a:ext cx="8481562" cy="94297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解：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e>
                      <m:sup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𝑜</m:t>
                        </m:r>
                      </m:sup>
                    </m:sSup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𝑡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p>
                      <m:sSup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𝑡</m:t>
                            </m:r>
                          </m:den>
                        </m:f>
                      </m:sup>
                    </m:sSup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  <m:r>
                      <a:rPr lang="en-US" altLang="zh-CN" sz="3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𝑡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!</m:t>
                        </m:r>
                      </m:den>
                    </m:f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𝑡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915" y="1039777"/>
                <a:ext cx="8481562" cy="942976"/>
              </a:xfrm>
              <a:prstGeom prst="rect">
                <a:avLst/>
              </a:prstGeom>
              <a:blipFill rotWithShape="1">
                <a:blip r:embed="rId2"/>
                <a:stretch>
                  <a:fillRect l="-5" t="-8851" r="3" b="-89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1372859" y="1827146"/>
                <a:ext cx="3255703" cy="94297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𝑡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是本性奇点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859" y="1827146"/>
                <a:ext cx="3255703" cy="942976"/>
              </a:xfrm>
              <a:prstGeom prst="rect">
                <a:avLst/>
              </a:prstGeom>
              <a:blipFill rotWithShape="1">
                <a:blip r:embed="rId3"/>
                <a:stretch>
                  <a:fillRect l="-19" t="-27" r="1" b="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4497438" y="1813877"/>
                <a:ext cx="3584632" cy="94297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</m:oMath>
                </a14:m>
                <a:r>
                  <a:rPr lang="en-US" altLang="zh-CN" sz="3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是本性奇点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7438" y="1813877"/>
                <a:ext cx="3584632" cy="942976"/>
              </a:xfrm>
              <a:prstGeom prst="rect">
                <a:avLst/>
              </a:prstGeom>
              <a:blipFill rotWithShape="1">
                <a:blip r:embed="rId4"/>
                <a:stretch>
                  <a:fillRect l="-10" t="-34" r="12" b="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992447" y="2481172"/>
                <a:ext cx="6958497" cy="94297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</m:t>
                          </m:r>
                        </m:e>
                        <m:sup>
                          <m:r>
                            <a:rPr lang="en-US" altLang="zh-CN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𝑜</m:t>
                          </m:r>
                        </m:sup>
                      </m:sSup>
                      <m:r>
                        <a:rPr lang="en-US" altLang="zh-CN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</m:e>
                      </m:d>
                      <m:r>
                        <a:rPr lang="en-US" altLang="zh-CN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</m:sup>
                      </m:sSup>
                      <m:r>
                        <a:rPr lang="en-US" altLang="zh-CN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1</m:t>
                      </m:r>
                      <m:r>
                        <a:rPr lang="en-US" altLang="zh-CN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lang="en-US" altLang="zh-CN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𝑧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!</m:t>
                          </m:r>
                        </m:den>
                      </m:f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⋯,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&lt;+∞</m:t>
                      </m:r>
                    </m:oMath>
                  </m:oMathPara>
                </a14:m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447" y="2481172"/>
                <a:ext cx="6958497" cy="942976"/>
              </a:xfrm>
              <a:prstGeom prst="rect">
                <a:avLst/>
              </a:prstGeom>
              <a:blipFill rotWithShape="1">
                <a:blip r:embed="rId5"/>
                <a:stretch>
                  <a:fillRect l="-8" t="-21842" r="2" b="-218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标题 1"/>
          <p:cNvSpPr txBox="1"/>
          <p:nvPr/>
        </p:nvSpPr>
        <p:spPr>
          <a:xfrm>
            <a:off x="1514722" y="3314272"/>
            <a:ext cx="3435049" cy="9429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有无穷多正幂次项</a:t>
            </a:r>
            <a:endParaRPr lang="zh-CN" altLang="en-US" sz="30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标题 1"/>
              <p:cNvSpPr txBox="1"/>
              <p:nvPr/>
            </p:nvSpPr>
            <p:spPr>
              <a:xfrm>
                <a:off x="4757630" y="3287017"/>
                <a:ext cx="3715587" cy="94297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m:rPr>
                        <m:nor/>
                      </m:rPr>
                      <a:rPr lang="en-US" altLang="zh-CN" sz="30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是本性奇点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7630" y="3287017"/>
                <a:ext cx="3715587" cy="942976"/>
              </a:xfrm>
              <a:prstGeom prst="rect">
                <a:avLst/>
              </a:prstGeom>
              <a:blipFill rotWithShape="1">
                <a:blip r:embed="rId6"/>
                <a:stretch>
                  <a:fillRect l="-6" t="-27" r="11" b="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标题 1"/>
              <p:cNvSpPr txBox="1"/>
              <p:nvPr/>
            </p:nvSpPr>
            <p:spPr>
              <a:xfrm>
                <a:off x="992448" y="4138337"/>
                <a:ext cx="4656184" cy="90588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3</m:t>
                          </m:r>
                        </m:e>
                        <m:sup>
                          <m:r>
                            <a:rPr lang="en-US" altLang="zh-CN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𝑜</m:t>
                          </m:r>
                        </m:sup>
                      </m:sSup>
                      <m:func>
                        <m:funcPr>
                          <m:ctrlPr>
                            <a:rPr lang="en-US" altLang="zh-CN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3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  <m:r>
                                <a:rPr lang="en-US" altLang="zh-CN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sup>
                          </m:sSup>
                        </m:e>
                      </m:func>
                      <m:r>
                        <a:rPr lang="en-US" altLang="zh-CN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func>
                        <m:funcPr>
                          <m:ctrlP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300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eqArr>
                                <m:eqArrPr>
                                  <m:ctrlPr>
                                    <a:rPr lang="en-US" altLang="zh-CN" sz="30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CN" sz="30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𝑥</m:t>
                                  </m:r>
                                  <m:r>
                                    <a:rPr lang="en-US" altLang="zh-CN" sz="3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→</m:t>
                                  </m:r>
                                  <m:r>
                                    <a:rPr lang="en-US" altLang="zh-CN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3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e>
                                <m:e>
                                  <m:r>
                                    <a:rPr lang="en-US" altLang="zh-CN" sz="3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altLang="zh-CN" sz="3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CN" sz="3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eqAr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𝑥</m:t>
                              </m:r>
                            </m:sup>
                          </m:sSup>
                        </m:e>
                      </m:func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=+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448" y="4138337"/>
                <a:ext cx="4656184" cy="905889"/>
              </a:xfrm>
              <a:prstGeom prst="rect">
                <a:avLst/>
              </a:prstGeom>
              <a:blipFill rotWithShape="1">
                <a:blip r:embed="rId7"/>
                <a:stretch>
                  <a:fillRect l="-12" t="-23697" r="7" b="-237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标题 1"/>
              <p:cNvSpPr txBox="1"/>
              <p:nvPr/>
            </p:nvSpPr>
            <p:spPr>
              <a:xfrm>
                <a:off x="1374453" y="5071481"/>
                <a:ext cx="4003791" cy="90588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3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  <m:r>
                                <a:rPr lang="en-US" altLang="zh-CN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sup>
                          </m:sSup>
                        </m:e>
                      </m:func>
                      <m:r>
                        <a:rPr lang="en-US" altLang="zh-CN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func>
                        <m:funcPr>
                          <m:ctrlP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300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eqArr>
                                <m:eqArrPr>
                                  <m:ctrlPr>
                                    <a:rPr lang="en-US" altLang="zh-CN" sz="30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CN" sz="30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𝑥</m:t>
                                  </m:r>
                                  <m:r>
                                    <a:rPr lang="en-US" altLang="zh-CN" sz="3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→</m:t>
                                  </m:r>
                                  <m:r>
                                    <a:rPr lang="en-US" altLang="zh-CN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3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e>
                                <m:e>
                                  <m:r>
                                    <a:rPr lang="en-US" altLang="zh-CN" sz="3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altLang="zh-CN" sz="3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CN" sz="3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eqAr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𝑥</m:t>
                              </m:r>
                            </m:sup>
                          </m:sSup>
                        </m:e>
                      </m:func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0</m:t>
                      </m:r>
                    </m:oMath>
                  </m:oMathPara>
                </a14:m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4453" y="5071481"/>
                <a:ext cx="4003791" cy="905889"/>
              </a:xfrm>
              <a:prstGeom prst="rect">
                <a:avLst/>
              </a:prstGeom>
              <a:blipFill rotWithShape="1">
                <a:blip r:embed="rId8"/>
                <a:stretch>
                  <a:fillRect l="-8" t="-21210" r="11" b="-211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标题 1"/>
              <p:cNvSpPr txBox="1"/>
              <p:nvPr/>
            </p:nvSpPr>
            <p:spPr>
              <a:xfrm>
                <a:off x="5893361" y="4628368"/>
                <a:ext cx="3087010" cy="90588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func>
                      <m:func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sup>
                        </m:sSup>
                      </m:e>
                    </m:func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不存在           也不为无穷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3361" y="4628368"/>
                <a:ext cx="3087010" cy="905889"/>
              </a:xfrm>
              <a:prstGeom prst="rect">
                <a:avLst/>
              </a:prstGeom>
              <a:blipFill rotWithShape="1">
                <a:blip r:embed="rId9"/>
                <a:stretch>
                  <a:fillRect l="-18" t="-37766" r="7" b="-376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标题 1"/>
              <p:cNvSpPr txBox="1"/>
              <p:nvPr/>
            </p:nvSpPr>
            <p:spPr>
              <a:xfrm>
                <a:off x="1374453" y="5858534"/>
                <a:ext cx="3715587" cy="94297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m:rPr>
                        <m:nor/>
                      </m:rPr>
                      <a:rPr lang="en-US" altLang="zh-CN" sz="30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是本性奇点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4453" y="5858534"/>
                <a:ext cx="3715587" cy="942976"/>
              </a:xfrm>
              <a:prstGeom prst="rect">
                <a:avLst/>
              </a:prstGeom>
              <a:blipFill rotWithShape="1">
                <a:blip r:embed="rId6"/>
                <a:stretch>
                  <a:fillRect l="-8" t="-3" r="14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标题 1"/>
              <p:cNvSpPr txBox="1"/>
              <p:nvPr/>
            </p:nvSpPr>
            <p:spPr>
              <a:xfrm rot="10800000" flipV="1">
                <a:off x="122035" y="640790"/>
                <a:ext cx="8481695" cy="114376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fontAlgn="auto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判断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sz="300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𝑃</m:t>
                        </m:r>
                      </m:e>
                      <m:sub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p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p>
                    </m:sSup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⋯+</m:t>
                    </m:r>
                    <m:sSub>
                      <m:sSubPr>
                        <m:ctrlPr>
                          <a:rPr lang="en-US" altLang="zh-CN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的奇点类型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122035" y="640790"/>
                <a:ext cx="8481695" cy="1143765"/>
              </a:xfrm>
              <a:prstGeom prst="rect">
                <a:avLst/>
              </a:prstGeom>
              <a:blipFill rotWithShape="1">
                <a:blip r:embed="rId1"/>
                <a:stretch>
                  <a:fillRect l="-1" t="-7" r="1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9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孤立奇点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 rot="10800000" flipV="1">
                <a:off x="166279" y="1831295"/>
                <a:ext cx="8481695" cy="74967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fontAlgn="auto">
                  <a:lnSpc>
                    <a:spcPct val="10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𝑃</m:t>
                        </m:r>
                      </m:e>
                      <m:sub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p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p>
                    </m:sSup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⋯+</m:t>
                    </m:r>
                    <m:sSub>
                      <m:sSubPr>
                        <m:ctrlPr>
                          <a:rPr lang="en-US" altLang="zh-CN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有限个正幂次项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166279" y="1831295"/>
                <a:ext cx="8481695" cy="749674"/>
              </a:xfrm>
              <a:prstGeom prst="rect">
                <a:avLst/>
              </a:prstGeom>
              <a:blipFill rotWithShape="1">
                <a:blip r:embed="rId2"/>
                <a:stretch>
                  <a:fillRect l="-6" t="-79" r="6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 rot="10800000" flipV="1">
                <a:off x="924072" y="2580970"/>
                <a:ext cx="3152108" cy="74967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fontAlgn="auto">
                  <a:lnSpc>
                    <a:spcPct val="10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且最高次数为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次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924072" y="2580970"/>
                <a:ext cx="3152108" cy="749674"/>
              </a:xfrm>
              <a:prstGeom prst="rect">
                <a:avLst/>
              </a:prstGeom>
              <a:blipFill rotWithShape="1">
                <a:blip r:embed="rId3"/>
                <a:stretch>
                  <a:fillRect l="-5" t="-44" r="4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856413" y="3137344"/>
                <a:ext cx="3715587" cy="94297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m:rPr>
                        <m:nor/>
                      </m:rPr>
                      <a:rPr lang="en-US" altLang="zh-CN" sz="30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级极点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413" y="3137344"/>
                <a:ext cx="3715587" cy="942976"/>
              </a:xfrm>
              <a:prstGeom prst="rect">
                <a:avLst/>
              </a:prstGeom>
              <a:blipFill rotWithShape="1">
                <a:blip r:embed="rId4"/>
                <a:stretch>
                  <a:fillRect l="-12" t="-47" b="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 rot="10800000" flipV="1">
                <a:off x="118536" y="3843440"/>
                <a:ext cx="6959025" cy="86718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判断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300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  <m:r>
                      <m:rPr>
                        <m:nor/>
                      </m:rPr>
                      <a:rPr lang="zh-CN" altLang="en-US" sz="30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m:t>是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的奇点类型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118536" y="3843440"/>
                <a:ext cx="6959025" cy="867181"/>
              </a:xfrm>
              <a:prstGeom prst="rect">
                <a:avLst/>
              </a:prstGeom>
              <a:blipFill rotWithShape="1">
                <a:blip r:embed="rId5"/>
                <a:stretch>
                  <a:fillRect l="-6" t="-6053" r="7" b="-59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924071" y="4518776"/>
                <a:ext cx="3715587" cy="94297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m:rPr>
                        <m:nor/>
                      </m:rPr>
                      <a:rPr lang="en-US" altLang="zh-CN" sz="30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zh-CN" altLang="en-US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单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极点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071" y="4518776"/>
                <a:ext cx="3715587" cy="942976"/>
              </a:xfrm>
              <a:prstGeom prst="rect">
                <a:avLst/>
              </a:prstGeom>
              <a:blipFill rotWithShape="1">
                <a:blip r:embed="rId6"/>
                <a:stretch>
                  <a:fillRect l="-4" t="-12" r="9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  <p:bldP spid="12" grpId="0"/>
      <p:bldP spid="13" grpId="0"/>
      <p:bldP spid="14" grpId="0"/>
      <p:bldP spid="1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 rot="10800000" flipV="1">
                <a:off x="122036" y="245839"/>
                <a:ext cx="8481695" cy="131762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求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 i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groupChr>
                              <m:groupChrPr>
                                <m:chr m:val="→"/>
                                <m:pos m:val="top"/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groupChrPr>
                              <m:e/>
                            </m:groupCh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𝑧𝑠𝑖𝑛</m:t>
                        </m:r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den>
                        </m:f>
                      </m:e>
                    </m:func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groupChr>
                              <m:groupChrPr>
                                <m:chr m:val="→"/>
                                <m:pos m:val="top"/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groupChrPr>
                              <m:e/>
                            </m:groupChr>
                            <m: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𝑠𝑖𝑛𝑧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den>
                        </m:f>
                      </m:e>
                    </m:func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122036" y="245839"/>
                <a:ext cx="8481695" cy="1317625"/>
              </a:xfrm>
              <a:prstGeom prst="rect">
                <a:avLst/>
              </a:prstGeom>
              <a:blipFill rotWithShape="1">
                <a:blip r:embed="rId1"/>
                <a:stretch>
                  <a:fillRect l="-1" t="-7" r="1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孤立奇点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 rot="10800000" flipV="1">
                <a:off x="122036" y="1173073"/>
                <a:ext cx="8481695" cy="131762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: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𝑧𝑠𝑖𝑛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!</m:t>
                        </m:r>
                      </m:den>
                    </m:f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5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!</m:t>
                        </m:r>
                      </m:den>
                    </m:f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122036" y="1173073"/>
                <a:ext cx="8481695" cy="1317625"/>
              </a:xfrm>
              <a:prstGeom prst="rect">
                <a:avLst/>
              </a:prstGeom>
              <a:blipFill rotWithShape="1">
                <a:blip r:embed="rId2"/>
                <a:stretch>
                  <a:fillRect l="-1" t="-17" r="1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 rot="10800000" flipV="1">
                <a:off x="637366" y="2323659"/>
                <a:ext cx="4661340" cy="74319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zh-CN" altLang="en-US" sz="30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m:t>是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𝑧𝑠𝑖𝑛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的本性奇点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637366" y="2323659"/>
                <a:ext cx="4661340" cy="743195"/>
              </a:xfrm>
              <a:prstGeom prst="rect">
                <a:avLst/>
              </a:prstGeom>
              <a:blipFill rotWithShape="1">
                <a:blip r:embed="rId3"/>
                <a:stretch>
                  <a:fillRect l="-10" t="-15320" r="6" b="-154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 rot="10800000" flipV="1">
                <a:off x="637367" y="3149512"/>
                <a:ext cx="5235648" cy="74319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func>
                      <m:func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groupChr>
                              <m:groupChrPr>
                                <m:chr m:val="→"/>
                                <m:pos m:val="top"/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groupChrPr>
                              <m:e/>
                            </m:groupCh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𝑧𝑠𝑖𝑛</m:t>
                        </m:r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den>
                        </m:f>
                      </m:e>
                    </m:func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不存在也不为无穷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637367" y="3149512"/>
                <a:ext cx="5235648" cy="743195"/>
              </a:xfrm>
              <a:prstGeom prst="rect">
                <a:avLst/>
              </a:prstGeom>
              <a:blipFill rotWithShape="1">
                <a:blip r:embed="rId4"/>
                <a:stretch>
                  <a:fillRect l="-9" t="-36643" r="10" b="-366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 rot="10800000" flipV="1">
                <a:off x="909345" y="4078598"/>
                <a:ext cx="4691690" cy="94584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𝑠𝑖𝑛𝑧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!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5</m:t>
                            </m:r>
                          </m:sup>
                        </m:sSup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5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!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909345" y="4078598"/>
                <a:ext cx="4691690" cy="945845"/>
              </a:xfrm>
              <a:prstGeom prst="rect">
                <a:avLst/>
              </a:prstGeom>
              <a:blipFill rotWithShape="1">
                <a:blip r:embed="rId5"/>
                <a:stretch>
                  <a:fillRect l="-1" t="-6243" r="7" b="-61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 rot="10800000" flipV="1">
                <a:off x="939695" y="5079693"/>
                <a:ext cx="5162722" cy="74319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=∞</m:t>
                    </m:r>
                    <m:r>
                      <m:rPr>
                        <m:nor/>
                      </m:rPr>
                      <a:rPr lang="zh-CN" altLang="en-US" sz="30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m:t>是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𝑠𝑖𝑛𝑧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的本性奇点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939695" y="5079693"/>
                <a:ext cx="5162722" cy="743195"/>
              </a:xfrm>
              <a:prstGeom prst="rect">
                <a:avLst/>
              </a:prstGeom>
              <a:blipFill rotWithShape="1">
                <a:blip r:embed="rId6"/>
                <a:stretch>
                  <a:fillRect l="-10" t="-14996" r="1" b="-149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 rot="10800000" flipV="1">
                <a:off x="982272" y="5890262"/>
                <a:ext cx="5235648" cy="74319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func>
                      <m:func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groupChr>
                              <m:groupChrPr>
                                <m:chr m:val="→"/>
                                <m:pos m:val="top"/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groupChrPr>
                              <m:e/>
                            </m:groupCh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𝑠𝑖𝑛𝑧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den>
                        </m:f>
                      </m:e>
                    </m:func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不存在也不为无穷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982272" y="5890262"/>
                <a:ext cx="5235648" cy="743195"/>
              </a:xfrm>
              <a:prstGeom prst="rect">
                <a:avLst/>
              </a:prstGeom>
              <a:blipFill rotWithShape="1">
                <a:blip r:embed="rId7"/>
                <a:stretch>
                  <a:fillRect l="-11" t="-36228" b="-362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 rot="10800000" flipV="1">
                <a:off x="6027487" y="3968664"/>
                <a:ext cx="2576114" cy="203462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和高数中结论不同，原因：</a:t>
                </a:r>
                <a:r>
                  <a:rPr lang="en-US" altLang="zh-CN" sz="3000" dirty="0">
                    <a:solidFill>
                      <a:srgbClr val="FF0000"/>
                    </a:solidFill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𝑠𝑖𝑛𝑧</m:t>
                    </m:r>
                  </m:oMath>
                </a14:m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不再有界</a:t>
                </a:r>
                <a:endParaRPr lang="zh-CN" altLang="en-US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6027487" y="3968664"/>
                <a:ext cx="2576114" cy="2034626"/>
              </a:xfrm>
              <a:prstGeom prst="rect">
                <a:avLst/>
              </a:prstGeom>
              <a:blipFill rotWithShape="1">
                <a:blip r:embed="rId8"/>
                <a:stretch>
                  <a:fillRect l="-3" t="-558" r="24" b="-5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/>
      <p:bldP spid="3" grpId="0"/>
      <p:bldP spid="5" grpId="0"/>
      <p:bldP spid="9" grpId="0"/>
      <p:bldP spid="10" grpId="0"/>
      <p:bldP spid="11" grpId="0"/>
      <p:bldP spid="1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标题 1"/>
              <p:cNvSpPr txBox="1"/>
              <p:nvPr/>
            </p:nvSpPr>
            <p:spPr>
              <a:xfrm>
                <a:off x="331152" y="640790"/>
                <a:ext cx="8481695" cy="131254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𝐷𝑒𝑓</m:t>
                    </m:r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r>
                      <a:rPr lang="zh-CN" altLang="en-US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若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在区域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内除去可去奇点和极点外处处解析，则称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为区域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内的</a:t>
                </a:r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亚纯函数</a:t>
                </a:r>
                <a:endParaRPr lang="zh-CN" altLang="en-US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152" y="640790"/>
                <a:ext cx="8481695" cy="1312545"/>
              </a:xfrm>
              <a:prstGeom prst="rect">
                <a:avLst/>
              </a:prstGeom>
              <a:blipFill rotWithShape="1">
                <a:blip r:embed="rId1"/>
                <a:stretch>
                  <a:fillRect l="-4" t="-2328" r="4" b="-24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标题 1"/>
              <p:cNvSpPr txBox="1"/>
              <p:nvPr/>
            </p:nvSpPr>
            <p:spPr>
              <a:xfrm rot="10800000" flipV="1">
                <a:off x="374015" y="2366748"/>
                <a:ext cx="8481695" cy="111887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fontAlgn="auto"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𝑇ℎ𝑚</m:t>
                    </m:r>
                    <m:r>
                      <a:rPr lang="en-US" altLang="zh-CN" sz="3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在扩充复平面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</m:acc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上的一切奇点都是孤立奇点</a:t>
                </a:r>
                <a14:m>
                  <m:oMath xmlns:m="http://schemas.openxmlformats.org/officeDocument/2006/math">
                    <m:groupChr>
                      <m:groupChrPr>
                        <m:chr m:val="⇔"/>
                        <m:pos m:val="top"/>
                        <m:ctrlPr>
                          <a:rPr lang="zh-CN" altLang="en-US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groupChrPr>
                      <m:e/>
                    </m:groupCh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</m:acc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上奇点个数有限。</a:t>
                </a:r>
                <a:endParaRPr lang="zh-CN" altLang="en-US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374015" y="2366748"/>
                <a:ext cx="8481695" cy="1118870"/>
              </a:xfrm>
              <a:prstGeom prst="rect">
                <a:avLst/>
              </a:prstGeom>
              <a:blipFill rotWithShape="1">
                <a:blip r:embed="rId2"/>
                <a:stretch>
                  <a:fillRect t="-2166" b="-22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标题 1"/>
              <p:cNvSpPr txBox="1"/>
              <p:nvPr/>
            </p:nvSpPr>
            <p:spPr>
              <a:xfrm rot="10800000" flipV="1">
                <a:off x="331470" y="4029710"/>
                <a:ext cx="8395335" cy="131318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fontAlgn="auto"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𝑇ℎ𝑚</m:t>
                    </m:r>
                    <m:r>
                      <a:rPr lang="en-US" altLang="zh-CN" sz="3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为扩充复平面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</m:acc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上的亚纯</a:t>
                </a:r>
                <a14:m>
                  <m:oMath xmlns:m="http://schemas.openxmlformats.org/officeDocument/2006/math">
                    <m:r>
                      <a:rPr lang="zh-CN" altLang="en-US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函数</m:t>
                    </m:r>
                    <m:groupChr>
                      <m:groupChrPr>
                        <m:chr m:val="⇔"/>
                        <m:pos m:val="top"/>
                        <m:ctrlPr>
                          <a:rPr lang="zh-CN" altLang="en-US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groupChrPr>
                      <m:e/>
                    </m:groupCh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为有理函数</a:t>
                </a:r>
                <a:r>
                  <a:rPr lang="en-US" altLang="zh-CN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(</a:t>
                </a:r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即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为两个关于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</m:oMath>
                </a14:m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的多项式的商</a:t>
                </a:r>
                <a:r>
                  <a:rPr lang="en-US" altLang="zh-CN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)</a:t>
                </a:r>
                <a:endParaRPr lang="zh-CN" altLang="en-US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331470" y="4029710"/>
                <a:ext cx="8395335" cy="131318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9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孤立奇点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/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>
          <a:xfrm>
            <a:off x="288290" y="363220"/>
            <a:ext cx="1503045" cy="56515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题外话：</a:t>
            </a:r>
            <a:endParaRPr lang="zh-CN" altLang="en-US" sz="30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标题 1"/>
          <p:cNvSpPr txBox="1"/>
          <p:nvPr/>
        </p:nvSpPr>
        <p:spPr>
          <a:xfrm>
            <a:off x="331470" y="988695"/>
            <a:ext cx="8481695" cy="187960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孤立奇点类型的判断有多种办法，不同的判别方法难易程度各不相同。如果我们能在熟记判别方法的基础上，有针对性地选择，会方便不少。</a:t>
            </a:r>
            <a:endParaRPr lang="zh-CN" altLang="en-US" sz="30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432435" y="3134995"/>
            <a:ext cx="8481695" cy="296037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在学习工作上也是，如果我们能够掌握比较多的方式方法，对于遇到的困难，总是能够找到方法去解决的，而如果我们握有多种技能，往往能在众多方法中找出最简便的，从而更有竞争力。</a:t>
            </a:r>
            <a:endParaRPr lang="zh-CN" altLang="en-US" sz="30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9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孤立奇点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 rot="10800000" flipV="1">
                <a:off x="55289" y="598968"/>
                <a:ext cx="8782685" cy="135382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备</a:t>
                </a:r>
                <a:r>
                  <a:rPr lang="en-US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的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可去奇点</a:t>
                </a:r>
                <a14:m>
                  <m:oMath xmlns:m="http://schemas.openxmlformats.org/officeDocument/2006/math">
                    <m:groupChr>
                      <m:groupChrPr>
                        <m:chr m:val="⇔"/>
                        <m:pos m:val="top"/>
                        <m:ctrlPr>
                          <a:rPr lang="zh-CN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groupChrPr>
                      <m:e/>
                    </m:groupChr>
                    <m:r>
                      <a:rPr lang="en-US" altLang="zh-CN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zh-CN" alt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𝛿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内有界、解析；</a:t>
                </a:r>
                <a:endPara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55289" y="598968"/>
                <a:ext cx="8782685" cy="1353820"/>
              </a:xfrm>
              <a:prstGeom prst="rect">
                <a:avLst/>
              </a:prstGeom>
              <a:blipFill rotWithShape="1">
                <a:blip r:embed="rId1"/>
                <a:stretch>
                  <a:fillRect l="-1" t="-12" r="-2588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孤立奇点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 rot="10800000" flipV="1">
                <a:off x="110577" y="1752396"/>
                <a:ext cx="8782685" cy="62068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𝑝𝑓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:"⇒"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重新定义</a:t>
                </a:r>
                <a:r>
                  <a:rPr lang="en-US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en-US" altLang="zh-CN" sz="28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zh-CN" altLang="en-US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𝛿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内解析</a:t>
                </a:r>
                <a:endPara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110577" y="1752396"/>
                <a:ext cx="8782685" cy="620682"/>
              </a:xfrm>
              <a:prstGeom prst="rect">
                <a:avLst/>
              </a:prstGeom>
              <a:blipFill rotWithShape="1">
                <a:blip r:embed="rId2"/>
                <a:stretch>
                  <a:fillRect l="-1" t="-69" r="1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 rot="10800000" flipV="1">
                <a:off x="698483" y="2631462"/>
                <a:ext cx="8183191" cy="62068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zh-CN" altLang="en-US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𝛿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内连续</a:t>
                </a:r>
                <a:r>
                  <a:rPr lang="en-US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14:m>
                  <m:oMath xmlns:m="http://schemas.openxmlformats.org/officeDocument/2006/math">
                    <m:r>
                      <a:rPr lang="zh-CN" altLang="en-US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𝛿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𝑅</m:t>
                    </m:r>
                  </m:oMath>
                </a14:m>
                <a:endPara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698483" y="2631462"/>
                <a:ext cx="8183191" cy="620682"/>
              </a:xfrm>
              <a:prstGeom prst="rect">
                <a:avLst/>
              </a:prstGeom>
              <a:blipFill rotWithShape="1">
                <a:blip r:embed="rId3"/>
                <a:stretch>
                  <a:fillRect l="-8" t="-4" r="7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 rot="10800000" flipV="1">
                <a:off x="676863" y="3487979"/>
                <a:ext cx="4438963" cy="62068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zh-CN" altLang="en-US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𝛿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内有界</a:t>
                </a:r>
                <a:endPara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676863" y="3487979"/>
                <a:ext cx="4438963" cy="620682"/>
              </a:xfrm>
              <a:prstGeom prst="rect">
                <a:avLst/>
              </a:prstGeom>
              <a:blipFill rotWithShape="1">
                <a:blip r:embed="rId4"/>
                <a:stretch>
                  <a:fillRect l="-13" t="-90" r="6" b="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 rot="10800000" flipV="1">
                <a:off x="599861" y="4301047"/>
                <a:ext cx="6489146" cy="62068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“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⇐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”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800" b="0" i="0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2800" b="0" i="0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zh-CN" altLang="en-US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𝛿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内有界解析</a:t>
                </a:r>
                <a:endPara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599861" y="4301047"/>
                <a:ext cx="6489146" cy="620682"/>
              </a:xfrm>
              <a:prstGeom prst="rect">
                <a:avLst/>
              </a:prstGeom>
              <a:blipFill rotWithShape="1">
                <a:blip r:embed="rId5"/>
                <a:stretch>
                  <a:fillRect l="-6" t="-31" r="8" b="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 rot="10800000" flipV="1">
                <a:off x="728196" y="5093594"/>
                <a:ext cx="8001916" cy="62068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m:rPr>
                        <m:nor/>
                      </m:rPr>
                      <a:rPr lang="zh-CN" altLang="en-US" sz="28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m:t>洛朗级数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=−∞</m:t>
                        </m:r>
                      </m:sub>
                      <m:sup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800" i="1" dirty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 dirty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2800" i="1" dirty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728196" y="5093594"/>
                <a:ext cx="8001916" cy="620682"/>
              </a:xfrm>
              <a:prstGeom prst="rect">
                <a:avLst/>
              </a:prstGeom>
              <a:blipFill rotWithShape="1">
                <a:blip r:embed="rId6"/>
                <a:stretch>
                  <a:fillRect l="-6" t="-42" r="2" b="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/>
      <p:bldP spid="3" grpId="0"/>
      <p:bldP spid="5" grpId="0"/>
      <p:bldP spid="9" grpId="0"/>
      <p:bldP spid="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 rot="10800000" flipV="1">
                <a:off x="55289" y="598968"/>
                <a:ext cx="8782685" cy="135382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备</a:t>
                </a:r>
                <a:r>
                  <a:rPr lang="en-US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的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可去奇点</a:t>
                </a:r>
                <a14:m>
                  <m:oMath xmlns:m="http://schemas.openxmlformats.org/officeDocument/2006/math">
                    <m:groupChr>
                      <m:groupChrPr>
                        <m:chr m:val="⇔"/>
                        <m:pos m:val="top"/>
                        <m:ctrlPr>
                          <a:rPr lang="zh-CN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groupChrPr>
                      <m:e/>
                    </m:groupChr>
                    <m:r>
                      <a:rPr lang="en-US" altLang="zh-CN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zh-CN" alt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𝛿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内有界、解析；</a:t>
                </a:r>
                <a:endPara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55289" y="598968"/>
                <a:ext cx="8782685" cy="1353820"/>
              </a:xfrm>
              <a:prstGeom prst="rect">
                <a:avLst/>
              </a:prstGeom>
              <a:blipFill rotWithShape="1">
                <a:blip r:embed="rId1"/>
                <a:stretch>
                  <a:fillRect l="-1" t="-12" r="-2588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孤立奇点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 rot="10800000" flipV="1">
                <a:off x="571042" y="1899854"/>
                <a:ext cx="8001916" cy="62068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den>
                    </m:f>
                    <m:nary>
                      <m:naryPr>
                        <m:chr m:val="∮"/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800" i="1" dirty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i="1" dirty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CN" sz="2800" i="1" dirty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𝑑𝑧</m:t>
                        </m:r>
                      </m:e>
                    </m:nary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zh-CN" altLang="en-US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𝜌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zh-CN" altLang="en-US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𝜀</m:t>
                    </m:r>
                  </m:oMath>
                </a14:m>
                <a:endPara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571042" y="1899854"/>
                <a:ext cx="8001916" cy="620682"/>
              </a:xfrm>
              <a:prstGeom prst="rect">
                <a:avLst/>
              </a:prstGeom>
              <a:blipFill rotWithShape="1">
                <a:blip r:embed="rId2"/>
                <a:stretch>
                  <a:fillRect l="-2" t="-18814" r="6" b="-186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 rot="10800000" flipV="1">
                <a:off x="672429" y="2735017"/>
                <a:ext cx="1421066" cy="62068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zh-CN" altLang="en-US" sz="28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∵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有界</a:t>
                </a:r>
                <a:endPara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672429" y="2735017"/>
                <a:ext cx="1421066" cy="620682"/>
              </a:xfrm>
              <a:prstGeom prst="rect">
                <a:avLst/>
              </a:prstGeom>
              <a:blipFill rotWithShape="1">
                <a:blip r:embed="rId3"/>
                <a:stretch>
                  <a:fillRect l="-42" t="-12" r="38" b="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 rot="10800000" flipV="1">
                <a:off x="2274654" y="2780738"/>
                <a:ext cx="3534191" cy="62068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∴∃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𝑓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(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)</m:t>
                          </m:r>
                        </m:e>
                      </m:d>
                      <m:r>
                        <a:rPr lang="en-US" altLang="zh-CN" sz="280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≤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𝑀</m:t>
                      </m:r>
                    </m:oMath>
                  </m:oMathPara>
                </a14:m>
                <a:endPara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2274654" y="2780738"/>
                <a:ext cx="3534191" cy="620682"/>
              </a:xfrm>
              <a:prstGeom prst="rect">
                <a:avLst/>
              </a:prstGeom>
              <a:blipFill rotWithShape="1">
                <a:blip r:embed="rId4"/>
                <a:stretch>
                  <a:fillRect l="-2" t="-12" r="14" b="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 rot="10800000" flipV="1">
                <a:off x="672428" y="3429000"/>
                <a:ext cx="2114085" cy="62068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8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&lt;−</m:t>
                    </m:r>
                    <m:r>
                      <a:rPr lang="en-US" altLang="zh-CN" sz="28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时</a:t>
                </a:r>
                <a:endPara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672428" y="3429000"/>
                <a:ext cx="2114085" cy="620682"/>
              </a:xfrm>
              <a:prstGeom prst="rect">
                <a:avLst/>
              </a:prstGeom>
              <a:blipFill rotWithShape="1">
                <a:blip r:embed="rId5"/>
                <a:stretch>
                  <a:fillRect l="-28" r="6" b="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 rot="10800000" flipV="1">
                <a:off x="359739" y="4078742"/>
                <a:ext cx="4039137" cy="62068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  <m:nary>
                      <m:naryPr>
                        <m:chr m:val="∮"/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sub>
                      <m:sup/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sSup>
                          <m:sSupPr>
                            <m:ctrlPr>
                              <a:rPr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−(</m:t>
                            </m:r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𝑑𝑆</m:t>
                        </m:r>
                      </m:e>
                    </m:nary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359739" y="4078742"/>
                <a:ext cx="4039137" cy="620682"/>
              </a:xfrm>
              <a:prstGeom prst="rect">
                <a:avLst/>
              </a:prstGeom>
              <a:blipFill rotWithShape="1">
                <a:blip r:embed="rId6"/>
                <a:stretch>
                  <a:fillRect l="-8" t="-13629" r="6" b="-136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标题 1"/>
              <p:cNvSpPr txBox="1"/>
              <p:nvPr/>
            </p:nvSpPr>
            <p:spPr>
              <a:xfrm rot="10800000" flipV="1">
                <a:off x="4233996" y="4100471"/>
                <a:ext cx="4854715" cy="62068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  <m:r>
                      <a:rPr lang="en-US" altLang="zh-CN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sSup>
                      <m:sSupPr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−(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zh-CN" alt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zh-CN" alt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sSup>
                      <m:sSupPr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4233996" y="4100471"/>
                <a:ext cx="4854715" cy="620682"/>
              </a:xfrm>
              <a:prstGeom prst="rect">
                <a:avLst/>
              </a:prstGeom>
              <a:blipFill rotWithShape="1">
                <a:blip r:embed="rId7"/>
                <a:stretch>
                  <a:fillRect l="-9" t="-8536" r="12" b="-86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标题 1"/>
              <p:cNvSpPr txBox="1"/>
              <p:nvPr/>
            </p:nvSpPr>
            <p:spPr>
              <a:xfrm rot="10800000" flipV="1">
                <a:off x="672426" y="4987856"/>
                <a:ext cx="1555821" cy="62068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sSub>
                        <m:sSub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672426" y="4987856"/>
                <a:ext cx="1555821" cy="620682"/>
              </a:xfrm>
              <a:prstGeom prst="rect">
                <a:avLst/>
              </a:prstGeom>
              <a:blipFill rotWithShape="1">
                <a:blip r:embed="rId8"/>
                <a:stretch>
                  <a:fillRect l="-38" t="-91" r="2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标题 1"/>
              <p:cNvSpPr txBox="1"/>
              <p:nvPr/>
            </p:nvSpPr>
            <p:spPr>
              <a:xfrm rot="10800000" flipV="1">
                <a:off x="8053604" y="4612431"/>
                <a:ext cx="784370" cy="62068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&lt;</m:t>
                      </m:r>
                      <m:r>
                        <a:rPr lang="zh-CN" altLang="en-US" sz="28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𝜀</m:t>
                      </m:r>
                    </m:oMath>
                  </m:oMathPara>
                </a14:m>
                <a:endPara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8053604" y="4612431"/>
                <a:ext cx="784370" cy="620682"/>
              </a:xfrm>
              <a:prstGeom prst="rect">
                <a:avLst/>
              </a:prstGeom>
              <a:blipFill rotWithShape="1">
                <a:blip r:embed="rId9"/>
                <a:stretch>
                  <a:fillRect l="-68" t="-69" r="6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标题 1"/>
              <p:cNvSpPr txBox="1"/>
              <p:nvPr/>
            </p:nvSpPr>
            <p:spPr>
              <a:xfrm rot="10800000" flipV="1">
                <a:off x="397918" y="5865295"/>
                <a:ext cx="8001916" cy="62068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即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800" i="1" dirty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 dirty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2800" i="1" dirty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2800" dirty="0">
                        <a:latin typeface="楷体" panose="02010609060101010101" pitchFamily="49" charset="-122"/>
                        <a:ea typeface="楷体" panose="02010609060101010101" pitchFamily="49" charset="-122"/>
                        <a:sym typeface="+mn-ea"/>
                      </a:rPr>
                      <m:t>为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  <m:r>
                      <m:rPr>
                        <m:nor/>
                      </m:rPr>
                      <a:rPr lang="zh-CN" altLang="en-US" sz="2800" dirty="0">
                        <a:latin typeface="楷体" panose="02010609060101010101" pitchFamily="49" charset="-122"/>
                        <a:ea typeface="楷体" panose="02010609060101010101" pitchFamily="49" charset="-122"/>
                        <a:sym typeface="+mn-ea"/>
                      </a:rPr>
                      <m:t>的</m:t>
                    </m:r>
                    <m:r>
                      <m:rPr>
                        <m:nor/>
                      </m:rPr>
                      <a:rPr lang="zh-CN" altLang="en-US" sz="2800" dirty="0">
                        <a:solidFill>
                          <a:srgbClr val="FF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sym typeface="+mn-ea"/>
                      </a:rPr>
                      <m:t>可去奇点</m:t>
                    </m:r>
                  </m:oMath>
                </a14:m>
                <a:endPara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397918" y="5865295"/>
                <a:ext cx="8001916" cy="620682"/>
              </a:xfrm>
              <a:prstGeom prst="rect">
                <a:avLst/>
              </a:prstGeom>
              <a:blipFill rotWithShape="1">
                <a:blip r:embed="rId10"/>
                <a:stretch>
                  <a:fillRect l="-5" t="-70" r="1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 rot="10800000" flipV="1">
                <a:off x="122036" y="901700"/>
                <a:ext cx="8782685" cy="120015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备：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的本性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奇点，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为任意复数，则对任意的正数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楷体" panose="02010609060101010101" pitchFamily="49" charset="-122"/>
                    <a:cs typeface="Cambria Math" panose="02040503050406030204" pitchFamily="18" charset="0"/>
                  </a:rPr>
                  <a:t>，在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0</m:t>
                    </m:r>
                    <m:r>
                      <a:rPr lang="en-US" altLang="zh-CN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&lt;</m:t>
                    </m:r>
                    <m:r>
                      <a:rPr lang="en-US" altLang="zh-CN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楷体" panose="02010609060101010101" pitchFamily="49" charset="-122"/>
                    <a:cs typeface="Cambria Math" panose="02040503050406030204" pitchFamily="18" charset="0"/>
                  </a:rPr>
                  <a:t>内存在一点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成立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&lt;</m:t>
                    </m:r>
                    <m:r>
                      <a:rPr lang="en-US" altLang="zh-CN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𝜀</m:t>
                    </m:r>
                  </m:oMath>
                </a14:m>
                <a:endParaRPr lang="zh-CN" altLang="en-US" sz="2800" dirty="0">
                  <a:solidFill>
                    <a:schemeClr val="tx1"/>
                  </a:solidFill>
                  <a:latin typeface="Cambria Math" panose="02040503050406030204" pitchFamily="18" charset="0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122036" y="901700"/>
                <a:ext cx="8782685" cy="1200150"/>
              </a:xfrm>
              <a:prstGeom prst="rect">
                <a:avLst/>
              </a:prstGeom>
              <a:blipFill rotWithShape="1">
                <a:blip r:embed="rId1"/>
                <a:stretch>
                  <a:fillRect l="-1" r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 txBox="1"/>
          <p:nvPr>
            <p:custDataLst>
              <p:tags r:id="rId2"/>
            </p:custDataLst>
          </p:nvPr>
        </p:nvSpPr>
        <p:spPr>
          <a:xfrm rot="10800000" flipV="1">
            <a:off x="249036" y="2228850"/>
            <a:ext cx="8782685" cy="120015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>
                <a:solidFill>
                  <a:srgbClr val="FF0000"/>
                </a:solidFill>
                <a:latin typeface="Cambria Math" panose="02040503050406030204" pitchFamily="18" charset="0"/>
                <a:ea typeface="楷体" panose="02010609060101010101" pitchFamily="49" charset="-122"/>
              </a:rPr>
              <a:t>卡索拉蒂</a:t>
            </a:r>
            <a:r>
              <a:rPr lang="en-US" altLang="zh-CN" sz="2800" dirty="0">
                <a:solidFill>
                  <a:srgbClr val="FF0000"/>
                </a:solidFill>
                <a:latin typeface="Cambria Math" panose="02040503050406030204" pitchFamily="18" charset="0"/>
                <a:ea typeface="楷体" panose="02010609060101010101" pitchFamily="49" charset="-122"/>
              </a:rPr>
              <a:t>-</a:t>
            </a:r>
            <a:r>
              <a:rPr lang="zh-CN" altLang="en-US" sz="2800" dirty="0">
                <a:solidFill>
                  <a:srgbClr val="FF0000"/>
                </a:solidFill>
                <a:latin typeface="Cambria Math" panose="02040503050406030204" pitchFamily="18" charset="0"/>
                <a:ea typeface="楷体" panose="02010609060101010101" pitchFamily="49" charset="-122"/>
              </a:rPr>
              <a:t>魏尔斯特拉斯定理：本性奇点的任一去心邻域内，函数可以去任意接近预先给定的任何数值。</a:t>
            </a:r>
            <a:endParaRPr lang="zh-CN" altLang="en-US" sz="2800" dirty="0">
              <a:solidFill>
                <a:srgbClr val="FF0000"/>
              </a:solidFill>
              <a:latin typeface="Cambria Math" panose="02040503050406030204" pitchFamily="18" charset="0"/>
              <a:ea typeface="楷体" panose="02010609060101010101" pitchFamily="49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7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孤立奇点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22036" y="573451"/>
                <a:ext cx="8731250" cy="920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备：设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𝑧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Cambria Math" panose="02040503050406030204" pitchFamily="18" charset="0"/>
                    <a:ea typeface="楷体" panose="02010609060101010101" pitchFamily="49" charset="-122"/>
                    <a:cs typeface="Cambria Math" panose="02040503050406030204" pitchFamily="18" charset="0"/>
                  </a:rPr>
                  <a:t>解析且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𝑧</m:t>
                            </m:r>
                            <m:box>
                              <m:boxPr>
                                <m:noBreak m:val="on"/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cs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groupChr>
                                  <m:groupChrPr>
                                    <m:chr m:val="→"/>
                                    <m:pos m:val="top"/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  <a:cs typeface="Cambria Math" panose="02040503050406030204" pitchFamily="18" charset="0"/>
                                      </a:rPr>
                                    </m:ctrlPr>
                                  </m:groupChrPr>
                                  <m:e/>
                                </m:groupChr>
                              </m:e>
                            </m:box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𝑧</m:t>
                            </m:r>
                          </m:den>
                        </m:f>
                      </m:e>
                    </m:func>
                    <m:r>
                      <a:rPr lang="en-US" altLang="zh-CN" sz="2800" i="1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800" dirty="0">
                    <a:latin typeface="Cambria Math" panose="02040503050406030204" pitchFamily="18" charset="0"/>
                    <a:ea typeface="楷体" panose="02010609060101010101" pitchFamily="49" charset="-122"/>
                    <a:cs typeface="Cambria Math" panose="02040503050406030204" pitchFamily="18" charset="0"/>
                  </a:rPr>
                  <a:t>，证明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sz="2800" dirty="0">
                    <a:latin typeface="Cambria Math" panose="02040503050406030204" pitchFamily="18" charset="0"/>
                    <a:ea typeface="楷体" panose="02010609060101010101" pitchFamily="49" charset="-122"/>
                    <a:cs typeface="Cambria Math" panose="02040503050406030204" pitchFamily="18" charset="0"/>
                  </a:rPr>
                  <a:t>只有一个零点</a:t>
                </a:r>
                <a:endParaRPr lang="zh-CN" altLang="en-US" sz="2800" dirty="0">
                  <a:latin typeface="Cambria Math" panose="02040503050406030204" pitchFamily="18" charset="0"/>
                  <a:ea typeface="楷体" panose="02010609060101010101" pitchFamily="49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573451"/>
                <a:ext cx="8731250" cy="920252"/>
              </a:xfrm>
              <a:prstGeom prst="rect">
                <a:avLst/>
              </a:prstGeom>
              <a:blipFill rotWithShape="1">
                <a:blip r:embed="rId1"/>
                <a:stretch>
                  <a:fillRect l="-1" t="-5" r="1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7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孤立奇点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178730" y="1385181"/>
                <a:ext cx="884323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𝑝𝑓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: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𝑧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Cambria Math" panose="02040503050406030204" pitchFamily="18" charset="0"/>
                    <a:ea typeface="楷体" panose="02010609060101010101" pitchFamily="49" charset="-122"/>
                    <a:cs typeface="Cambria Math" panose="02040503050406030204" pitchFamily="18" charset="0"/>
                  </a:rPr>
                  <a:t>解析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+⋯,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&lt;∞</m:t>
                    </m:r>
                  </m:oMath>
                </a14:m>
                <a:endParaRPr lang="zh-CN" altLang="en-US" sz="2800" dirty="0">
                  <a:latin typeface="Cambria Math" panose="02040503050406030204" pitchFamily="18" charset="0"/>
                  <a:ea typeface="楷体" panose="02010609060101010101" pitchFamily="49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730" y="1385181"/>
                <a:ext cx="8843234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3" t="-47" r="6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2036405" y="2009219"/>
                <a:ext cx="4643527" cy="9101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altLang="zh-CN" sz="2800" i="1">
                          <a:latin typeface="Cambria Math" panose="02040503050406030204" pitchFamily="18" charset="0"/>
                          <a:ea typeface="楷体" panose="02010609060101010101" pitchFamily="49" charset="-122"/>
                          <a:cs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  <a:ea typeface="楷体" panose="02010609060101010101" pitchFamily="49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6405" y="2009219"/>
                <a:ext cx="4643527" cy="910186"/>
              </a:xfrm>
              <a:prstGeom prst="rect">
                <a:avLst/>
              </a:prstGeom>
              <a:blipFill rotWithShape="1">
                <a:blip r:embed="rId3"/>
                <a:stretch>
                  <a:fillRect l="-13" t="-9" r="8" b="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678697" y="3020223"/>
                <a:ext cx="2632394" cy="10500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∵</m:t>
                      </m:r>
                      <m:func>
                        <m:func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Cambria Math" panose="02040503050406030204" pitchFamily="18" charset="0"/>
                                </a:rPr>
                                <m:t>𝑧</m:t>
                              </m:r>
                              <m:box>
                                <m:boxPr>
                                  <m:noBreak m:val="on"/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groupChr>
                                    <m:groupChrPr>
                                      <m:chr m:val="→"/>
                                      <m:pos m:val="top"/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  <a:cs typeface="Cambria Math" panose="02040503050406030204" pitchFamily="18" charset="0"/>
                                        </a:rPr>
                                      </m:ctrlPr>
                                    </m:groupChrPr>
                                    <m:e/>
                                  </m:groupChr>
                                </m:e>
                              </m:box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Cambria Math" panose="02040503050406030204" pitchFamily="18" charset="0"/>
                                </a:rPr>
                                <m:t>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Cambria Math" panose="02040503050406030204" pitchFamily="18" charset="0"/>
                                </a:rPr>
                                <m:t>𝑧</m:t>
                              </m:r>
                            </m:den>
                          </m:f>
                        </m:e>
                      </m:func>
                      <m:r>
                        <a:rPr lang="en-US" altLang="zh-CN" sz="2800" i="1">
                          <a:latin typeface="Cambria Math" panose="02040503050406030204" pitchFamily="18" charset="0"/>
                          <a:ea typeface="楷体" panose="02010609060101010101" pitchFamily="49" charset="-122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楷体" panose="02010609060101010101" pitchFamily="49" charset="-122"/>
                          <a:cs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  <a:ea typeface="楷体" panose="02010609060101010101" pitchFamily="49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697" y="3020223"/>
                <a:ext cx="2632394" cy="1050031"/>
              </a:xfrm>
              <a:prstGeom prst="rect">
                <a:avLst/>
              </a:prstGeom>
              <a:blipFill rotWithShape="1">
                <a:blip r:embed="rId4"/>
                <a:stretch>
                  <a:fillRect l="-20" t="-16" r="8" b="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3562020" y="3020222"/>
                <a:ext cx="2737716" cy="9101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∴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altLang="zh-CN" sz="2800" i="1">
                          <a:latin typeface="Cambria Math" panose="02040503050406030204" pitchFamily="18" charset="0"/>
                          <a:ea typeface="楷体" panose="02010609060101010101" pitchFamily="49" charset="-122"/>
                          <a:cs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  <a:ea typeface="楷体" panose="02010609060101010101" pitchFamily="49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2020" y="3020222"/>
                <a:ext cx="2737716" cy="910186"/>
              </a:xfrm>
              <a:prstGeom prst="rect">
                <a:avLst/>
              </a:prstGeom>
              <a:blipFill rotWithShape="1">
                <a:blip r:embed="rId5"/>
                <a:stretch>
                  <a:fillRect l="-11" t="-18" r="20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1062650" y="4132044"/>
                <a:ext cx="268157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Cambria Math" panose="02040503050406030204" pitchFamily="18" charset="0"/>
                        </a:rPr>
                        <m:t>𝑧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  <a:ea typeface="楷体" panose="02010609060101010101" pitchFamily="49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650" y="4132044"/>
                <a:ext cx="2681578" cy="523220"/>
              </a:xfrm>
              <a:prstGeom prst="rect">
                <a:avLst/>
              </a:prstGeom>
              <a:blipFill rotWithShape="1">
                <a:blip r:embed="rId6"/>
                <a:stretch>
                  <a:fillRect l="-11" t="-19" r="10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1062649" y="4769143"/>
                <a:ext cx="482801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>
                    <a:latin typeface="Cambria Math" panose="02040503050406030204" pitchFamily="18" charset="0"/>
                    <a:ea typeface="楷体" panose="02010609060101010101" pitchFamily="49" charset="-122"/>
                    <a:cs typeface="Cambria Math" panose="02040503050406030204" pitchFamily="18" charset="0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800" dirty="0">
                    <a:latin typeface="Cambria Math" panose="02040503050406030204" pitchFamily="18" charset="0"/>
                    <a:ea typeface="楷体" panose="02010609060101010101" pitchFamily="49" charset="-122"/>
                    <a:cs typeface="Cambria Math" panose="02040503050406030204" pitchFamily="18" charset="0"/>
                  </a:rPr>
                  <a:t>时，</a:t>
                </a:r>
                <a:r>
                  <a:rPr lang="en-US" altLang="zh-CN" sz="2800" dirty="0">
                    <a:ea typeface="楷体" panose="02010609060101010101" pitchFamily="49" charset="-122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𝑧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)=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  <a:endParaRPr lang="zh-CN" altLang="en-US" sz="2800" dirty="0">
                  <a:latin typeface="Cambria Math" panose="02040503050406030204" pitchFamily="18" charset="0"/>
                  <a:ea typeface="楷体" panose="02010609060101010101" pitchFamily="49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649" y="4769143"/>
                <a:ext cx="4828011" cy="523220"/>
              </a:xfrm>
              <a:prstGeom prst="rect">
                <a:avLst/>
              </a:prstGeom>
              <a:blipFill rotWithShape="1">
                <a:blip r:embed="rId7"/>
                <a:stretch>
                  <a:fillRect l="-6" t="-56" r="8" b="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1062648" y="5478489"/>
                <a:ext cx="482801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>
                    <a:ea typeface="楷体" panose="02010609060101010101" pitchFamily="49" charset="-122"/>
                    <a:cs typeface="Cambria Math" panose="02040503050406030204" pitchFamily="18" charset="0"/>
                  </a:rPr>
                  <a:t>即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𝑧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Cambria Math" panose="02040503050406030204" pitchFamily="18" charset="0"/>
                    <a:ea typeface="楷体" panose="02010609060101010101" pitchFamily="49" charset="-122"/>
                    <a:cs typeface="Cambria Math" panose="02040503050406030204" pitchFamily="18" charset="0"/>
                  </a:rPr>
                  <a:t>有一个零点</a:t>
                </a:r>
                <a:endParaRPr lang="zh-CN" altLang="en-US" sz="2800" dirty="0">
                  <a:latin typeface="Cambria Math" panose="02040503050406030204" pitchFamily="18" charset="0"/>
                  <a:ea typeface="楷体" panose="02010609060101010101" pitchFamily="49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648" y="5478489"/>
                <a:ext cx="4828011" cy="523220"/>
              </a:xfrm>
              <a:prstGeom prst="rect">
                <a:avLst/>
              </a:prstGeom>
              <a:blipFill rotWithShape="1">
                <a:blip r:embed="rId8"/>
                <a:stretch>
                  <a:fillRect l="-6" t="-66" r="8" b="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9" grpId="0"/>
      <p:bldP spid="10" grpId="0"/>
      <p:bldP spid="11" grpId="0"/>
      <p:bldP spid="12" grpId="0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PP_MARK_KEY" val="d500afe3-6637-4358-a44c-1e4ec4eb7ec0"/>
  <p:tag name="COMMONDATA" val="eyJoZGlkIjoiMTAyMzJkOGNiMDEyZDQzM2FkNGM4ODJmZGE4NDczMD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8414</Words>
  <Application>WPS 演示</Application>
  <PresentationFormat>全屏显示(4:3)</PresentationFormat>
  <Paragraphs>602</Paragraphs>
  <Slides>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40</vt:i4>
      </vt:variant>
    </vt:vector>
  </HeadingPairs>
  <TitlesOfParts>
    <vt:vector size="53" baseType="lpstr">
      <vt:lpstr>Arial</vt:lpstr>
      <vt:lpstr>宋体</vt:lpstr>
      <vt:lpstr>Wingdings</vt:lpstr>
      <vt:lpstr>楷体</vt:lpstr>
      <vt:lpstr>Cambria Math</vt:lpstr>
      <vt:lpstr>MS Mincho</vt:lpstr>
      <vt:lpstr>等线</vt:lpstr>
      <vt:lpstr>微软雅黑</vt:lpstr>
      <vt:lpstr>Arial Unicode MS</vt:lpstr>
      <vt:lpstr>等线 Light</vt:lpstr>
      <vt:lpstr>Calibri</vt:lpstr>
      <vt:lpstr>Office 主题​​</vt:lpstr>
      <vt:lpstr>1_Office 主题​​</vt:lpstr>
      <vt:lpstr>复变函数与积分变换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复变函数与积分变换</dc:title>
  <dc:creator>dym</dc:creator>
  <cp:lastModifiedBy>DhyWay</cp:lastModifiedBy>
  <cp:revision>106</cp:revision>
  <dcterms:created xsi:type="dcterms:W3CDTF">2020-09-10T08:53:00Z</dcterms:created>
  <dcterms:modified xsi:type="dcterms:W3CDTF">2025-08-19T07:32:48Z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C6018104E5654D63BD829CB7B5E132F3</vt:lpwstr>
  </property>
  <property fmtid="{D5CDD505-2E9C-101B-9397-08002B2CF9AE}" pid="3" name="KSOProductBuildVer">
    <vt:lpwstr>2052-12.1.0.21915</vt:lpwstr>
  </property>
</Properties>
</file>