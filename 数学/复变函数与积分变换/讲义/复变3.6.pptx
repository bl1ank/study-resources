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84" r:id="rId5"/>
    <p:sldId id="294" r:id="rId6"/>
    <p:sldId id="259" r:id="rId7"/>
    <p:sldId id="291" r:id="rId8"/>
    <p:sldId id="308" r:id="rId9"/>
    <p:sldId id="309" r:id="rId10"/>
    <p:sldId id="328" r:id="rId11"/>
    <p:sldId id="272" r:id="rId12"/>
    <p:sldId id="285" r:id="rId13"/>
    <p:sldId id="286" r:id="rId14"/>
    <p:sldId id="287" r:id="rId15"/>
    <p:sldId id="292" r:id="rId16"/>
    <p:sldId id="311" r:id="rId17"/>
    <p:sldId id="288" r:id="rId18"/>
    <p:sldId id="289" r:id="rId19"/>
    <p:sldId id="290" r:id="rId20"/>
    <p:sldId id="293" r:id="rId21"/>
    <p:sldId id="312" r:id="rId22"/>
    <p:sldId id="327" r:id="rId23"/>
    <p:sldId id="276" r:id="rId24"/>
    <p:sldId id="329" r:id="rId25"/>
    <p:sldId id="314" r:id="rId26"/>
    <p:sldId id="326" r:id="rId27"/>
  </p:sldIdLst>
  <p:sldSz cx="9144000" cy="6858000" type="screen4x3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tags" Target="tags/tag3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8T09:58:07"/>
    </inkml:context>
    <inkml:brush xml:id="br0">
      <inkml:brushProperty name="width" value="0.05292" units="cm"/>
      <inkml:brushProperty name="height" value="0.05292" units="cm"/>
      <inkml:brushProperty name="color" value="#00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574.000 6745.000 11055 0,'0.000'0.000'976'0,"0.000"0.000"-784"0,0.000 0.000-192 0,0.000 0.000 0 0,0.000 0.000 1248 0,0.000 0.000 208 0,0.000 0.000 32 0,0.000 0.000 16 0,0.000 0.000 480 0,2.000 0.000 112 0,-2.000 0.000 16 0,0.000 0.000 0 0,0.000 0.000-816 0,0.000 0.000-144 0,1.000 0.000-48 0,-1.000 0.000 0 16,0.000 0.000-128-16,0.000 0.000-16 0,0.000 0.000-16 0,0.000 0.000 0 15,0.000 0.000-256-15,0.000 1.000-48 0,0.000-1.000-16 0,0.000 0.000 0 16,0.000 0.000-80-16,0.000 0.000-16 0,0.000 0.000 0 0,0.000 0.000 0 0,0.000 0.000-96 15,0.000 0.000-32-15,0.000 0.000 0 0,0.000 0.000 0 0,0.000 0.000-80 0,2.000 0.000-32 16,-2.000 0.000 0-16,0.000 0.000 0 0,0.000 0.000-288 0,0.000 2.000 160 16,0.000-2.000-160-16,0.000 0.000 128 0,0.000 0.000-128 0,0.000 0.000 0 15,0.000-2.000 0-15,0.000 2.000 0 0,0.000 2.000 0 0,0.000-2.000 0 16,0.000 0.000 0-16,0.000 0.000 0 0,0.000 0.000 0 0,2.000 0.000 0 16,-1.000-2.000 128-16,1.000 2.000-128 0,0.000 0.000 0 0,2.000-1.000 192 15,-1.000 1.000-192-15,0.000-1.000 192 0,-1.000 1.000 96 0,1.000 0.000 32 16,1.000-1.000 0-16,-1.000 0.000 0 0,-1.000 1.000-320 0,2.000-1.000 0 15,-1.000 1.000 0-15,0.000-1.000 0 0,-1.000 0.000 0 0,-2.000 1.000 0 0,0.000 0.000 0 0,0.000 0.000 0 16,19.000-3.000 0-16,-16.000 2.000 0 0,-3.000 1.000 0 0,0.000 0.000 0 16,18.000-3.000 128-16,-12.000 1.000-128 0,-6.000 2.000 0 0,0.000 0.000 0 15,16.000-4.000 0-15,-11.000 3.000 0 0,-5.000 1.000 0 0,0.000 0.000 0 16,17.000-4.000 0-16,-13.000 3.000 0 0,-1.000 0.000 0 0,2.000 1.000 0 16,-2.000-1.000 0-16,0.000 0.000 0 0,3.000 1.000 0 0,-2.000-1.000 0 15,-1.000 1.000 0-15,2.000-1.000 0 0,0.000 0.000 0 0,0.000 0.000 0 16,1.000 0.000 0-16,0.000 0.000 0 0,-1.000 0.000 0 0,0.000 0.000 0 15,1.000 0.000 0-15,1.000-1.000 0 0,-1.000 1.000 0 0,-1.000 0.000 0 16,3.000 1.000 0-16,-3.000-1.000 0 0,1.000 0.000 0 0,-1.000 0.000 0 16,1.000 0.000 0-16,-1.000 1.000 0 0,0.000-2.000 0 0,0.000 2.000 0 15,0.000 0.000 0-15,1.000 0.000 0 0,-1.000-1.000 0 0,0.000 1.000 0 0,-2.000 0.000 0 0,3.000 0.000 0 16,-1.000 0.000 0-16,0.000-1.000 0 0,1.000 1.000 0 0,-1.000 0.000 0 16,1.000 0.000 0-16,2.000-1.000 0 0,-1.000 0.000 0 0,-7.000 1.000 0 15,0.000 0.000 0-15,29.000-2.000 0 0,-29.000 2.000 0 0,22.000-1.000 0 16,-22.000 1.000 0-16,26.000-2.000 0 0,-26.000 2.000 0 0,28.000-2.000 0 15,-28.000 2.000 0-15,0.000 0.000 0 0,32.000 0.000 0 0,-32.000 0.000 0 16,0.000 0.000 0-16,32.000 0.000 0 0,-32.000 0.000 0 0,0.000 0.000 0 16,32.000 2.000 0-16,-32.000-2.000 0 0,0.000 0.000 0 0,34.000 1.000 0 15,-34.000-1.000 0-15,24.000 0.000 0 0,-24.000 0.000 0 0,25.000 0.000 0 0,-25.000 0.000 0 0,28.000-1.000 0 16,-28.000 1.000 0-16,27.000-2.000 0 0,-27.000 2.000 0 0,27.000-1.000 0 16,-27.000 1.000 0-16,29.000-2.000 0 0,-29.000 2.000 0 15,27.000-1.000 0-15,-27.000 1.000 0 0,30.000-1.000 0 0,-30.000 1.000 0 0,28.000 0.000 0 16,-28.000 0.000 0-16,27.000 0.000 0 0,-27.000 0.000 0 0,31.000 0.000 0 15,-31.000 0.000 0-15,29.000 1.000 0 0,-29.000-1.000 0 16,0.000 0.000 0-16,39.000 2.000 0 0,-39.000-2.000 0 0,26.000 1.000 0 0,-26.000-1.000 0 16,31.000-1.000 0-16,-31.000 1.000 0 15,29.000 0.000 0-15,-29.000 0.000 0 0,28.000-1.000 880 0,-28.000 1.000 112 0,29.000-2.000 32 0,-14.000 0.000 0 32,-15.000 2.000-1632-32,29.000-1.000-320 0,-29.000 1.000-64 0,26.000-1.000-16 0,-26.000 1.000 800 0,25.000 0.000 208 15,-25.000 0.000 0-15,0.000 0.000 0 0,42.000 1.000 0 0,-42.000-1.000 0 0,27.000 0.000 0 0,-27.000 0.000 0 0,0.000 0.000 0 16,38.000 2.000 0-16,-38.000-2.000 0 0,0.000 0.000 0 15,33.000 2.000 0-15,-33.000-2.000 0 0,0.000 0.000 0 0,33.000 2.000 0 0,-33.000-2.000 0 16,0.000 0.000 0-16,32.000 0.000 0 0,-32.000 0.000 0 0,0.000 0.000 0 0,35.000-1.000 0 16,-35.000 1.000 0-16,24.000-1.000 0 0,-24.000 1.000 736 0,26.000 0.000 224 15,-26.000 0.000 64-15,30.000 0.000-608 32,2.000 0.000-1344-32,-32.000 0.000-64 0,31.000 2.000-16 0,-31.000-2.000 800 0,33.000 1.000 208 0,-33.000-1.000 0 0,40.000 1.000 0 15,-40.000-1.000 0-15,42.000 3.000 0 0,-42.000-3.000 0 0,46.000 1.000 0 16,-46.000-1.000 0-16,43.000 0.000 0 0,-17.000-1.000 0 0,-1.000 1.000 0 0,-2.000-1.000 0 15,-1.000 0.000 0-15,2.000 0.000 0 0,0.000 0.000 0 0,0.000-1.000 0 0,0.000 0.000 0 0,2.000-1.000 0 0,-1.000 1.000 0 16,1.000-1.000 0-16,-2.000 1.000 0 0,3.000 1.000 0 0,-1.000-1.000 0 16,-2.000 1.000 0-16,0.000 0.000 0 0,-24.000 1.000 0 0,45.000 0.000 0 15,-45.000 0.000 0-15,33.000 1.000 0 0,-33.000-1.000 0 0,35.000 1.000 0 16,-35.000-1.000 0-16,29.000 2.000 0 16,-29.000-2.000 0-16,29.000 2.000 0 0,-29.000-2.000 0 0,31.000 1.000 0 0,-31.000-1.000 0 0,28.000 3.000 0 15,-28.000-3.000 0-15,27.000 1.000 0 0,-27.000-1.000 0 0,0.000 0.000 0 16,37.000 2.000 0-16,-37.000-2.000 0 0,0.000 0.000 0 0,39.000 2.000 0 15,-39.000-2.000 0-15,27.000 1.000 0 0,-27.000-1.000 0 0,27.000 1.000 0 16,-27.000-1.000 0-16,0.000 0.000 0 0,38.000 3.000 0 0,-38.000-3.000 0 0,26.000 0.000 0 16,-26.000 0.000 0-16,24.000 0.000 0 0,-24.000 0.000 0 15,27.000-1.000 0-15,-27.000 1.000 0 0,24.000 0.000 0 0,-24.000 0.000 0 0,26.000-1.000 0 0,-26.000 1.000 0 16,29.000-1.000 0 0,-29.000 1.000 0-16,30.000-2.000 0 0,-30.000 2.000 0 15,27.000-1.000 0-15,-27.000 1.000 0 0,27.000 0.000 0 0,-27.000 0.000 0 16,27.000 0.000 0-16,-27.000 0.000 0 0,29.000 1.000 0 0,-29.000-1.000 0 0,29.000 0.000 0 0,-29.000 0.000-128 15,35.000 0.000 128-15,-35.000 0.000 0 0,39.000 0.000 0 0,-39.000 0.000 0 0,38.000 0.000 0 0,-38.000 0.000 0 16,37.000-1.000 0-16,-37.000 1.000 0 0,33.000 0.000 0 0,-33.000 0.000 0 0,31.000 1.000 0 16,-31.000-1.000 0-16,34.000 0.000 0 15,-34.000 0.000 0-15,33.000 1.000 0 0,-33.000-1.000 0 16,29.000 0.000 0-16,-29.000 0.000 0 0,29.000 1.000 0 0,-29.000-1.000 0 16,27.000 3.000 0-16,-27.000-3.000 0 0,24.000 2.000 0 0,-24.000-2.000 0 15,0.000 0.000 0-15,40.000 4.000 0 0,-40.000-4.000 0 0,0.000 0.000 0 16,40.000 2.000 0-16,-40.000-2.000 0 0,25.000 1.000 0 0,-25.000-1.000 0 15,24.000 0.000 0-15,-24.000 0.000 0 0,0.000 0.000 0 0,32.000 0.000 0 0,-32.000 0.000 0 16,0.000 0.000 0-16,28.000 2.000 0 0,-28.000-2.000 0 16,0.000 0.000 0-16,0.000 0.000 0 0,29.000 2.000 0 0,-29.000-2.000 0 15,0.000 0.000 0-15,0.000 0.000 0 0,0.000 0.000 0 0,33.000 4.000 0 16,-33.000-4.000 0-16,0.000 0.000 0 0,0.000 0.000 0 0,0.000 0.000 0 0,32.000 4.000 0 0,-32.000-4.000 0 16,0.000 0.000 0-16,0.000 0.000 0 0,29.000 2.000 0 0,-29.000-2.000 0 15,0.000 0.000 0-15,24.000 0.000 0 0,-24.000 0.000 0 0,0.000 0.000 0 16,0.000 0.000 0-16,33.000 2.000 0 0,-33.000-2.000 0 0,0.000 0.000 0 15,29.000 0.000 0-15,-29.000 0.000 0 0,0.000 0.000 0 0,32.000-1.000 0 16,-32.000 1.000 0-16,0.000 0.000 0 0,35.000 1.000 0 0,-35.000-1.000 0 16,0.000 0.000 0-16,34.000 1.000 0 0,-34.000-1.000 0 0,27.000 0.000 0 15,-27.000 0.000 0-15,0.000 0.000 0 0,37.000 3.000 0 0,-37.000-3.000 0 0,0.000 0.000 0 16,35.000 4.000 0-16,-35.000-4.000 0 0,0.000 0.000 0 16,35.000 4.000 0-16,-35.000-4.000 0 0,0.000 0.000 0 0,37.000 3.000 0 0,-37.000-3.000 0 15,0.000 0.000 0-15,33.000 4.000 0 0,-33.000-4.000 0 0,24.000 1.000 0 16,-24.000-1.000 0-16,28.000 0.000 0 0,-28.000 0.000 0 0,25.000 0.000 0 0,-25.000 0.000 0 15,26.000 1.000 0-15,-26.000-1.000 0 0,29.000 0.000 0 0,-29.000 0.000 0 16,27.000-1.000 0-16,-27.000 1.000 0 0,29.000 0.000 0 0,-29.000 0.000 0 16,33.000 0.000 0-16,-33.000 0.000 0 0,34.000 1.000 0 0,-34.000-1.000 0 15,31.000-1.000 0-15,-31.000 1.000 0 0,30.000 0.000 0 0,-30.000 0.000 0 0,27.000 1.000 0 16,-27.000-1.000 0-16,27.000-1.000 0 0,-27.000 1.000 0 0,26.000-1.000 0 0,-26.000 1.000 0 16,24.000 0.000 0-16,-24.000 0.000 0 15,0.000 0.000 0-15,30.000 0.000 0 0,-30.000 0.000 0 0,0.000 0.000 0 0,26.000-1.000 0 0,-26.000 1.000 0 16,0.000 0.000 0-16,22.000 0.000 0 15,-22.000 0.000 0-15,0.000 0.000 0 0,0.000 0.000 0 0,29.000 1.000 0 0,-29.000-1.000 0 16,0.000 0.000 0-16,0.000 0.000 0 0,24.000 1.000 0 0,-24.000-1.000 0 16,0.000 0.000 0-16,0.000 0.000 0 0,23.000 0.000 0 15,-23.000 0.000 0-15,0.000 0.000 0 0,0.000 0.000 0 0,0.000 0.000 0 16,30.000 1.000 0-16,-30.000-1.000 0 0,0.000 0.000 0 0,0.000 0.000 0 0,0.000 0.000 0 0,30.000 3.000 0 0,-30.000-3.000 0 16,0.000 0.000 0-16,0.000 0.000 0 0,27.000 1.000 0 15,-27.000-1.000 0-15,0.000 0.000 0 0,0.000 0.000 0 0,28.000 1.000 0 0,-28.000-1.000 0 0,0.000 0.000 0 16,0.000 0.000 0-16,29.000 2.000 0 15,-29.000-2.000 0-15,0.000 0.000 0 0,22.000 0.000 0 0,-22.000 0.000 0 16,0.000 0.000 0-16,0.000 0.000 0 0,32.000 1.000 0 0,-32.000-1.000 0 16,0.000 0.000 0-16,0.000 0.000 0 0,28.000 0.000 0 0,-28.000 0.000 0 0,0.000 0.000 0 15,0.000 0.000 0-15,26.000 2.000 0 0,-26.000-2.000 0 16,0.000 0.000 0-16,0.000 0.000 0 0,0.000 0.000 0 0,22.000 0.000 0 16,-22.000 0.000 0-16,0.000 0.000 0 0,0.000 0.000 0 0,0.000 0.000 0 0,0.000 0.000 0 15,0.000 0.000 0-15,24.000 0.000 0 0,-24.000 0.000 0 16,0.000 0.000 0-16,0.000 0.000 0 0,0.000 0.000 0 0,0.000 0.000 0 15,0.000 0.000 0-15,0.000 0.000 0 0,0.000 0.000 0 0,0.000 0.000 0 0,0.000 0.000 0 0,0.000 0.000 0 16,0.000 0.000 0-16,0.000 0.000 0 0,0.000 0.000 0 0,0.000 0.000 0 16,0.000 0.000 0-16,0.000 0.000 0 0,23.000 1.000 0 0,-23.000-1.000 0 15,0.000 0.000 0-15,0.000 0.000 0 0,0.000 0.000 0 0,0.000 0.000 0 16,0.000 0.000 0-16,0.000 0.000 0 0,0.000 0.000 0 0,0.000 0.000 0 16,0.000 0.000 0-16,1.000-2.000-160 0,-1.000 1.000 160 0,0.000 1.000 0 15,0.000 0.000-736 1,0.000 0.000-32-16</inkml:trace>
  <inkml:trace contextRef="#ctx0" brushRef="#br0">5416.000 6643.000 14735 0,'0.000'0.000'640'0,"-1.000"0.000"160"0,-1.000 0.000-640 0,2.000 0.000-160 0,0.000-1.000 0 0,0.000 1.000 0 0,0.000 0.000 1904 0,0.000 0.000 336 0,-2.000 1.000 80 0,2.000-1.000 16 0,0.000 0.000-192 0,0.000 0.000-32 16,0.000 1.000-16-16,0.000 0.000 0 0,0.000-1.000-1312 0,0.000 0.000-256 0,0.000 1.000-48 0,0.000-1.000-16 15,0.000 1.000 224-15,0.000-1.000 32 0,0.000 0.000 16 0,0.000 0.000 0 16,0.000 0.000 80-16,0.000 0.000 16 0,0.000 0.000 0 0,0.000 0.000 0 16,0.000 0.000-304-16,0.000 0.000-48 15,0.000 0.000-16-15,0.000 0.000 0 0,0.000 0.000-240 0,0.000 0.000-48 0,0.000 0.000-16 0,0.000 0.000 0 16,0.000 0.000-160-16,0.000 0.000 0 0,0.000 0.000 144 0,0.000 0.000-144 16,0.000 0.000 0-16,0.000 0.000 144 0,0.000 0.000-144 0,0.000 0.000 0 15,0.000 0.000 128-15,0.000 0.000-128 0,0.000 0.000 0 0,0.000 0.000 0 16,0.000 0.000 0-16,31.000 23.000 0 0,-31.000-23.000 0 0,0.000 0.000 0 15,0.000 0.000 0-15,0.000 0.000 0 0,0.000 0.000 0 0,0.000 0.000 0 0,31.000 15.000 0 0,-31.000-15.000 0 16,0.000 0.000 0-16,0.000 0.000 0 16,0.000 0.000 0-16,0.000 0.000 0 0,34.000 19.000 0 0,-34.000-19.000 0 0,0.000 0.000 0 15,0.000 0.000 0-15,0.000 0.000 0 0,0.000 0.000 0 16,0.000 0.000 0-16,34.000 21.000 0 0,-34.000-21.000 0 0,0.000 0.000 0 0,0.000 0.000 0 0,0.000 0.000 0 16,0.000 0.000 0-16,0.000 0.000 0 0,37.000 18.000 0 0,-37.000-18.000 0 15,0.000 0.000 0-15,0.000 0.000 0 0,0.000 0.000 0 0,0.000 0.000 0 0,0.000 0.000 0 16,34.000 16.000 0-16,-34.000-16.000 0 0,0.000 0.000 0 15,0.000 0.000 0-15,0.000 0.000 0 0,0.000 0.000 0 0,0.000 0.000 0 16,0.000 0.000 0-16,0.000 0.000 0 0,31.000 17.000 0 0,-31.000-17.000 0 0,0.000 0.000 0 16,0.000 0.000 0-16,0.000 0.000 0 0,0.000 0.000 0 0,0.000 0.000 0 15,0.000 0.000 0-15,0.000 0.000 0 0,0.000 0.000 0 16,0.000 0.000 0-16,0.000 0.000 0 0,0.000 0.000 160 0,0.000 0.000-160 16,0.000 0.000 128-16,0.000 0.000-128 0,0.000 0.000 416 0,0.000 0.000 0 15,0.000 0.000 0-15,0.000 0.000 0 0,0.000 0.000-416 0,-11.000 44.000 0 16,1.000-33.000 0-16,-4.000 5.000 0 0,-6.000 3.000 160 0,-8.000 9.000-160 15,-6.000 4.000 192-15,-5.000 4.000-12816 16,-3.000 1.000-2560-16</inkml:trace>
  <inkml:trace contextRef="#ctx0" brushRef="#br0">3087.000 4666.000 11055 0,'0.000'-1.000'976'0,"0.000"1.000"-784"0,0.000 0.000-192 0,0.000 0.000 0 0,0.000 0.000 912 0,0.000 0.000 144 0,-1.000-1.000 32 0,1.000 1.000 0 0,0.000-1.000 400 0,0.000 1.000 96 0,0.000 0.000 16 0,0.000-1.000 0 15,0.000 2.000-896-15,0.000-1.000-192 0,0.000 0.000-16 0,1.000 0.000-16 16,-1.000 0.000-352-16,0.000 0.000-128 0,0.000 1.000 0 0,0.000 1.000 0 16,0.000 0.000 0-16,0.000 1.000 0 0,0.000 1.000 0 0,0.000 3.000 0 15,0.000 0.000 0-15,3.000 1.000-128 0,-3.000 2.000 128 0,0.000-10.000 0 16,0.000 0.000 0-16,0.000 0.000 0 0,0.000 0.000 0 0,5.000 57.000 0 16,-5.000-57.000 0-16,0.000 0.000 144 0,3.000 45.000-144 0,-3.000-45.000 192 15,0.000 0.000 1408-15,3.000 44.000 304 0,-3.000-44.000 48 0,0.000 0.000 16 16,0.000 0.000-1552-16,0.000 43.000-416 0,0.000-43.000 128 0,0.000 0.000-128 15,-3.000 52.000 128-15,3.000-52.000-128 0,-1.000 44.000 192 0,1.000-44.000-192 0,-2.000 50.000 608 16,2.000-50.000 16-16,0.000 55.000 0 0,0.000-55.000 0 16,2.000 53.000 144-16,-2.000-53.000 16 0,1.000 48.000 16 0,-1.000-48.000 0 0,3.000 50.000-624 15,-3.000-50.000-176-15,2.000 45.000 0 0,-2.000-45.000 0 0,2.000 43.000 128 16,-2.000-43.000-128-16,1.000 48.000 128 0,-1.000-48.000-128 16,2.000 53.000 544-16,-2.000-53.000 32 0,0.000 61.000 16 0,0.000-61.000 0 15,0.000 61.000-96-15,0.000-61.000-32 0,0.000 52.000 0 0,0.000-52.000 0 0,0.000 48.000-464 16,0.000-48.000 128-16,3.000 46.000-128 0,-3.000-46.000 0 15,3.000 47.000 0-15,-3.000-47.000 0 0,3.000 48.000 0 0,-3.000-48.000 0 0,2.000 50.000 0 0,-2.000-50.000 0 16,2.000 48.000 0-16,-2.000-48.000 0 0,1.000 50.000 0 0,-1.000-50.000 128 16,0.000 49.000-128-16,0.000-49.000 0 0,0.000 43.000 0 0,0.000-43.000 0 15,0.000 43.000 0-15,0.000-43.000 0 0,0.000 42.000 0 0,0.000-42.000 0 16,0.000 0.000 0-16,2.000 56.000 0 0,-2.000-56.000 0 0,1.000 43.000 0 16,-1.000-43.000 0-16,2.000 44.000 0 0,-2.000-44.000 128 0,0.000 47.000-128 15,0.000-47.000 0-15,0.000 51.000 0 0,0.000-51.000 304 0,0.000 47.000-48 0,0.000-47.000 0 16,0.000 39.000 0-16,0.000-39.000-16 0,0.000 39.000-16 15,0.000-39.000 0-15,0.000 38.000 0 0,0.000-38.000-224 0,0.000 0.000 0 16,0.000 54.000 0-16,0.000-54.000 0 0,0.000 0.000 0 0,0.000 42.000 0 0,0.000-42.000 0 16,0.000 0.000 0-16,2.000 52.000 0 0,-2.000-52.000 0 15,0.000 36.000 0-15,0.000-36.000 0 0,1.000 40.000 0 0,-1.000-40.000 0 0,0.000 40.000 0 0,0.000-40.000 0 16,0.000 40.000 0-16,0.000-40.000 0 0,0.000 0.000 0 0,0.000 49.000 0 16,0.000-49.000 0-16,0.000 0.000 0 0,0.000 48.000 0 0,0.000-48.000 0 15,0.000 0.000 0-15,0.000 40.000 0 0,0.000-40.000 0 0,0.000 0.000 0 16,0.000 39.000 0-16,0.000-39.000 0 0,0.000 0.000 0 0,0.000 42.000 0 15,0.000-42.000 0-15,0.000 0.000 0 0,2.000 43.000 0 0,-2.000-43.000 0 0,0.000 0.000 0 0,0.000 44.000 0 16,0.000-44.000 0-16,0.000 0.000 0 0,3.000 46.000 0 0,-3.000-46.000 0 16,0.000 0.000 0-16,5.000 46.000 0 0,-5.000-46.000 0 15,0.000 0.000 0-15,1.000 43.000 0 0,-1.000-43.000 0 0,0.000 0.000 0 16,4.000 39.000 0-16,-4.000-39.000 0 0,0.000 0.000 0 16,3.000 41.000 0-16,-3.000-41.000 0 0,0.000 0.000 0 0,1.000 41.000 0 15,-1.000-41.000 0-15,0.000 0.000 0 0,2.000 45.000 0 0,-2.000-45.000 0 0,0.000 0.000 0 16,5.000 51.000 0-16,-5.000-51.000 0 0,6.000 39.000 0 0,-6.000-39.000 0 0,3.000 40.000 0 15,-3.000-40.000 0-15,3.000 42.000 0 0,-3.000-42.000 0 0,5.000 42.000 0 16,-5.000-42.000 0-16,2.000 38.000 0 0,-2.000-38.000 0 0,3.000 34.000 0 16,-3.000-34.000 0-16,2.000 34.000 0 0,-2.000-34.000 0 0,0.000 32.000 0 15,0.000-32.000 0-15,0.000 0.000 0 0,0.000 40.000 0 0,0.000-40.000 0 0,0.000 0.000 0 16,-2.000 37.000 0-16,2.000-37.000 0 0,0.000 0.000 0 0,0.000 34.000 0 16,0.000-34.000 0-16,0.000 0.000 0 0,0.000 0.000 0 15,-3.000 35.000 0-15,3.000-35.000 0 0,0.000 0.000 0 0,0.000 0.000 0 0,0.000 0.000 0 0,-2.000 30.000 0 16,2.000-30.000-144-16,0.000 0.000 144 15,0.000 0.000 0-15,0.000 0.000-144 16,0.000 0.000-560-16,0.000 0.000-96 0,0.000 0.000-32 0,-6.000 25.000 0 16,6.000-25.000-1568-16,0.000 0.000-320 0</inkml:trace>
  <inkml:trace contextRef="#ctx0" brushRef="#br0">3079.000 4662.000 10127 0,'0.000'-4.000'896'0,"-2.000"2.000"-704"0,2.000-1.000-192 0,0.000 1.000 0 0,0.000 1.000 384 0,0.000 1.000 64 0,2.000-1.000 0 0,-2.000-1.000 0 0,0.000 0.000 1184 0,2.000-1.000 240 16,-1.000 0.000 48-16,-1.000 1.000 16 16,0.000-1.000-528-16,2.000 2.000-128 0,-2.000 0.000 0 0,0.000 0.000-16 15,0.000 1.000-288-15,0.000 0.000-48 0,0.000 0.000-16 0,0.000 0.000 0 0,0.000 1.000 16 0,0.000-1.000 0 16,0.000 0.000 0-16,0.000 0.000 0 0,0.000 1.000 416 0,0.000-1.000 96 15,0.000 0.000 16-15,0.000 0.000 0 16,0.000 1.000-1456-16,0.000-1.000-528 0,0.000 1.000 16 0,0.000-1.000 0 0,0.000 0.000 896 0,-2.000 1.000 176 0,2.000 0.000 32 0,-1.000 1.000 16 31,-3.000 1.000 32-31,1.000 0.000 16 0,0.000 2.000 0 0,0.000 1.000 0 0,-3.000 0.000-416 0,-1.000 0.000-96 0,2.000 2.000-16 0,-3.000 2.000 0 16,0.000-2.000 192-16,2.000 2.000 48 16,-1.000 0.000 0-16,-2.000 0.000 0 0,2.000 2.000-224 0,-1.000-2.000-144 15,-1.000 2.000 192-15,1.000 0.000-192 0,1.000 1.000 128 0,-4.000 0.000-128 16,3.000 1.000 0-16,-3.000 0.000 0 0,1.000 0.000 0 0,1.000 0.000 0 15,-2.000 0.000 0-15,1.000-1.000 0 0,1.000-2.000 0 0,1.000-1.000 0 0,1.000-2.000 0 0,-1.000 1.000 0 16,0.000 0.000 0-16,2.000-2.000 0 16,-1.000 0.000 0-16,-1.000 0.000 0 0,2.000-2.000 0 0,1.000-1.000 0 15,2.000 0.000 0-15,-2.000-2.000 0 0,2.000 0.000 0 0,3.000-1.000 0 0,-3.000 0.000 0 0,3.000-1.000 0 0,0.000 0.000 0 0,0.000 0.000 0 16,0.000-1.000 0-16,0.000 0.000 0 0,0.000-1.000-144 16,3.000 0.000-48-16,-1.000-1.000 0 0,2.000-2.000 0 15,1.000-1.000-2304-15,0.000-1.000-448 0</inkml:trace>
  <inkml:trace contextRef="#ctx0" brushRef="#br0">2997.000 4731.000 2751 0,'2.000'-3.000'256'0,"-2.000"0.000"-256"0,2.000 1.000 0 0,-1.000 0.000 0 0,-1.000 1.000 544 0,0.000 0.000 64 0,2.000 0.000 16 0,-1.000-2.000 0 0,1.000 0.000 1184 0,1.000-2.000 240 0,1.000-1.000 64 0,-3.000 2.000 0 0,2.000 0.000-480 16,0.000 0.000-96-16,1.000 2.000 0 0,-1.000 1.000-16 0,-2.000-1.000-352 0,3.000 1.000-64 16,-3.000 0.000-16-16,3.000 1.000 0 0,-3.000-1.000-368 0,2.000 1.000-80 15,0.000-1.000 0-15,-1.000 1.000-16 0,0.000 0.000-176 0,-1.000-1.000-48 16,2.000 1.000 0-16,-1.000 0.000 0 0,1.000-2.000 64 0,1.000 2.000 16 16,0.000-1.000 0-16,-1.000 1.000 0 0,-1.000 0.000 656 0,1.000 0.000 128 15,-1.000-1.000 16-15,1.000 1.000 16 0,0.000 0.000-960 0,1.000 0.000-192 16,0.000 1.000-144-16,-1.000-1.000 192 0,-1.000 0.000-192 0,3.000 1.000 0 0,-2.000 1.000 0 15,0.000 1.000 0-15,2.000-2.000 0 0,1.000 2.000 0 0,1.000 0.000 0 0,-1.000 0.000 0 16,2.000 1.000 0-16,-1.000 0.000 0 16,-7.000-4.000 0-16,0.000 0.000 0 0,0.000 0.000 0 0,0.000 0.000 0 0,35.000 36.000 0 0,-35.000-36.000 0 15,0.000 0.000 0-15,0.000 0.000 0 16,0.000 0.000 0-16,41.000 37.000 128 0,-41.000-37.000-128 0,0.000 0.000 128 16,0.000 0.000-128-16,33.000 32.000 128 0,-33.000-32.000 0 0,0.000 0.000-128 0,0.000 0.000 192 0,0.000 0.000-64 15,0.000 0.000-128-15,33.000 37.000 128 0,-30.000-33.000-128 0,0.000 1.000 128 16,-1.000-1.000-128-16,1.000-1.000 128 0,-1.000 1.000-128 0,1.000-1.000 128 15,0.000 0.000-128-15,-1.000-1.000 0 0,-1.000 1.000 144 0,-1.000-1.000-144 0,2.000 0.000 128 16,-2.000-1.000-128-16,0.000 0.000 160 0,1.000 0.000-160 16,-1.000-1.000 128-16,0.000 1.000-128 0,0.000-1.000 0 0,0.000 1.000 0 15,0.000-1.000 0-15,0.000 1.000 0 0,-1.000 0.000 0 0,1.000 1.000-15168 16</inkml:trace>
  <inkml:trace contextRef="#ctx0" brushRef="#br1">1110.000 6702.000 1839 0,'-2.000'-1.000'160'0,"2.000"0.000"-160"0,-1.000 1.000 0 0,1.000 0.000 0 16,0.000 0.000 960-16,0.000 0.000 144 0,-2.000-2.000 48 0,2.000 2.000 0 0,0.000 0.000 336 0,0.000-1.000 80 0,0.000 1.000 16 0,-2.000-1.000 0 0,2.000 0.000-112 0,0.000 0.000-32 15,-1.000 0.000 0-15,1.000 0.000 0 0,0.000 0.000-416 0,0.000 1.000-64 16,0.000-1.000-32-16,-2.000 0.000 0 0,2.000 0.000-144 0,0.000 0.000-16 16,0.000 0.000-16-16,0.000-1.000 0 0,0.000 1.000-112 0,0.000-1.000 0 15,-1.000 0.000-16-15,1.000 0.000 0 0,0.000-1.000 16 0,-2.000 2.000 16 16,2.000-1.000 0-16,0.000 1.000 0 0,0.000-1.000-384 0,0.000 1.000-80 0,0.000-1.000 0 15,-2.000 0.000-16-15,2.000-1.000 80 0,0.000 1.000 32 0,0.000 0.000 0 16,0.000 0.000 0-16,0.000 0.000-32 0,0.000-1.000-16 0,-1.000 1.000 0 0,1.000-1.000 0 16,0.000 0.000-96-16,1.000 1.000-16 0,-1.000-1.000 0 0,0.000 0.000 0 15,0.000 1.000 64-15,0.000-1.000 0 0,0.000-1.000 0 0,0.000 1.000 0 16,2.000 0.000 0-16,-2.000 0.000 0 0,0.000-1.000 0 0,0.000 1.000 0 16,0.000-1.000 0-16,0.000-1.000 16 0,2.000 1.000 0 0,-2.000 0.000 0 0,1.000 0.000-64 15,-1.000 0.000-16-15,0.000-1.000 0 0,0.000 0.000 0 16,2.000 0.000-128-16,-2.000 1.000 0 0,3.000-1.000 0 0,-3.000-1.000 128 0,2.000 1.000-128 15,-1.000 0.000 0-15,1.000 0.000 0 0,0.000 0.000 0 0,-1.000-2.000 0 16,2.000 2.000 0-16,-1.000-1.000 0 0,-1.000 1.000 0 0,1.000-1.000 0 16,0.000 1.000 0-16,-1.000 0.000 0 0,2.000-1.000 0 0,-3.000 1.000 0 0,2.000-2.000 0 15,1.000 1.000 0-15,-1.000 0.000 0 0,-2.000 1.000 0 0,3.000-2.000 0 16,0.000 1.000 0-16,-1.000 0.000 0 0,-1.000-1.000 160 0,1.000 1.000-160 16,1.000 0.000 192-16,0.000 0.000-192 0,-1.000-2.000 400 15,1.000 1.000-16-15,-1.000 0.000-16 0,1.000-1.000 0 0,0.000 1.000-368 0,0.000 0.000 144 16,-1.000 1.000-144-16,1.000-2.000 0 0,0.000 2.000 0 0,-1.000 0.000 0 0,1.000 0.000 0 15,-1.000-2.000 0-15,1.000 2.000 128 0,0.000 0.000-128 16,0.000-1.000 0-16,-1.000 1.000 0 0,1.000 0.000 0 0,0.000-1.000 0 16,-1.000 2.000 128-16,0.000 0.000-128 0,-1.000 0.000 0 0,1.000 0.000 0 0,1.000 0.000 0 0,0.000-2.000 0 15,0.000 2.000 0-15,-1.000-1.000 0 16,1.000 1.000 128-16,-1.000 0.000-128 0,1.000 0.000 0 0,-1.000 0.000 0 0,1.000 0.000 0 16,0.000-1.000 0-16,0.000 0.000 0 0,0.000 1.000 0 0,-1.000-1.000 0 15,1.000 1.000 0-15,-1.000 0.000 0 0,1.000 1.000 128 16,-1.000 0.000-128-16,1.000-1.000 0 0,0.000 0.000 128 0,0.000-2.000-128 0,0.000 2.000 0 15,-1.000-1.000 0-15,1.000 1.000 0 0,0.000-2.000 0 16,1.000 2.000 128-16,-1.000 0.000-128 0,0.000-1.000 208 0,0.000 1.000-16 0,2.000-2.000 0 0,-2.000 2.000 0 0,0.000-1.000 288 0,2.000 0.000 48 16,-3.000-1.000 16-16,4.000 2.000 0 0,-3.000-1.000-416 15,-1.000-1.000-128-15,3.000-1.000 0 0,-2.000 2.000 0 0,2.000-1.000 0 16,-2.000-1.000 0-16,3.000 2.000 0 0,-3.000 0.000 0 0,2.000-1.000 128 16,0.000 0.000-128-16,-1.000 1.000 0 0,0.000 0.000 0 0,1.000-1.000 0 0,0.000 0.000 0 0,1.000 1.000 0 15,-1.000-1.000 0 1,1.000-1.000 0-16,-3.000 1.000 0 0,2.000 0.000 0 0,0.000-1.000 0 0,0.000 1.000 0 15,1.000 0.000 0-15,-1.000-2.000 0 0,-2.000 2.000 0 0,1.000 1.000 0 16,-1.000 0.000 0-16,3.000-1.000 0 0,-1.000 0.000 0 16,-2.000 2.000 0-16,2.000-1.000 0 0,-2.000-2.000 0 0,2.000 2.000 0 15,1.000 0.000 0-15,-1.000-1.000 0 0,-2.000 2.000 0 0,1.000 0.000 0 16,-1.000 0.000 0-16,2.000 0.000 0 0,1.000-2.000 0 0,-3.000 2.000 0 16,2.000-1.000 0-16,0.000 1.000 0 0,-2.000-1.000 0 0,3.000 1.000 0 0,-3.000-1.000 128 0,2.000 0.000-128 15,-1.000 0.000 0-15,-1.000 1.000 0 0,2.000 0.000 0 0,-1.000 0.000 0 16,1.000-1.000 0-16,0.000-3.000 0 0,0.000 2.000 0 0,2.000 0.000 0 15,-2.000-1.000 0-15,0.000 1.000 0 0,0.000 0.000 128 0,2.000 0.000-128 16,0.000 0.000 0-16,0.000 0.000 0 0,0.000-2.000 128 0,2.000 2.000-128 16,-3.000 0.000 0-16,3.000 0.000 0 0,0.000-2.000 0 0,-1.000 1.000 0 15,0.000 1.000 0-15,3.000-2.000 0 0,-1.000 0.000 0 0,1.000 1.000 0 16,-1.000-2.000 0-16,0.000 2.000 0 0,2.000 0.000 0 0,-2.000 1.000 0 0,1.000-1.000 0 0,-2.000-1.000 0 16,2.000 2.000 0-16,-1.000 0.000 0 15,1.000-1.000 0-15,-3.000 0.000 0 0,2.000 1.000 128 0,1.000 0.000-128 16,-3.000 0.000 0-16,3.000 0.000 0 0,-1.000 0.000 128 0,0.000-1.000-128 15,1.000 2.000 0-15,-2.000-1.000 0 0,2.000 1.000 448 0,-1.000-1.000 0 16,-2.000 1.000-16-16,2.000 0.000 0 0,-1.000 0.000-288 0,-1.000 0.000-144 0,0.000 0.000 160 16,0.000 1.000-160-16,0.000 0.000 0 0,0.000-2.000 0 0,0.000 2.000 0 0,0.000 0.000 0 15,-1.000 1.000 0-15,-1.000 0.000 0 0,-1.000-2.000 0 0,4.000 2.000 0 16,-2.000-1.000 0-16,1.000 1.000 0 0,-2.000-1.000 0 0,1.000-1.000 0 16,-1.000 2.000 0-16,-1.000 0.000 0 0,4.000 0.000 0 0,-2.000-1.000 0 15,1.000 0.000 0-15,0.000 0.000 0 0,0.000 0.000 0 0,0.000 1.000 0 0,1.000-1.000 0 16,-1.000-2.000 0-16,2.000 2.000 0 0,-2.000 0.000 0 15,3.000-1.000 0-15,-1.000 0.000 0 0,-1.000 1.000 0 0,0.000-1.000 0 0,0.000 2.000 0 16,-1.000 0.000 0-16,0.000-1.000 0 0,1.000 1.000 0 16,1.000 0.000 0-16,-2.000-1.000 0 0,2.000 1.000 0 0,-2.000 0.000 0 15,3.000 0.000 0-15,-1.000-1.000 0 0,-1.000 1.000 0 0,-1.000 0.000 0 0,2.000 0.000 0 0,1.000 0.000 0 16,-3.000-2.000 0-16,3.000 2.000 0 0,-1.000-1.000 0 0,-2.000 1.000 0 16,3.000 0.000 0-16,0.000-2.000 0 0,0.000 2.000 0 15,-1.000 0.000 0-15,1.000 0.000 0 0,-3.000 0.000 0 16,2.000 0.000 0-16,1.000-1.000 0 0,-1.000 1.000 0 0,1.000 1.000 0 0,-3.000-1.000 0 0,0.000 1.000 0 0,3.000 0.000 0 0,-3.000-1.000 0 15,2.000 1.000 0-15,2.000-1.000 0 16,-3.000 1.000 0-16,1.000 0.000 0 0,0.000 0.000 0 0,1.000 1.000 0 16,-1.000-1.000 0-16,0.000-2.000 0 0,-1.000 2.000 0 0,1.000 0.000 0 15,4.000 0.000 0-15,-4.000 0.000 0 0,2.000 1.000 0 0,-2.000-1.000 0 0,3.000 1.000 0 16,-2.000-1.000 0-16,0.000 1.000 0 0,-1.000 0.000 0 0,2.000 1.000 0 16,0.000-1.000 0-16,0.000 0.000 0 0,-2.000 0.000 0 0,-3.000 1.000 0 15,4.000 1.000 0-15,-1.000-1.000 0 0,0.000 0.000 0 0,0.000 0.000 0 16,0.000 0.000 0-16,-1.000 0.000 0 0,0.000 1.000 0 15,-1.000-1.000 0-15,1.000 1.000 0 0,-1.000 0.000 0 0,0.000 0.000 0 16,0.000 0.000 0-16,0.000-1.000 0 0,0.000 1.000 0 0,0.000 0.000 0 31,0.000 0.000 0-31,0.000 0.000 0 0,0.000 0.000 0 0,0.000 0.000 0 0,0.000 0.000 0 0,0.000 0.000 0 0,0.000-1.000 0 0,0.000 1.000 0 0,2.000 0.000 0 0,-2.000 0.000 0 0,1.000 0.000 0 0,-1.000 0.000 0 16,0.000 0.000 0-16,3.000 0.000 0 0,-3.000 0.000 0 16,1.000 1.000 0-16,2.000-1.000 0 0,-2.000 0.000 0 0,1.000 0.000 0 0,-2.000 0.000 0 15,0.000 0.000 0-15,1.000-1.000 0 16,-2.000 2.000 0-16,3.000-1.000 0 0,-1.000 0.000 0 0,-1.000 0.000 0 15,0.000 0.000 0-15,2.000 1.000 0 0,-2.000-1.000 0 0,1.000 1.000 0 0,1.000-1.000 0 0,-2.000 0.000 0 16,1.000 0.000 0-16,-1.000 1.000 0 0,1.000-1.000 0 16,0.000 1.000 0-16,-1.000-1.000 0 0,0.000 1.000 0 15,0.000-1.000 0-15,0.000 1.000 0 0,-1.000-1.000 0 0,0.000 1.000 0 16,1.000-1.000 0-16,-1.000 1.000 0 0,2.000 0.000 0 0,-2.000 0.000 0 0,1.000 0.000 0 16,0.000 0.000 0-16,-2.000 0.000 0 0,-1.000-1.000 0 15,3.000 1.000 0-15,-2.000 0.000 0 0,1.000-1.000 0 0,-1.000 1.000 0 0,-1.000 0.000 0 16,3.000 0.000 0-16,-2.000 0.000 0 0,-1.000-1.000 0 0,3.000 2.000 0 0,0.000-1.000 0 0,-3.000 0.000 0 0,2.000 0.000 0 15,0.000 0.000 0-15,0.000-1.000 0 16,-1.000 1.000 0-16,2.000 0.000 0 0,-2.000 0.000 0 0,-1.000 0.000 0 0,2.000 0.000 0 0,1.000 0.000 0 0,-2.000 0.000 0 16,1.000 1.000 0-1,-1.000-1.000 0-15,0.000 0.000 0 0,2.000 1.000 0 0,-3.000-1.000 0 16,2.000-1.000 0-16,0.000 1.000 0 0,0.000 0.000 0 0,0.000 0.000 0 0,0.000 2.000 0 16,1.000-2.000 0-16,-1.000 1.000 0 0,2.000-1.000 0 15,-2.000 0.000 0-15,-1.000 0.000 0 0,1.000 0.000 0 0,0.000 0.000 0 16,0.000 0.000 0-16,1.000 0.000 0 0,0.000 0.000 0 0,-2.000 1.000 0 15,1.000-1.000 0-15,-2.000 0.000 0 0,2.000 0.000 0 0,0.000 0.000 0 16,0.000 0.000 0-16,0.000 0.000 0 0,-2.000-1.000 0 0,2.000 1.000 0 0,-2.000 0.000 0 16,0.000-1.000 0-16,2.000 1.000 0 0,-2.000 1.000 0 15,0.000-2.000 0-15,2.000 1.000 0 0,-2.000-1.000 0 0,0.000 1.000 0 0,2.000 0.000 0 16,0.000 0.000 0-16,0.000-1.000 0 0,-2.000 1.000 0 0,0.000 0.000 0 0,2.000-1.000 0 16,0.000 1.000 0-16,0.000 0.000 0 0,-1.000 0.000 0 0,2.000 0.000 0 15,-2.000 1.000 0-15,1.000 0.000 0 0,0.000 0.000 0 0,-2.000-1.000 0 16,0.000-1.000 0-16,0.000 1.000 0 0,0.000 0.000 0 0,3.000 1.000 0 15,-2.000-1.000 0-15,-1.000 2.000 0 0,0.000-1.000 0 0,1.000-1.000 0 16,1.000 1.000 0-16,-2.000-1.000 0 0,-1.000 1.000 0 0,1.000-1.000 0 16,3.000 1.000 0-16,-3.000-1.000 0 0,0.000 1.000 0 0,0.000 0.000 0 15,1.000 0.000 0-15,-1.000 0.000 0 0,0.000-1.000 0 0,-2.000 1.000 0 16,3.000 0.000 0-16,0.000-1.000 0 0,-2.000 1.000 0 0,1.000 0.000 0 16,-1.000 0.000 0-16,1.000-1.000 0 0,0.000 1.000 0 0,0.000 0.000 0 15,-2.000 0.000 0-15,3.000 0.000 0 0,-2.000 0.000 0 0,0.000-1.000 0 0,1.000 1.000 0 0,0.000 1.000 0 16,1.000-1.000 0-16,-1.000 0.000 0 0,1.000 1.000 0 15,-1.000-1.000 0-15,0.000 0.000 0 0,0.000 0.000 0 0,1.000 0.000 0 0,-1.000-1.000 0 16,0.000 1.000 0-16,0.000 0.000 0 0,-2.000 1.000 0 0,3.000-2.000 0 16,-1.000 2.000 0-16,0.000-1.000 0 0,-2.000-1.000 0 0,2.000 1.000 0 15,1.000 0.000 0-15,-1.000 0.000 0 0,-2.000-1.000 0 0,0.000 0.000 0 16,2.000 1.000 0-16,-3.000-1.000 0 0,4.000 0.000 0 0,-3.000 1.000 0 16,1.000-1.000 0-16,-1.000 2.000 0 0,2.000-2.000 0 0,-2.000 1.000 0 15,3.000-1.000 0-15,-3.000 1.000 0 0,2.000-1.000 0 0,-2.000 0.000 0 0,2.000 1.000 0 0,0.000 0.000 0 16,1.000 0.000 0-16,-1.000-1.000 0 0,0.000 1.000 0 0,2.000 0.000 0 15,-3.000 2.000 0-15,1.000-2.000 0 0,1.000 0.000 0 0,1.000 1.000 0 16,1.000 0.000 0-16,-3.000 0.000 0 0,-1.000-1.000 0 0,1.000 0.000 0 16,0.000 0.000 0-16,1.000 1.000 0 0,-1.000 1.000 0 0,2.000-1.000 0 15,-2.000 0.000 0-15,2.000 0.000 0 0,0.000 0.000 0 16,-7.000-3.000 0-16,0.000 0.000 0 0,0.000 0.000 0 0,29.000 14.000 0 0,-23.000-11.000 0 0,0.000 0.000 0 0,-6.000-3.000 0 16,0.000 0.000 0-16,0.000 0.000 0 0,0.000 0.000 0 0,31.000 17.000 0 15,-31.000-17.000 0-15,0.000 0.000 0 16,0.000 0.000 0-16,0.000 0.000 0 0,29.000 17.000 0 0,-24.000-12.000 0 0,-1.000-2.000 0 0,1.000 1.000 0 15,1.000-1.000 0-15,-1.000 1.000 0 16,0.000-1.000 0-16,1.000 1.000 0 0,-1.000 1.000 0 0,0.000-2.000 0 0,2.000 1.000 0 16,-1.000 0.000 0-16,0.000 0.000 0 0,-1.000 0.000 0 0,2.000 1.000 0 15,-7.000-5.000 0-15,0.000 0.000 0 0,0.000 0.000 0 0,0.000 0.000 0 16,33.000 23.000 0-16,-27.000-19.000 0 0,-1.000 0.000 0 16,0.000 1.000 0-16,3.000-1.000 0 0,-3.000 1.000 0 0,0.000-1.000 0 0,-5.000-4.000 0 15,0.000 0.000 0-15,0.000 0.000 0 0,0.000 0.000 0 16,0.000 0.000 0-16,29.000 27.000 0 0,-24.000-23.000 0 0,0.000 0.000 0 0,-1.000 0.000 0 15,-1.000 1.000 0-15,-3.000-5.000 0 0,0.000 0.000 0 0,0.000 0.000 0 0,0.000 0.000-128 16,0.000 0.000 128-16,29.000 28.000 0 0,-24.000-24.000 0 0,2.000 0.000 0 0,-7.000-4.000 0 16,0.000 0.000 0-16,0.000 0.000 0 0,0.000 0.000 0 0,0.000 0.000 0 15,31.000 28.000 0-15,-26.000-24.000 0 0,-2.000 1.000 0 0,3.000-1.000 0 16,-1.000 0.000 0-16,-2.000 0.000 0 0,2.000 0.000 0 0,-5.000-4.000 0 0,0.000 0.000 0 16,0.000 0.000 0-16,0.000 0.000 0 15,0.000 0.000 0-15,0.000 0.000 0 0,29.000 36.000 0 0,-29.000-36.000 0 16,0.000 0.000 0-16,0.000 0.000 0 0,0.000 0.000 0 0,28.000 28.000 0 0,-28.000-28.000 0 0,0.000 0.000 0 15,0.000 0.000 0-15,0.000 0.000 0 0,0.000 0.000 0 16,29.000 30.000 0-16,-29.000-30.000 0 0,0.000 0.000 0 16,0.000 0.000 0-16,0.000 0.000 0 0,0.000 0.000 0 0,31.000 31.000 0 0,-31.000-31.000 0 0,0.000 0.000 0 0,0.000 0.000 0 0,0.000 0.000 0 15,27.000 29.000 0 1,-27.000-29.000 0-16,0.000 0.000 0 0,0.000 0.000 0 0,0.000 0.000 0 0,0.000 0.000 0 16,29.000 34.000 0-16,-29.000-34.000 0 0,0.000 0.000 0 0,0.000 0.000 0 0,0.000 0.000 0 15,0.000 0.000 0-15,27.000 34.000 0 0,-27.000-34.000 0 0,0.000 0.000 0 16,0.000 0.000 0-16,0.000 0.000 0 0,0.000 0.000 0 15,0.000 0.000 0-15,30.000 41.000 0 0,-30.000-41.000 0 0,0.000 0.000 0 16,0.000 0.000 0-16,0.000 0.000 0 0,0.000 0.000 0 0,28.000 38.000 0 0,-28.000-38.000 0 0,0.000 0.000 0 16,0.000 0.000 0-16,0.000 0.000 0 0,0.000 0.000 0 15,0.000 0.000 0-15,25.000 40.000 0 0,-23.000-35.000 0 16,-2.000-5.000 0-16,0.000 0.000 0 0,0.000 0.000 0 0,0.000 0.000 0 16,0.000 0.000 0-16,0.000 0.000 0 0,0.000 0.000 0 0,0.000 0.000 0 15,27.000 35.000 0-15,-25.000-31.000 0 0,-1.000-1.000 0 0,3.000 2.000 0 16,-3.000-2.000 0-16,2.000 1.000 0 0,0.000 0.000 0 0,-1.000 0.000 0 0,-2.000-4.000 0 15,0.000 0.000 0-15,0.000 0.000 0 0,0.000 0.000 0 0,0.000 0.000 0 16,0.000 0.000 0-16,0.000 0.000 0 0,0.000 0.000 0 0,0.000 0.000 0 16,0.000 0.000 0-16,0.000 0.000 0 0,0.000 0.000 0 0,22.000 41.000 0 0,-22.000-38.000 0 15,2.000 0.000 0-15,-2.000 0.000 0 0,0.000-3.000 0 0,0.000 0.000 0 16,0.000 0.000 0-16,0.000 0.000 0 0,0.000 0.000 0 0,0.000 0.000 0 16,0.000 0.000 0-16,0.000 0.000 0 0,0.000 0.000 0 0,0.000 0.000 0 15,0.000 0.000 0-15,0.000 0.000 0 0,0.000 0.000 0 0,13.000 44.000 0 16,-13.000-44.000 0-16,0.000 0.000 0 0,0.000 0.000 0 0,0.000 0.000 0 0,0.000 0.000 0 15,0.000 0.000 0-15,0.000 0.000 0 0,0.000 0.000 0 0,0.000 0.000 0 16,0.000 0.000 0-16,0.000 0.000 0 0,13.000 48.000 0 0,-12.000-45.000 0 16,-1.000 0.000 0-16,0.000-3.000 0 0,0.000 0.000 0 0,0.000 0.000 0 0,0.000 0.000 0 15,0.000 0.000 0-15,0.000 0.000 0 16,0.000 0.000 0-16,0.000 0.000 0 0,0.000 0.000 0 0,0.000 0.000 0 0,0.000 0.000 0 0,8.000 48.000 0 16,-8.000-48.000 0-16,0.000 0.000 0 0,0.000 0.000 0 0,0.000 0.000 0 15,0.000 0.000 0-15,0.000 0.000 0 0,0.000 0.000 0 0,0.000 0.000 0 16,0.000 0.000 0-16,0.000 0.000 0 0,0.000 0.000 0 0,13.000 46.000 0 15,-13.000-46.000 0-15,0.000 0.000 0 0,0.000 0.000 0 0,0.000 0.000 0 16,0.000 0.000 0-16,0.000 0.000 0 0,0.000 0.000 0 0,0.000 0.000 0 16,0.000 0.000 0-16,0.000 0.000 0 0,0.000 0.000 0 0,11.000 49.000 0 0,-11.000-49.000 0 15,0.000 0.000 0-15,0.000 0.000 0 0,0.000 0.000 0 0,0.000 0.000 0 0,0.000 0.000 0 16,0.000 0.000 0-16,0.000 0.000 0 0,0.000 0.000 0 16,8.000 47.000 0-16,-8.000-47.000 0 0,0.000 0.000 0 15,0.000 0.000 0-15,0.000 0.000 0 0,0.000 0.000 0 0,0.000 0.000 0 16,0.000 0.000 0-16,0.000 0.000 0 0,0.000 0.000 0 0,7.000 46.000 0 0,-7.000-46.000 0 15,0.000 0.000 0-15,0.000 0.000 0 0,0.000 0.000 0 0,0.000 0.000 0 16,0.000 0.000 0-16,0.000 0.000 0 0,0.000 0.000 0 16,6.000 45.000 0-16,-6.000-45.000 0 0,0.000 0.000 0 0,0.000 0.000 0 0,0.000 0.000 0 0,0.000 0.000 0 15,0.000 0.000 0-15,0.000 0.000 0 0,0.000 0.000 0 0,0.000 0.000 0 16,0.000 0.000 0-16,0.000 0.000 0 0,7.000 47.000 0 0,-7.000-47.000 0 0,0.000 0.000 0 16,0.000 0.000 0-16,0.000 0.000 0 0,0.000 0.000 0 0,0.000 0.000 0 0,0.000 0.000 0 15,0.000 0.000 0-15,0.000 0.000 0 0,0.000 0.000 0 0,0.000 0.000 0 16,4.000 45.000 0-16,-4.000-45.000 0 0,0.000 0.000 0 0,0.000 0.000 0 15,0.000 0.000 0-15,0.000 0.000 0 16,0.000 0.000 0-16,0.000 0.000 0 0,0.000 0.000 0 0,0.000 0.000 0 16,0.000 0.000 0-16,0.000 0.000 0 0,0.000 0.000 0 0,0.000 0.000 0 15,0.000 0.000 0-15,0.000 0.000 0 0,0.000 0.000 0 0,8.000 46.000 0 0,-8.000-46.000 0 16,0.000 0.000 0-16,0.000 0.000 0 0,0.000 0.000 0 16,0.000 0.000 0-16,0.000 0.000 0 0,0.000 0.000 0 0,0.000 0.000 0 0,0.000 0.000 0 15,0.000 0.000 0-15,0.000 0.000 0 0,0.000 0.000 0 0,0.000 0.000 0 0,0.000 0.000 0 16,0.000 0.000 0-16,0.000 0.000 0 0,0.000 0.000 0 0,12.000 45.000 0 15,-11.000-43.000 0-15,-1.000 0.000 0 0,0.000-2.000 0 0,0.000 0.000 0 0,0.000 0.000 0 0,0.000 0.000 0 16,0.000 0.000 0-16,0.000 0.000 0 0,0.000 0.000 0 0,0.000 0.000 0 16,0.000 0.000 0-16,0.000 0.000 0 0,0.000 0.000 0 15,0.000 0.000 0-15,0.000 0.000 0 0,0.000 0.000 0 0,0.000 0.000 0 0,0.000 0.000 0 16,0.000 0.000 0-16,0.000 0.000 0 16,0.000 0.000 0-16,0.000 0.000 0 0,0.000 0.000 0 0,0.000 0.000 0 15,0.000 0.000 0-15,0.000 0.000 0 0,0.000 0.000 0 0,0.000 0.000 0 0,0.000 0.000 0 16,0.000 0.000 0-16,0.000 0.000 0 0,0.000 0.000 0 0,0.000 0.000 0 0,0.000 0.000 0 0,0.000 0.000 0 0,0.000 0.000 0 31,0.000 0.000 0-31,0.000 0.000 0 0,0.000 0.000 0 0,0.000 0.000 0 16,0.000 0.000 0-16,0.000 0.000 0 0,0.000 0.000 0 0,0.000 0.000 0 0,0.000 0.000 0 0,0.000 0.000 0 0,0.000 0.000 0 0,0.000 0.000 0 15,0.000 0.000 0-15,0.000 0.000 0 0,0.000 0.000 0 16,14.000 43.000 0-16,-14.000-41.000 0 0,0.000 0.000 0 16,0.000-1.000 0-16,0.000 1.000 0 0,0.000-1.000 0 0,0.000 0.000 0 15,0.000 0.000 0-15,0.000-1.000 0 0,0.000 1.000 0 0,0.000-1.000 0 16,0.000 0.000 0-16,0.000 0.000 0 0,0.000 0.000 0 0,0.000 0.000 0 0,0.000 0.000 0 15,0.000 0.000 0-15,0.000-1.000 0 0,0.000 1.000 0 16,0.000 0.000 0-16,0.000-1.000 0 0,0.000 1.000 0 0,0.000-1.000 0 0,0.000 0.000 0 16,-1.000-1.000-18160-16</inkml:trace>
  <inkml:trace contextRef="#ctx0" brushRef="#br1">5034.000 7022.000 18431 0,'0.000'0.000'1632'0,"0.000"-1.000"-1312"0,0.000 1.000-320 0,0.000 0.000 0 16,0.000 0.000-480-16,0.000 0.000-160 0,0.000-1.000-48 0,0.000 1.000 0 0,2.000-1.000 1840 0,-2.000 1.000 352 15,1.000-1.000 80-15,-1.000 1.000 16 0,0.000 0.000-736 0,0.000 0.000-144 16,0.000 0.000-16-16,0.000 0.000-16 0,3.000 0.000-192 0,-3.000 0.000-48 0,0.000 0.000 0 0,0.000 0.000 0 16,0.000 0.000-304-16,0.000 0.000-144 15,0.000 0.000 128-15,0.000 0.000-128 0,0.000 0.000 0 0,0.000 0.000 0 16,0.000 0.000 0-16,0.000 0.000 0 0,0.000 0.000 128 0,0.000 0.000-128 0,0.000 0.000 0 0,0.000 0.000 128 16,0.000 0.000 0-16,24.000 35.000 0 0,-24.000-35.000 0 15,0.000 0.000 0-15,0.000 0.000 96 0,0.000 0.000 16 0,0.000 0.000 0 0,18.000 42.000 0 16,-18.000-42.000 368-16,0.000 0.000 80 15,0.000 0.000 16-15,0.000 0.000 0 0,0.000 0.000-512 0,9.000 50.000-192 16,-9.000-50.000 176-16,0.000 0.000-176 0,0.000 0.000 160 0,0.000 0.000-160 0,4.000 47.000 160 0,-4.000-47.000-160 16,0.000 0.000 160-16,0.000 0.000-160 0,0.000 0.000 160 0,1.000 48.000-160 15,-1.000-48.000 0-15,0.000 0.000 0 0,0.000 0.000 0 0,0.000 0.000 0 16,0.000 0.000 160-16,-3.000 41.000-160 0,3.000-41.000 160 0,0.000 0.000-160 16,0.000 0.000 1008-16,0.000 0.000 96 0,0.000 0.000 32 0,-8.000 34.000 0 15,8.000-34.000-896-15,0.000 0.000-240 0,0.000 0.000 0 0,0.000 0.000 0 16,0.000 0.000 0-16,0.000 0.000 128 0,0.000 0.000-128 0,0.000 0.000 0 15,0.000 0.000 0-15,0.000 0.000 0 0,0.000 0.000 128 0,0.000 0.000-128 16,0.000 0.000 432-16,0.000 0.000 48 0,0.000 0.000 16 0,0.000 0.000 0 16,0.000 0.000 176-16,0.000 0.000 32 0,0.000 0.000 16 0,0.000 0.000 0 15,0.000 0.000-240-15,0.000 0.000-48 0,0.000 0.000-16 0,-10.000 8.000 0 16,10.000-12.000-192-16,0.000-1.000-32 0,0.000 0.000-16 0,0.000-1.000 0 0,0.000-1.000-176 16,0.000 1.000 0-16,2.000 0.000 0 0,-2.000 0.000 0 0,0.000-1.000 0 0,2.000 0.000 0 15,-1.000 1.000 0-15,1.000-3.000 0 0,0.000 2.000 0 0,-1.000-1.000 0 16,4.000-3.000 0-16,-4.000 1.000 0 0,3.000 2.000 0 0,-1.000-2.000 0 15,0.000 1.000 0-15,0.000-2.000 0 0,-1.000 2.000 0 0,1.000 0.000 0 16,3.000 0.000 0-16,-4.000 0.000 0 0,1.000 1.000 0 0,0.000 1.000 0 16,1.000 0.000 0-16,-1.000 1.000 0 0,0.000-1.000 0 0,2.000 1.000 0 15,-2.000 1.000 0-15,-2.000 0.000 0 0,3.000-1.000 0 0,-3.000 1.000 0 16,3.000 1.000 0-16,-3.000 0.000 0 0,3.000 0.000 0 0,0.000 0.000 0 0,-1.000-1.000 0 0,-1.000 1.000 0 16,1.000 1.000 0-16,0.000 0.000 0 0,-1.000 0.000 0 0,3.000-1.000 0 15,-2.000 0.000 0-15,2.000 1.000 0 0,-2.000 0.000 0 16,2.000 1.000 0-16,-2.000-1.000 0 0,2.000 1.000 0 0,1.000-1.000 0 0,0.000 1.000 0 15,-1.000 0.000 0-15,0.000 0.000 0 16,0.000-1.000 0-16,3.000 1.000 0 0,-2.000 0.000 0 0,-1.000 0.000 0 0,3.000 0.000 0 0,-3.000 0.000 0 16,1.000 0.000 0-16,-1.000 0.000 0 0,0.000 1.000 0 0,1.000-1.000 0 15,-1.000 0.000 0-15,-2.000 1.000 0 0,-1.000 1.000 0 0,1.000-1.000 0 16,-1.000 0.000 0-16,1.000 1.000 0 0,0.000 0.000 0 0,-1.000 0.000 0 16,-1.000 0.000 0-16,1.000-2.000 0 0,-1.000 2.000 0 0,1.000 0.000 0 15,-2.000 0.000 0-15,2.000 0.000 0 0,-2.000 0.000 0 0,0.000 0.000 0 0,0.000 0.000-256 0,0.000 0.000 64 16</inkml:trace>
  <inkml:trace contextRef="#ctx0" brushRef="#br1">747.000 7307.000 16575 0,'-2.000'0.000'1472'0,"2.000"0.000"-1168"0,0.000 0.000-304 0,0.000 0.000 0 0,0.000 0.000 512 0,0.000 0.000 64 0,0.000 0.000 0 0,0.000 0.000 0 0,0.000 0.000 1648 0,-1.000-1.000 336 0,2.000 1.000 64 0,-1.000 0.000 0 15,2.000-1.000-1216-15,-1.000 1.000-256 0,3.000-1.000-64 0,0.000 0.000 0 16,1.000-1.000-512-16,0.000 0.000-96 0,0.000 0.000-32 0,2.000 0.000 0 16,0.000-1.000 16-16,0.000 0.000 0 0,-1.000 0.000 0 0,3.000 0.000 0 15,-4.000 1.000 0-15,2.000-1.000 0 0,-1.000-1.000 0 0,2.000 1.000 0 16,-1.000 1.000-304-16,-1.000 0.000-160 0,0.000 0.000 160 0,-1.000 0.000-160 16,2.000 0.000 128-16,-3.000 1.000-128 0,-4.000 1.000 0 0,0.000 0.000 0 15,0.000 0.000 0-15,0.000 0.000 0 0,0.000 0.000 0 0,29.000 0.000 0 0,-29.000 0.000 0 0,0.000 0.000 0 16,0.000 0.000 0-16,0.000 0.000 0 15,0.000 0.000 0-15,0.000 0.000 0 0,0.000 0.000 0 0,0.000 0.000 0 0,0.000 0.000-128 0,0.000 0.000 128 16,35.000 6.000 0-16,-35.000-6.000 0 0,0.000 0.000-144 0,0.000 0.000 144 16,0.000 0.000 0-16,0.000 0.000-16544 0</inkml:trace>
  <inkml:trace contextRef="#ctx0" brushRef="#br1">1040.000 7079.000 20271 0,'0.000'-1.000'896'0,"0.000"0.000"192"0,0.000 1.000-880 0,0.000-1.000-208 0,0.000 1.000 0 0,1.000 0.000 0 16,-1.000 0.000 560-16,0.000 0.000 64 0,3.000-1.000 16 0,0.000 1.000 0 15,-1.000 0.000 480-15,-2.000 0.000 96 0,0.000 0.000 32 0,0.000 0.000 0 16,0.000 0.000-928-16,0.000 0.000-176 0,0.000 0.000-144 0,0.000 0.000 192 15,0.000 0.000 400-15,35.000 18.000 96 0,-35.000-18.000 16 0,0.000 0.000 0 16,0.000 0.000-96-16,0.000 0.000-16 0,0.000 0.000 0 0,23.000 49.000 0 16,-23.000-49.000-432-16,0.000 0.000-160 0,6.000 46.000 0 0,-6.000-46.000 144 15,5.000 38.000 432-15,-5.000-38.000 64 0,0.000 0.000 32 0,1.000 48.000 0 16,-1.000-48.000-160-16,0.000 0.000-16 0,0.000 47.000-16 0,0.000-47.000 0 0,0.000 0.000-480 16,-3.000 47.000 0-16,3.000-47.000 0 0,0.000 0.000 0 0,-3.000 34.000 0 15,3.000-34.000 0-15,0.000 0.000 0 0,-5.000 30.000 0 16,5.000-30.000 0-16,0.000 0.000 0 0,-6.000 30.000 0 0,6.000-30.000 0 15,0.000 0.000 0-15,0.000 0.000 0 0,-7.000 30.000 0 0,7.000-30.000 0 16,0.000 0.000 0-16,0.000 0.000 0 0,0.000 0.000 0 0,-9.000 24.000 0 0,9.000-24.000 0 0,0.000 0.000 0 0,0.000 0.000 0 16,0.000 0.000 0-16,0.000 0.000 0 0,0.000 0.000 0 0,0.000 0.000 0 15,0.000 0.000 0-15,0.000 0.000 0 0,-5.000 6.000 0 0,5.000-7.000 128 16,0.000-1.000-128-16,-2.000-2.000 400 0,1.000-1.000 48 0,1.000 1.000 0 0,0.000-1.000 0 16,0.000 0.000-112-16,-2.000-2.000-16 15,2.000 1.000 0-15,0.000-2.000 0 0,2.000-1.000-192 0,-2.000 0.000-128 0,0.000 2.000 160 0,1.000-2.000-160 16,1.000 0.000 128-16,1.000-1.000-128 15,-1.000-1.000 0-15,1.000 0.000 144 0,2.000 0.000-144 0,-2.000-1.000 0 0,2.000 0.000 0 16,0.000 0.000 128-16,-2.000-1.000-128 0,3.000 0.000 0 0,1.000 0.000 0 16,-3.000 1.000 0-16,1.000-1.000 0 0,0.000 2.000 0 0,1.000-1.000 0 15,-1.000 2.000 0-15,-2.000-1.000 0 0,2.000 1.000 0 0,0.000 0.000 0 0,1.000 2.000 0 0,-1.000 0.000 0 16,-2.000 0.000 0-16,2.000 1.000 128 0,0.000 1.000-128 0,0.000-1.000 0 16,-2.000 0.000 0-16,3.000 1.000 0 0,-2.000 0.000 0 15,-1.000-1.000 0-15,3.000 1.000 0 0,-1.000-2.000 0 0,1.000 2.000 0 16,-1.000-1.000 0-16,-1.000 2.000 0 0,2.000-1.000 0 0,-3.000 1.000 0 15,3.000-1.000 0-15,-2.000 1.000 0 0,-1.000 1.000 0 0,0.000 0.000 0 0,2.000 0.000 0 0,-2.000 0.000 0 16,0.000 1.000 0-16,-1.000 1.000 0 0,1.000 0.000 0 0,-1.000 0.000 0 16,1.000 1.000 0-16,-1.000-1.000 0 15,-1.000 1.000 0-15,2.000 0.000 0 0,0.000 0.000 0 0,-1.000 0.000 0 16,-2.000 1.000 0-16,3.000-1.000 0 0,-3.000 0.000 0 0,2.000 0.000 0 16,-1.000 1.000 0-16,-1.000-1.000 0 0,2.000 1.000 0 0,-2.000-1.000 0 15,2.000 1.000 0-15,-2.000-1.000 0 0,1.000 1.000 0 0,-1.000 0.000 0 0,0.000 0.000 0 16,0.000 0.000 0-16,0.000 0.000 0 0,0.000 0.000 0 15,0.000 0.000 0-15,0.000 0.000 0 0,0.000 0.000 0 0,0.000 0.000-17776 16</inkml:trace>
  <inkml:trace contextRef="#ctx0" brushRef="#br1">1084.000 6717.000 2751 0,'0.000'0.000'256'0,"0.000"-1.000"-256"0,0.000 1.000 0 0,-1.000-1.000 0 0,1.000 1.000 560 0,0.000 0.000 64 0,0.000-1.000 16 0,0.000 0.000 0 0,-2.000 0.000 288 0,2.000 0.000 64 16,0.000 0.000 16-16,0.000 1.000 0 0,-2.000-1.000-48 0,2.000 0.000-16 15,0.000 2.000 0-15,0.000-1.000 0 0,0.000 0.000 32 0,0.000 0.000 16 16,0.000 0.000 0-16,0.000 0.000 0 0,0.000 0.000 32 0,0.000 1.000 16 0,2.000-1.000 0 0,-2.000 0.000 0 15,0.000 0.000 0-15,0.000 0.000 0 0,0.000-1.000 0 0,0.000 1.000 0 0,0.000 0.000-96 0,0.000 1.000-32 16,0.000-1.000 0-16,0.000 0.000 0 0,0.000 0.000-464 0,0.000 0.000-80 16,2.000 1.000-32-1,-1.000-1.000 0-15,1.000 0.000-336 0,0.000 0.000 144 0,-1.000 0.000-144 0,2.000 0.000 0 16,0.000 0.000 128-16,-3.000 0.000-128 0,0.000 0.000 0 0,0.000 0.000 0 0,0.000 0.000 176 0,0.000 0.000-32 16,28.000 0.000 0-16,-28.000 0.000 0 15,0.000 0.000 752-15,17.000-2.000 160 0,-10.000 1.000 32 0,-3.000-1.000 0 16,3.000 0.000-800-16,1.000 0.000-160 0,-2.000 1.000-128 0,-1.000-2.000 192 15,2.000 1.000 48-15,0.000 0.000 16 0,-2.000 1.000 0 0,2.000 0.000 0 16,-1.000 1.000-256-16,0.000-1.000 128 0,2.000 0.000-128 0,-1.000 0.000 0 16,-1.000 1.000 0-16,0.000 0.000 128 0,1.000 0.000-128 0,-7.000 0.000 0 0,0.000 0.000 0 15,0.000 0.000 0-15,27.000-2.000 0 0,-19.000 1.000 0 0,-8.000 1.000 0 16,0.000 0.000 0-16,0.000 0.000 0 0,27.000-3.000 0 0,-20.000 2.000 0 0,-1.000 0.000 0 16,2.000 0.000 0-16,-3.000 0.000 0 0,1.000 0.000 0 0,-1.000 0.000 0 15,3.000 0.000 0-15,-3.000-1.000 0 0,1.000 1.000 0 0,-6.000 1.000 0 16,0.000 0.000 0-16,0.000 0.000 0 0,24.000-2.000 0 0,-24.000 2.000 128 15,0.000 0.000-128-15,0.000 0.000 0 0,28.000-2.000 0 0,-28.000 2.000 0 16,0.000 0.000 0-16,0.000 0.000 0 0,25.000-1.000 0 0,-25.000 1.000 0 16,0.000 0.000 0-16,0.000 0.000 0 0,0.000 0.000 0 0,28.000-1.000 0 15,-28.000 1.000 0-15,0.000 0.000 0 0,0.000 0.000 0 0,0.000 0.000 0 0,22.000-2.000 0 0,-17.000 1.000 0 16,1.000 0.000 128-16,-3.000 0.000-128 16,2.000 0.000 0-16,0.000 0.000 0 0,0.000 0.000 0 0,1.000 0.000 128 15,-1.000 0.000-128-15,-5.000 1.000 0 0,0.000 0.000 0 0,0.000 0.000 0 16,24.000-1.000 128-16,-24.000 1.000-128 0,0.000 0.000 0 0,0.000 0.000 128 0,27.000 0.000-128 0,-27.000 0.000 0 15,0.000 0.000 128-15,0.000 0.000-128 0,27.000-1.000 0 0,-22.000 1.000 0 16,1.000 0.000 0-16,-1.000 0.000 0 0,0.000-1.000 0 0,-5.000 1.000 0 16,0.000 0.000 0-16,0.000 0.000 128 0,24.000-2.000-128 0,-19.000 0.000 0 15,2.000 2.000 320-15,-2.000-1.000 32 0,0.000 1.000 0 0,0.000-1.000 0 16,-2.000 1.000 432-16,1.000-1.000 96 0,0.000 1.000 16 0,1.000 0.000 0 16,-2.000 0.000-752-16,2.000 0.000-144 0,-2.000-1.000 0 0,1.000 1.000 0 0,0.000 0.000 0 15,-1.000 0.000 0-15,2.000 0.000 0 0,-5.000 0.000 0 16,0.000 0.000 0-16,0.000 0.000 0 0,0.000 0.000 0 0,0.000 0.000 0 0,0.000 0.000 0 15,31.000 3.000 0-15,-28.000-3.000 0 0,3.000 0.000 0 16,-3.000 0.000 0-16,1.000 0.000 0 0,-1.000 0.000 0 0,2.000 0.000 0 16,0.000 0.000 0-16,1.000-1.000 0 0,-3.000 1.000 0 0,-3.000 0.000 0 15,0.000 0.000 0-15,0.000 0.000 0 0,0.000 0.000 0 0,0.000 0.000 0 16,29.000 1.000 0-16,-26.000-1.000 0 0,-3.000 0.000 0 0,0.000 0.000 0 0,0.000 0.000 0 0,0.000 0.000 0 16,0.000 0.000 0-16,0.000 0.000 0 0,35.000 5.000 0 0,-35.000-5.000 0 15,0.000 0.000 0-15,0.000 0.000 0 0,0.000 0.000 0 0,0.000 0.000 0 16,24.000 0.000 0-16,-24.000 0.000 0 0,0.000 0.000 0 0,0.000 0.000 0 15,0.000 0.000 0-15,0.000 0.000 0 0,0.000 0.000 0 0,26.000-1.000 0 16,-26.000 1.000 0-16,0.000 0.000 0 0,0.000 0.000 0 0,0.000 0.000 0 0,0.000 0.000 0 0,0.000 0.000 0 16,0.000 0.000 0-16,0.000 0.000 0 15,0.000 0.000 0-15,0.000 0.000 0 0,0.000 0.000 0 0,0.000 0.000 0 16,0.000 0.000-128-16,30.000 5.000 128 0,-28.000-5.000 0 0,-1.000 0.000 0 16,-1.000 0.000 0-16,0.000 0.000 0 0,0.000 0.000 0 0,0.000 0.000 0 15,0.000 0.000 0-15,0.000 0.000 0 0,0.000 0.000 0 0,0.000 0.000 0 0,0.000 0.000 0 16,0.000 0.000 0-16,29.000 2.000 0 0,-27.000-2.000 0 0,-2.000 0.000 0 15,0.000 0.000 0-15,0.000 0.000 0 0,0.000 0.000 0 0,0.000 0.000 0 0,0.000 0.000 0 16,0.000 0.000 0-16,0.000 0.000 0 0,27.000 0.000 0 0,-24.000-1.000 0 16,0.000 1.000 0-16,-3.000 0.000 0 0,0.000 0.000 0 0,0.000 0.000 0 15,0.000 0.000 0-15,0.000 0.000 0 0,23.000 0.000 0 0,-20.000 0.000 0 16,2.000 0.000 832-16,-2.000 0.000 144 0,0.000 0.000 48 0,1.000-1.000 0 16,0.000 1.000-816-16,-1.000-1.000-208 0,-1.000 1.000 0 0,0.000-1.000 0 0,-1.000 1.000 0 15,1.000-1.000 0-15,-1.000 1.000 128 0,1.000 0.000-128 31,0.000 0.000-784-31,-1.000 0.000-192 0,1.000 0.000-48 0,1.000-1.000 0 0,0.000 1.000 832 0,-1.000 1.000 192 0,1.000-1.000 0 0,-1.000-1.000 0 16,-1.000 1.000 0-16,2.000 0.000 0 0,-1.000 0.000 0 0,1.000 0.000 0 0,-1.000 0.000 0 16,1.000 0.000 0-16,0.000 1.000 0 0,0.000-2.000 0 0,-1.000 1.000 0 15,0.000 0.000 0-15,-1.000 0.000 0 0,1.000 0.000 0 0,-1.000 0.000 0 16,1.000-1.000 0-16,0.000 1.000 0 0,-1.000 0.000 0 0,-1.000 0.000 0 0,0.000 0.000 0 16,2.000 0.000 0-16,-2.000 0.000 0 0,2.000 0.000 0 0,-2.000 0.000 0 15,1.000 0.000 0-15,-1.000 0.000 0 0,0.000 0.000 0 0,0.000 0.000 0 0,3.000 0.000 0 16,-3.000 0.000 0-16,0.000 0.000 0 0,0.000 1.000 0 15,0.000-1.000 0-15,0.000 0.000 0 0,0.000 0.000 0 0,0.000 0.000 0 16,0.000 0.000-128-16,0.000 1.000 128 0,-3.000 1.000-272 0</inkml:trace>
  <inkml:trace contextRef="#ctx0" brushRef="#br1">2147.000 6664.000 911 0,'-2.000'-1.000'0'0,"2.000"0.000"0"0,0.000 0.000 0 15,0.000 1.000 0-15,0.000-1.000 512 0,0.000 1.000 32 0,0.000 0.000 0 0,-2.000 0.000 0 0,2.000 0.000 784 0,0.000 0.000 144 0,0.000-1.000 48 0,0.000 1.000 0 0,-1.000-1.000-160 0,1.000 1.000-16 0,-2.000 0.000-16 0,2.000 0.000 0 16,0.000-1.000-64-16,0.000 1.000-16 16,-2.000 0.000 0-16,2.000 0.000 0 0,0.000 0.000-416 0,-1.000 0.000-64 15,-1.000 0.000-32-15,2.000 1.000 0 0,-1.000-1.000-208 0,-1.000 0.000-32 0,2.000 1.000-16 16,-2.000-1.000 0-16,2.000 1.000-192 0,-1.000-1.000-32 0,-1.000 0.000-16 15,2.000 1.000 0-15,0.000-1.000-240 0,0.000 0.000 128 0,-3.000 1.000-128 16,3.000 0.000 0-16,0.000-1.000 0 0,0.000 1.000 0 0,0.000-1.000 0 0,-1.000 0.000 0 16,1.000 0.000 0-16,-2.000 0.000 0 0,2.000 1.000 144 0,0.000-1.000-144 0,0.000 0.000 720 15,0.000 1.000 64-15,0.000-1.000 16 0,0.000 0.000 0 16,0.000 0.000-480-16,0.000 0.000-80 0,2.000-1.000-32 0,-2.000 1.000 0 16,0.000 0.000 624-16,0.000 0.000 112 0,0.000 0.000 16 0,0.000 0.000 16 15,0.000-1.000-208-15,1.000 1.000-64 0,-1.000-1.000 0 0,0.000 0.000 0 16,3.000 0.000-240-16,-3.000-1.000-48 0,0.000 0.000-16 0,2.000-1.000 0 15,-1.000 1.000-128-15,-1.000-2.000-16 0,2.000 1.000-16 0,0.000-1.000 0 16,-1.000 0.000-48-16,2.000-1.000-16 0,-1.000-1.000 0 0,1.000 0.000 0 16,-1.000 0.000-176-16,1.000 0.000 0 0,0.000 0.000 0 0,-1.000 1.000 128 15,1.000 0.000-128-15,-1.000 0.000 0 0,-1.000 0.000 0 0,2.000-1.000 0 16,-1.000 1.000 0-16,1.000-1.000 0 0,-3.000 2.000 0 0,2.000-1.000 0 0,0.000 0.000 0 0,-1.000 1.000 0 16,2.000 0.000 0-16,-1.000 0.000 0 0,-1.000 0.000 0 15,-1.000 0.000 0-15,2.000 0.000 0 0,-1.000 0.000 0 0,1.000 0.000 0 0,0.000 1.000 0 16,-1.000-1.000 0-16,1.000 0.000 0 0,0.000-1.000 0 0,-1.000 1.000 0 15,1.000 0.000 0-15,1.000 0.000 0 0,0.000 0.000 0 0,-1.000 0.000 0 16,-1.000-2.000 0-16,1.000 1.000 0 0,1.000 0.000 0 0,0.000 1.000 0 16,-1.000-2.000 0-16,1.000 1.000 0 0,-1.000 1.000 0 0,1.000 0.000 0 15,0.000 0.000 0-15,0.000-1.000 0 0,-1.000 1.000 0 0,1.000 0.000 0 16,0.000 0.000 0-16,-1.000 0.000 0 0,1.000 0.000 0 0,-1.000 1.000 0 16,1.000-2.000 0-16,2.000 1.000 0 0,-2.000 0.000 0 0,-2.000 0.000 0 15,4.000 0.000 0-15,-3.000 0.000 0 0,1.000 0.000 0 0,-1.000 0.000 0 16,1.000 0.000 0-16,2.000-1.000 0 0,-2.000 2.000 0 0,0.000-1.000 0 0,0.000-2.000 0 0,1.000 2.000 0 15,-1.000-1.000 0-15,0.000 0.000 0 0,2.000 1.000 0 16,-2.000-2.000 0-16,0.000 2.000 0 0,0.000 0.000 0 16,-1.000 1.000 0-16,1.000-1.000 0 0,-1.000 1.000 0 0,1.000-1.000 0 0,2.000 0.000 0 0,-2.000 0.000 0 15,-2.000 0.000 0-15,1.000 0.000 0 0,1.000 1.000 0 0,-1.000-1.000 0 16,1.000 1.000 0-16,-1.000-1.000 0 0,1.000 0.000 0 0,0.000 0.000 0 16,0.000 0.000 0-16,-1.000-1.000 0 0,1.000 3.000 0 0,-1.000-1.000 0 15,1.000 0.000 0-15,-1.000 0.000 0 0,-1.000 0.000 0 0,3.000 0.000 0 16,-3.000 0.000 0-16,2.000-1.000 0 0,0.000 1.000 0 0,0.000 0.000 0 15,-1.000 0.000 0-15,1.000 0.000 0 0,-1.000 0.000 0 0,0.000 1.000 0 16,-1.000 0.000 0-16,1.000-2.000 0 0,1.000 2.000 0 0,0.000-1.000 0 16,0.000 0.000 0-16,-1.000-1.000 0 0,-1.000 1.000 0 0,3.000 0.000 0 0,-3.000 0.000 0 15,3.000 0.000 0-15,-3.000 0.000 128 0,3.000 0.000-128 0,-3.000 1.000 0 0,2.000-1.000 0 16,0.000 1.000 0-16,0.000-1.000 0 0,-1.000 1.000 0 0,1.000-1.000 0 16,-1.000 0.000 0-16,0.000 0.000 0 15,1.000 0.000 0-15,-1.000 0.000 0 0,-1.000 1.000 0 0,1.000-2.000 0 0,2.000 2.000 0 0,-4.000 0.000 0 0,3.000 0.000 0 16,-1.000-2.000 0-16,0.000 2.000 0 0,-1.000-1.000 0 15,1.000 1.000 128-15,1.000 0.000-128 0,-1.000 0.000 0 0,1.000-1.000 0 16,-1.000 1.000 0-16,2.000-1.000 0 0,-1.000 0.000 0 0,-1.000 0.000 0 16,1.000 1.000 0-16,-1.000-1.000 0 0,1.000 1.000 0 0,-1.000-1.000 0 0,0.000 1.000 0 0,-1.000 1.000 128 15,1.000-1.000-128-15,0.000-1.000 0 16,0.000 1.000 0-16,0.000-1.000 128 0,-1.000 1.000 64 0,1.000 1.000 16 16,0.000-1.000 0-16,-1.000 0.000 0 0,1.000 1.000 304 0,1.000-1.000 64 15,-1.000-1.000 16-15,0.000 1.000 0 0,1.000-1.000-464 0,-1.000 1.000-128 16,2.000-2.000 0-16,-3.000 2.000 0 0,1.000 0.000 0 0,1.000 0.000 0 15,-1.000 1.000 0-15,1.000-1.000 0 0,-1.000 0.000 0 0,1.000 1.000 0 0,-1.000-1.000 0 16,0.000 0.000 0-16,0.000 0.000 0 0,1.000-1.000 0 0,-1.000 0.000 0 16,1.000 1.000 0-16,-1.000 0.000 0 0,1.000-1.000 0 0,1.000 1.000 0 0,-1.000-1.000 0 0,4.000 0.000 0 15,-2.000 0.000 0-15,2.000 0.000 0 0,0.000-1.000 0 0,2.000 1.000 0 16,-3.000 0.000 0-16,3.000 0.000 0 0,0.000 0.000 0 0,-1.000 0.000 0 0,1.000 0.000 0 16,-1.000 0.000 0-16,2.000-1.000 0 15,-1.000 1.000 0-15,-2.000 1.000 0 0,1.000 0.000 0 0,0.000 0.000 0 0,-2.000 0.000 0 16,1.000 0.000 0-16,0.000 0.000 0 0,-2.000 0.000 0 0,0.000 1.000 0 0,0.000 0.000 0 0,0.000 0.000 0 0,1.000-2.000 0 31,-3.000 2.000 0-31,2.000-1.000 0 0,-1.000 1.000 0 0,-1.000-1.000 0 0,2.000 0.000 0 0,-1.000 1.000 0 0,1.000 0.000 0 16,-2.000-1.000 0-16,2.000 1.000 0 15,0.000-1.000 0-15,1.000 0.000 0 0,-1.000 0.000 0 16,0.000 0.000 0-16,1.000-1.000 0 0,2.000 1.000 0 0,-3.000 0.000 0 16,0.000 0.000 0-16,1.000 0.000 0 0,2.000 0.000 0 0,-3.000 0.000 0 15,0.000 0.000 0-15,0.000 1.000 0 0,-2.000-1.000 0 0,3.000 1.000 0 0,-1.000-1.000 0 16,0.000 1.000 0-16,-2.000 1.000 0 0,2.000-2.000 0 0,1.000 1.000 0 0,-1.000 0.000 0 0,0.000 0.000 0 15,0.000-1.000 0-15,1.000 1.000 0 0,0.000 0.000 0 16,-1.000 0.000 0-16,0.000-1.000 0 0,0.000 1.000 0 0,1.000 0.000 0 16,-1.000 0.000 0-16,0.000 1.000 0 0,1.000-1.000 0 0,-2.000 0.000 0 15,2.000 0.000 0-15,-1.000 1.000 0 0,-1.000 0.000 0 0,1.000-1.000 0 16,0.000 1.000 0-16,1.000-1.000 0 0,-1.000 1.000 0 0,0.000 0.000 0 16,0.000-1.000 0-16,3.000 1.000 0 0,-3.000 0.000 0 0,1.000 0.000 0 15,-1.000 0.000 0-15,1.000 0.000 0 0,1.000-1.000 0 0,-3.000 1.000 0 16,1.000 0.000 0-16,3.000 0.000 0 0,-3.000 0.000 0 0,0.000 0.000 0 15,-2.000 0.000 0-15,2.000 0.000 0 0,1.000 1.000 0 0,-1.000-1.000 0 16,0.000 0.000 0-16,0.000 0.000 0 0,0.000 0.000 0 0,-1.000 1.000 0 0,1.000-1.000 0 16,0.000 0.000 0-16,0.000 1.000 0 0,0.000-1.000 0 15,1.000 0.000 0-15,-6.000 0.000 0 0,0.000 0.000 0 0,0.000 0.000 0 0,0.000 0.000 0 0,25.000 3.000 0 16,-25.000-3.000 0-16,0.000 0.000 0 0,0.000 0.000 0 0,0.000 0.000 0 16,0.000 0.000 0-16,29.000 5.000 0 0,-24.000-5.000 0 0,0.000 1.000 0 15,-5.000-1.000 0-15,0.000 0.000 0 0,0.000 0.000 0 0,0.000 0.000 0 16,27.000 2.000 0-16,-27.000-2.000 0 0,0.000 0.000 0 0,0.000 0.000 0 15,0.000 0.000 0-15,0.000 0.000 0 0,32.000 6.000 0 0,-32.000-6.000 0 16,0.000 0.000 0-16,0.000 0.000 0 0,0.000 0.000 0 0,27.000 4.000 0 0,-27.000-4.000 0 16,0.000 0.000 0-16,0.000 0.000 0 0,0.000 0.000 0 0,0.000 0.000 0 15,27.000 5.000 0-15,-27.000-5.000 0 0,0.000 0.000 0 0,0.000 0.000 0 0,0.000 0.000 0 16,0.000 0.000 0-16,0.000 0.000 0 16,29.000 6.000 0-16,-24.000-5.000 0 0,-5.000-1.000 0 0,0.000 0.000 0 15,0.000 0.000 0-15,0.000 0.000 0 0,0.000 0.000 0 0,0.000 0.000 0 16,0.000 0.000 0-16,33.000 12.000 0 0,-33.000-12.000 0 0,0.000 0.000 0 15,0.000 0.000 0-15,0.000 0.000 0 0,0.000 0.000 0 0,31.000 8.000 0 16,-31.000-8.000 0-16,0.000 0.000 0 0,0.000 0.000 0 0,0.000 0.000-128 0,0.000 0.000 128 0,31.000 12.000 0 16,-26.000-10.000 0-16,0.000-1.000 0 0,0.000 0.000 0 0,-5.000-1.000 0 15,0.000 0.000 0-15,0.000 0.000 0 0,0.000 0.000 0 0,0.000 0.000 0 16,33.000 12.000 0-16,-33.000-12.000 0 0,0.000 0.000 0 0,0.000 0.000 0 0,0.000 0.000 0 16,34.000 14.000 0-16,-34.000-14.000 0 0,0.000 0.000 0 0,0.000 0.000 0 15,0.000 0.000 0-15,31.000 8.000 0 0,-31.000-8.000 0 0,0.000 0.000 0 16,0.000 0.000 0-16,0.000 0.000 0 0,0.000 0.000 0 0,29.000 9.000 0 15,-29.000-9.000 0-15,0.000 0.000 0 0,0.000 0.000 0 0,0.000 0.000 0 16,0.000 0.000 0-16,0.000 0.000 0 0,0.000 0.000 0 0,31.000 12.000 0 16,-29.000-11.000 0-16,-2.000-1.000 0 0,0.000 0.000 0 15,0.000 0.000 0-15,0.000 0.000 0 0,0.000 0.000 0 0,0.000 0.000 0 16,31.000 11.000 0-16,-31.000-11.000 0 0,0.000 0.000 0 0,0.000 0.000 0 0,0.000 0.000 0 0,0.000 0.000 0 16,0.000 0.000 0-16,0.000 0.000 0 0,32.000 13.000 0 0,-32.000-13.000 0 15,0.000 0.000 0-15,0.000 0.000 0 0,0.000 0.000 0 0,0.000 0.000 0 16,0.000 0.000 0-16,31.000 12.000 0 0,-31.000-12.000 0 0,0.000 0.000 0 15,0.000 0.000 0-15,0.000 0.000 0 0,0.000 0.000 0 0,0.000 0.000 0 16,31.000 13.000 0-16,-31.000-13.000 0 0,0.000 0.000 0 0,0.000 0.000 0 0,0.000 0.000 0 0,0.000 0.000 0 0,0.000 0.000 0 0,31.000 15.000 0 16,-31.000-15.000 0-1,0.000 0.000 0-15,0.000 0.000 0 0,0.000 0.000 0 16,0.000 0.000 784-16,0.000 0.000 192 0,0.000 0.000 48 0,33.000 18.000 0 16,-33.000-18.000-1664-16,0.000 0.000-320 0,0.000 0.000-64 0,0.000 0.000 0 15,0.000 0.000 832-15,0.000 0.000 192 0,0.000 0.000 0 0,32.000 18.000 0 16,-32.000-18.000 0-16,0.000 0.000 0 0,0.000 0.000 0 0,0.000 0.000 0 0,0.000 0.000 0 15,0.000 0.000 0-15,0.000 0.000 0 0,31.000 19.000 0 0,-31.000-19.000 0 0,0.000 0.000 0 16,0.000 0.000 0-16,0.000 0.000 0 0,0.000 0.000 0 0,0.000 0.000 0 16,0.000 0.000 0-16,0.000 0.000 0 0,0.000 0.000 0 0,30.000 23.000 0 15,-30.000-23.000 0-15,0.000 0.000 0 0,0.000 0.000 0 0,0.000 0.000 0 16,0.000 0.000 0-16,0.000 0.000 0 0,0.000 0.000 0 0,0.000 0.000 0 16,0.000 0.000 0-16,33.000 19.000 0 0,-33.000-19.000 0 0,0.000 0.000 0 15,0.000 0.000 0-15,0.000 0.000 0 0,0.000 0.000 0 0,0.000 0.000 0 0,0.000 0.000 0 0,0.000 0.000 0 0,0.000 0.000 0 0,0.000 0.000 0 31,0.000 0.000 0-31,0.000 0.000 0 0,0.000 0.000 0 0,31.000 28.000 0 16,-31.000-28.000 0-16,0.000 0.000 0 0,0.000 0.000 0 0,0.000 0.000 0 16,0.000 0.000 0-16,0.000 0.000 0 0,0.000 0.000 0 0,0.000 0.000 0 15,0.000 0.000 0-15,0.000 0.000 0 0,0.000 0.000 0 0,27.000 32.000 0 0,-27.000-32.000 0 16,0.000 0.000 0-16,0.000 0.000 0 0,0.000 0.000 0 16,0.000 0.000 0-16,0.000 0.000 0 0,0.000 0.000 0 0,0.000 0.000 0 0,0.000 0.000 0 0,22.000 39.000 0 15,-22.000-39.000 0-15,0.000 0.000 0 0,0.000 0.000 0 0,0.000 0.000 0 16,0.000 0.000 0-16,0.000 0.000 0 0,0.000 0.000 0 0,0.000 0.000 0 15,0.000 0.000 0-15,23.000 37.000 0 0,-23.000-37.000 0 0,0.000 0.000 0 16,0.000 0.000 0-16,0.000 0.000 0 0,0.000 0.000 0 0,0.000 0.000 0 16,0.000 0.000 0-16,0.000 0.000 0 0,0.000 0.000 0 0,0.000 0.000 0 15,19.000 40.000 0-15,-19.000-40.000 0 0,0.000 0.000 0 0,0.000 0.000 0 0,0.000 0.000 0 16,0.000 0.000 0-16,0.000 0.000 0 0,0.000 0.000 0 16,0.000 0.000 0-16,0.000 0.000 0 0,0.000 0.000 0 0,19.000 40.000 0 0,-19.000-40.000 0 0,0.000 0.000 0 15,0.000 0.000 0-15,0.000 0.000 0 0,0.000 0.000 0 0,0.000 0.000 0 16,0.000 0.000 0-16,0.000 0.000 0 15,0.000 0.000 0-15,0.000 0.000 0 0,0.000 0.000 0 0,0.000 0.000 0 16,16.000 41.000 0-16,-16.000-41.000 0 0,0.000 0.000 0 0,0.000 0.000 0 0,0.000 0.000 0 0,0.000 0.000 0 16,0.000 0.000 0-16,0.000 0.000 0 0,0.000 0.000 0 0,0.000 0.000-128 15,0.000 0.000 128-15,0.000 0.000 0 0,0.000 0.000 0 0,0.000 0.000 0 16,11.000 43.000 0-16,-11.000-43.000 0 0,0.000 0.000 0 0,0.000 0.000 0 16,0.000 0.000 0-16,0.000 0.000 0 0,0.000 0.000 0 0,0.000 0.000 0 15,0.000 0.000 0-15,0.000 0.000 0 0,0.000 0.000 0 0,0.000 0.000 0 16,5.000 42.000 0-16,-5.000-42.000 0 0,0.000 0.000 0 0,0.000 0.000 0 0,0.000 0.000 0 15,0.000 0.000 0-15,0.000 0.000 0 0,0.000 0.000 0 0,0.000 0.000 0 16,0.000 0.000 0-16,0.000 0.000 0 0,0.000 0.000 0 0,0.000 0.000 0 16,0.000 0.000 0-16,5.000 42.000 0 0,-5.000-42.000 0 0,0.000 0.000 0 15,0.000 0.000 0-15,0.000 0.000 0 0,0.000 0.000 0 16,0.000 0.000 0-16,0.000 0.000 0 0,0.000 0.000 0 0,0.000 0.000 0 16,0.000 0.000 0-16,0.000 0.000 0 0,0.000 0.000 0 0,0.000 0.000 0 15,0.000 0.000 0-15,0.000 0.000 0 0,0.000 0.000 0 0,0.000 0.000 0 0,0.000 0.000 0 0,0.000 0.000 0 0,0.000 0.000 0 16,0.000 0.000 0-16,0.000 0.000 0 0,0.000 0.000 0 0,0.000 0.000 0 0,0.000 0.000 0 15,0.000 0.000 0-15,0.000 0.000 0 16,0.000 0.000 0-16,0.000 0.000 0 0,0.000 0.000 0 0,0.000 0.000 0 0,0.000 0.000 0 0,0.000 0.000 0 16,0.000 0.000 0-16,0.000 0.000 0 0,0.000 0.000 0 15,0.000 0.000 0-15,0.000 0.000 0 0,7.000 40.000 0 16,-7.000-40.000 0-16,0.000 0.000 0 0,0.000 0.000 0 0,0.000 0.000 0 16,0.000 0.000 0-16,0.000 0.000 0 0,0.000 0.000 0 0,0.000 0.000 0 0,0.000 0.000 0 15,0.000 0.000 0-15,0.000 0.000 128 0,0.000 0.000-128 0,0.000 0.000 0 0,0.000 0.000 0 16,0.000 0.000 0-16,0.000 0.000 0 15,0.000 0.000 0-15,0.000 0.000 0 0,0.000 0.000 0 0,0.000 0.000 0 16,0.000 0.000 0-16,0.000 0.000 0 0,0.000 0.000 0 0,0.000 0.000 0 0,0.000 0.000 0 0,0.000 0.000 0 16,0.000 0.000 0-16,0.000 0.000 0 0,0.000 0.000 0 0,0.000 0.000 0 15,0.000 0.000 0-15,-4.000 38.000 0 0,4.000-38.000 0 0,0.000 0.000 0 16,0.000 0.000 0-16,0.000 0.000 0 0,0.000 0.000 0 0,0.000 0.000 0 16,0.000 0.000 0-16,0.000 0.000 0 0,0.000 0.000 0 0,0.000 0.000 0 0,0.000 0.000 0 15,0.000 0.000 0-15,0.000 0.000 0 0,0.000 0.000 0 16,0.000 0.000 0-16,0.000 0.000 0 0,0.000 0.000 0 0,0.000 0.000 0 15,0.000 0.000 0-15,0.000 0.000 0 0,0.000 0.000 0 0,0.000 0.000 0 0,0.000 0.000 0 16,0.000 0.000 0-16,0.000 0.000 0 0,0.000 0.000 0 16,0.000 0.000 0-16,0.000 0.000 0 0,0.000 0.000 0 0,0.000 0.000 0 15,0.000 0.000 0-15,0.000 0.000-17424 0</inkml:trace>
  <inkml:trace contextRef="#ctx0" brushRef="#br1">4013.000 6731.000 10127 0,'0.000'0.000'896'0,"0.000"0.000"-704"0,0.000 0.000-192 0,0.000 0.000 0 0,0.000 0.000 160 16,0.000 0.000 0-16,0.000 0.000 0 0,2.000-1.000 0 0,-2.000 1.000 928 0,0.000-1.000 176 15,0.000 1.000 32-15,0.000 0.000 16 0,3.000-1.000-576 0,-3.000 1.000-112 0,0.000 0.000-32 0,0.000 0.000 0 16,0.000 0.000 224-16,0.000 0.000 32 16,0.000 0.000 16-16,0.000 0.000 0 0,0.000 0.000-400 0,0.000 0.000-80 15,0.000 0.000 0-15,0.000 0.000-16 0,0.000 0.000 400 0,0.000 0.000 96 16,0.000 0.000 16-16,0.000 0.000 0 0,0.000 0.000-368 0,0.000 0.000-64 0,29.000 1.000 0 0,-29.000-1.000-16 0,0.000 0.000 192 0,0.000 0.000 32 15,19.000-3.000 16-15,-19.000 3.000 0 0,0.000 0.000-160 16,16.000-4.000-48-16,-16.000 4.000 0 0,10.000-3.000 0 16,-10.000 3.000 16-16,0.000 0.000 0 0,14.000-3.000 0 0,-14.000 3.000 0 15,0.000 0.000-336-15,13.000-3.000-144 0,-13.000 3.000 128 0,0.000 0.000-128 16,16.000-3.000 160-16,-16.000 3.000-160 0,0.000 0.000 192 0,16.000-3.000-192 16,-16.000 3.000 208-16,0.000 0.000-64 0,0.000 0.000-16 0,22.000-3.000 0 15,-22.000 3.000-128-15,11.000-3.000 0 0,-6.000 2.000 144 0,-5.000 1.000-144 16,13.000-4.000 0-16,-13.000 4.000 128 0,11.000-3.000-128 0,-7.000 2.000 0 15,-4.000 1.000 0-15,0.000 0.000 0 0,0.000 0.000 0 0,20.000-2.000 0 16,-15.000 1.000 0-16,-5.000 1.000 0 0,0.000 0.000 0 0,0.000 0.000 0 0,16.000-2.000 0 16,-13.000 2.000 0-16,-3.000 0.000 0 0,0.000 0.000 0 15,0.000 0.000 0-15,0.000 0.000 0 0,0.000 0.000 0 0,23.000 0.000 0 0,-23.000 0.000 0 16,0.000 0.000 0-16,0.000 0.000 0 0,0.000 0.000 0 0,0.000 0.000 0 0,22.000-1.000 0 16,-22.000 1.000 0-16,0.000 0.000 0 0,0.000 0.000 0 0,0.000 0.000 0 15,0.000 0.000 0-15,22.000 0.000 0 0,-22.000 0.000 0 0,0.000 0.000 0 16,0.000 0.000 0-16,0.000 0.000 0 0,0.000 0.000 0 0,21.000-1.000 0 15,-19.000 1.000 0-15,-2.000 0.000 0 0,0.000 0.000 0 0,0.000 0.000 0 16,0.000 0.000 0-16,0.000 0.000 0 0,0.000 0.000 0 0,0.000 0.000 0 16,27.000 2.000 0-16,-27.000-2.000 0 0,0.000 0.000 0 0,0.000 0.000 0 0,27.000 1.000 0 15,-27.000-1.000 0-15,0.000 0.000 0 0,26.000 1.000 0 16,-26.000-1.000 0-16,0.000 0.000 0 0,26.000 2.000 0 0,-26.000-2.000 0 16,0.000 0.000 0-16,0.000 0.000 0 0,34.000 3.000 0 0,-34.000-3.000 0 0,0.000 0.000 0 0,0.000 0.000-128 15,28.000 3.000 128-15,-28.000-3.000 0 16,0.000 0.000 0-16,0.000 0.000 0 0,24.000 1.000 0 0,-24.000-1.000 0 15,0.000 0.000 0-15,0.000 0.000 128 0,0.000 0.000-128 0,24.000 0.000 0 0,-24.000 0.000 0 0,0.000 0.000 0 16,0.000 0.000 0-16,0.000 0.000 0 0,24.000 0.000 0 0,-24.000 0.000 0 0,0.000 0.000 0 0,0.000 0.000 0 16,24.000-1.000 0-16,-24.000 1.000 0 15,0.000 0.000 0-15,0.000 0.000 0 0,25.000 0.000 0 0,-25.000 0.000 0 0,0.000 0.000 0 0,0.000 0.000 0 16,26.000 0.000 0-16,-26.000 0.000 0 0,0.000 0.000 0 0,0.000 0.000 0 16,24.000 0.000 0-16,-24.000 0.000 0 15,0.000 0.000 0-15,22.000-1.000 144 0,-22.000 1.000-144 0,0.000 0.000 0 16,21.000-2.000 128-16,-21.000 2.000-128 0,13.000-2.000 0 0,-13.000 2.000 0 15,0.000 0.000 0-15,21.000-1.000 128 0,-21.000 1.000-128 0,0.000 0.000 0 0,0.000 0.000 128 16,22.000 0.000-128-16,-22.000 0.000 0 0,0.000 0.000 0 0,0.000 0.000 0 16,0.000 0.000 0-16,29.000 3.000 0 0,-29.000-3.000 0 0,0.000 0.000 0 0,0.000 0.000 0 15,26.000 2.000 0-15,-26.000-2.000 0 16,0.000 0.000 0-16,0.000 0.000 0 0,28.000 1.000 0 0,-28.000-1.000 0 0,0.000 0.000 0 0,0.000 0.000 0 0,27.000-1.000 0 16,-27.000 1.000 0-16,0.000 0.000 0 0,0.000 0.000 0 15,0.000 0.000 0-15,28.000 4.000 0 0,-28.000-4.000 0 0,0.000 0.000 0 0,0.000 0.000 0 0,0.000 0.000 0 16,0.000 0.000 0-16,28.000 4.000 0 15,-28.000-4.000 0-15,0.000 0.000 0 0,0.000 0.000 0 0,0.000 0.000 0 16,0.000 0.000 0-16,0.000 0.000 0 0,0.000 0.000 0 0,28.000 3.000 0 0,-28.000-3.000 0 0,0.000 0.000 0 16,0.000 0.000 0-16,0.000 0.000 0 15,0.000 0.000 0-15,0.000 0.000 0 0,0.000 0.000 0 0,0.000 0.000 0 16,0.000 0.000 0-16,0.000 0.000 0 0,27.000 4.000 0 0,-27.000-4.000 0 16,0.000 0.000 0-16,0.000 0.000 0 0,0.000 0.000 0 0,0.000 0.000 0 15,19.000-1.000 0-15,-19.000 1.000 0 0,0.000 0.000 0 0,0.000 0.000 0 0,0.000 0.000 0 16,0.000 0.000 0-16,21.000 0.000 0 0,-21.000 0.000 0 0,0.000 0.000 0 15,0.000 0.000 0-15,0.000 0.000 0 0,0.000 0.000 0 0,0.000 0.000 0 0,0.000 0.000 0 16,24.000 1.000 0-16,-24.000-1.000 0 0,0.000 0.000 0 0,0.000 0.000 0 16,0.000 0.000 0-16,0.000 0.000 0 0,0.000 0.000 0 0,0.000 0.000 0 15,0.000 0.000 0-15,0.000 0.000 0 0,0.000 0.000 0 0,0.000 0.000 0 16,0.000 0.000 0-16,0.000 0.000 0 0,0.000 0.000 0 0,0.000 0.000 0 16,25.000 4.000 0-16,-25.000-4.000 0 0,0.000 0.000 0 0,0.000 0.000 0 15,0.000 0.000 0-15,0.000 0.000 0 0,0.000 0.000 0 0,0.000 0.000 0 0,0.000 0.000 0 0,0.000 0.000 0 16,0.000 0.000 0-16,0.000 0.000 0 0,0.000 0.000 640 0,0.000 0.000 0 15,0.000 0.000 16-15,0.000 0.000 0 16,0.000 0.000 96-16,0.000 0.000 16 0,0.000 0.000 0 0,0.000-1.000 0 0,0.000 1.000-528 0,0.000 0.000-112 0,0.000 0.000 0 16,-1.000-1.000-128-16,-2.000 1.000-160 0</inkml:trace>
  <inkml:trace contextRef="#ctx0" brushRef="#br1">3983.000 6922.000 7359 0,'0.000'0.000'656'0,"0.000"-1.000"-528"0,0.000 1.000-128 0,0.000 0.000 0 0,0.000 0.000 1280 0,0.000 0.000 208 0,0.000 0.000 48 0,1.000 0.000 16 0,-1.000 0.000-560 16,0.000 0.000-112-16,0.000 0.000-32 0,0.000 0.000 0 0,0.000 0.000 304 0,2.000 1.000 64 0,-2.000-1.000 16 0,0.000 2.000 0 15,0.000-1.000-656-15,2.000 0.000-144 0,-1.000 0.000-32 0,-1.000-1.000 0 16,0.000 0.000 112-16,0.000 0.000 0 16,0.000 0.000 16-16,0.000 0.000 0 0,0.000 0.000-80 0,0.000 0.000-32 15,0.000 0.000 0-15,10.000 44.000 0 0,-10.000-44.000 336 0,0.000 0.000 64 16,0.000 0.000 16-16,0.000 36.000 0 0,0.000-36.000-64 0,0.000 0.000 0 16,-5.000 46.000 0-16,5.000-46.000 0 0,-8.000 35.000-384 0,8.000-35.000-96 15,-8.000 34.000-16-15,8.000-34.000 0 0,-10.000 36.000-128 0,10.000-36.000-16 16,-9.000 35.000-128-16,9.000-35.000 192 0,-10.000 33.000-32 0,10.000-33.000-16 0,-9.000 30.000 0 0,9.000-30.000 0 0,0.000 0.000-16 0,-10.000 30.000 0 31,10.000-30.000 0-31,0.000 0.000 0 0,0.000 0.000-128 0,-8.000 30.000 0 16,8.000-30.000 0-16,0.000 0.000 0 0,0.000 0.000 0 0,0.000 0.000 0 0,0.000 0.000 0 0,0.000 0.000 0 0,0.000 0.000 0 15,0.000 0.000 0-15,0.000 0.000 0 0,0.000 0.000 0 0,0.000 0.000 128 0,0.000 0.000-128 0,0.000 0.000 0 16,0.000 0.000 128-16,0.000 0.000 848 0,0.000 0.000 176 0,0.000 0.000 16 0,0.000 0.000 16 31,0.000 0.000-544-31,0.000 0.000-96 0,-3.000 2.000-32 0,6.000-8.000 0 16,0.000-1.000-384-16,-1.000-1.000-128 0,1.000 1.000 0 0,2.000 0.000 0 15,-2.000-1.000 0-15,2.000 1.000 0 0,0.000 1.000 0 0,0.000-1.000 0 16,1.000 0.000 0-16,-1.000 1.000 0 0,1.000 0.000 0 0,-1.000 1.000 0 16,3.000-3.000 0-16,-3.000 2.000 0 0,1.000-1.000 0 0,-3.000 0.000 0 15,2.000 3.000 0-15,1.000-1.000 0 0,-1.000 0.000 0 0,0.000 0.000 0 0,0.000-1.000 0 16,1.000 2.000 0-16,-1.000 0.000 0 0,0.000 0.000 0 0,0.000 1.000 0 16,-2.000 0.000 0-16,3.000-2.000 0 0,-1.000 2.000 0 0,-5.000 3.000 0 15,8.000-5.000 0-15,-8.000 5.000 0 0,8.000-6.000 0 0,-8.000 6.000 0 0,0.000 0.000 0 16,8.000-4.000 0-16,-8.000 4.000 0 0,0.000 0.000 0 0,0.000 0.000 0 15,0.000 0.000 0-15,0.000 0.000 0 0,0.000 0.000 0 0,0.000 0.000 0 16,0.000 0.000 0-16,0.000 0.000 0 0,0.000 0.000 0 0,0.000 0.000 0 16,0.000 0.000 0-16,0.000 0.000 0 0,0.000 0.000 0 0,0.000 0.000 0 15,0.000 0.000 0-15,0.000 0.000 0 0,0.000 0.000 0 0,0.000 0.000 0 16,0.000 0.000 0-16,0.000 0.000 0 0,0.000 0.000 0 0,8.000 45.000 0 16,-8.000-45.000-128-16,0.000 0.000 128 0,0.000 0.000 0 0,0.000 0.000 0 15,-2.000 39.000 0-15,2.000-39.000 0 0,0.000 0.000 0 0,0.000 0.000 0 16,0.000 0.000 0-16,0.000 38.000 0 0,0.000-38.000 0 0,0.000 0.000 0 0,0.000 0.000 0 15,0.000 0.000 0-15,0.000 37.000 0 0,0.000-37.000 0 0,0.000 0.000 0 0,0.000 0.000 0 16,0.000 0.000 0-16,0.000 0.000 0 16,7.000 41.000 0-16,-7.000-41.000 0 0,0.000 0.000 0 0,0.000 0.000 0 0,0.000 0.000 0 0,0.000 0.000 0 15,0.000 0.000 0-15,0.000 0.000 0 0,0.000 0.000-128 0,0.000 0.000 128 16,32.000 27.000 0-16,-32.000-27.000 0 0,13.000-3.000 0 0,-2.000-2.000-11760 16,2.000-1.000-2256-16</inkml:trace>
  <inkml:trace contextRef="#ctx0" brushRef="#br1">1859.000 7190.000 18431 0,'-2.000'-1.000'1632'0,"2.000"0.000"-1312"0,0.000 1.000-320 0,0.000 0.000 0 0,0.000 0.000 624 0,0.000 0.000 48 0,0.000 0.000 16 0,0.000 0.000 0 15,2.000 0.000 736-15,-1.000-1.000 160 0,-1.000 1.000 16 0,0.000 0.000 16 0,0.000 0.000-400 0,0.000 0.000-64 0,0.000 0.000-32 0,24.000-3.000 0 16,-24.000 3.000-64-16,0.000 0.000-16 0,0.000 0.000 0 0,29.000-7.000 0 16,-29.000 7.000-272-16,14.000-4.000-48 0,-14.000 4.000-16 0,16.000-5.000 0 15,-16.000 5.000-128-15,13.000-5.000-16 0,-5.000 2.000-16 0,-8.000 3.000 0 16,13.000-6.000-256-16,-13.000 6.000-48 0,16.000-4.000-16 0,-16.000 4.000 0 15,0.000 0.000-224-15,17.000-4.000 0 0,-17.000 4.000 0 0,0.000 0.000 0 0,0.000 0.000 736 0,0.000 0.000 208 16,28.000 1.000 32-16,-28.000-1.000 16 0,0.000 0.000-848 0,0.000 0.000-144 16,0.000 0.000 0-16,0.000 0.000 0 31,0.000 0.000-2576-31,0.000 0.000-400 0,0.000 0.000-80 0,0.000 0.000-12992 0</inkml:trace>
  <inkml:trace contextRef="#ctx0" brushRef="#br1">2172.000 6940.000 16575 0,'0.000'-2.000'736'0,"0.000"1.000"160"0,0.000 1.000-720 0,0.000 0.000-176 16,0.000-1.000 0-16,0.000 1.000 0 0,0.000 0.000 960 0,0.000 0.000 144 0,0.000 0.000 48 0,0.000 0.000 0 15,0.000 0.000 448-15,0.000 1.000 112 0,3.000 2.000 16 0,-3.000 1.000 0 16,0.000-4.000-1456-16,0.000 0.000-272 15,0.000 0.000 0-15,0.000 0.000-128 0,0.000 35.000 608 0,0.000-35.000 128 16,0.000 0.000 32-16,0.000 35.000 0 0,0.000-35.000 160 0,-4.000 33.000 32 16,4.000-33.000 16-16,-4.000 33.000 0 0,4.000-33.000-432 0,-5.000 34.000-96 15,5.000-34.000 0-15,-8.000 36.000-16 0,8.000-36.000-304 0,-9.000 35.000 0 16,9.000-35.000 0-16,-7.000 32.000 0 0,7.000-32.000 0 0,-8.000 29.000 0 0,8.000-29.000 0 0,-6.000 21.000 0 0,6.000-21.000 0 0,-6.000 21.000 0 16,6.000-21.000 0-16,0.000 0.000 0 15,-7.000 26.000 0-15,4.000-21.000 0 0,3.000-5.000 0 0,0.000 0.000 0 16,0.000 0.000 0-16,0.000 0.000 0 0,0.000 0.000 0 0,0.000 0.000 0 0,0.000 0.000 0 0,0.000 0.000 0 0,0.000 0.000 0 15,0.000 0.000 0 1,0.000 0.000 0-16,0.000 0.000 0 0,0.000 0.000 0 0,0.000 0.000 0 16,0.000 3.000 352-16,2.000-7.000 64 0,-1.000-2.000 16 0,2.000 0.000 0 15,1.000-3.000-256-15,-1.000 1.000-48 0,0.000-2.000-128 0,3.000-1.000 192 0,-2.000 2.000-192 0,0.000-3.000 0 16,3.000 2.000 0-16,-1.000-1.000 0 0,1.000 0.000 0 0,-1.000 1.000 0 0,-1.000-1.000 0 0,3.000 1.000 0 16,-2.000-2.000 0-16,1.000 2.000 0 0,-1.000 0.000 0 0,2.000 2.000 0 15,-2.000 1.000 0-15,-1.000-1.000 0 0,0.000 2.000 0 0,1.000 1.000 0 31,-1.000 1.000 128-31,-2.000 0.000-128 0,1.000 0.000 0 0,-1.000 1.000 144 16,0.000 1.000-144-16,0.000 1.000 0 0,0.000 1.000 144 0,-3.000 0.000-144 0,0.000 0.000 0 0,0.000 0.000 0 0,0.000 0.000 0 0,0.000 0.000 0 0,0.000 0.000 0 0,0.000 0.000 0 16,0.000 0.000 0-16,0.000 0.000 0 0,0.000 0.000 0 0,0.000 0.000 0 31,15.000 38.000 0-31,-15.000-38.000 0 0,0.000 0.000 416 0,0.000 0.000 112 16,0.000 43.000 32-16,0.000-43.000 0 0,0.000 0.000-224 0,-5.000 37.000-32 15,5.000-37.000-16-15,0.000 0.000 0 0,-3.000 33.000-288 0,3.000-33.000 0 16,0.000 0.000 0-16,0.000 0.000 0 0,0.000 0.000 0 0,3.000 40.000 0 15,-3.000-40.000 0-15,0.000 0.000 0 0,0.000 0.000 0 0,0.000 0.000 0 16,0.000 0.000 0-16,0.000 0.000 0 0,0.000 0.000 0 0,31.000 31.000 0 0,-31.000-31.000 0 16,0.000 0.000 0-16,0.000 0.000 0 0,33.000-4.000 0 15,-33.000 4.000 0-15,21.000-8.000 0 0,-12.000 3.000-144 0,0.000-1.000 16 0,0.000 0.000 0 16,-1.000-1.000-16752-16</inkml:trace>
  <inkml:trace contextRef="#ctx0" brushRef="#br1">3705.000 5147.000 911 0,'-2.000'-1.000'0'0,"2.000"1.000"0"0,0.000 0.000 0 0,-2.000-1.000 0 0,2.000 1.000 320 0,0.000-1.000-32 0,0.000 1.000 0 15,0.000-1.000 0-15,0.000 0.000 192 0,0.000 0.000 32 0,-1.000-1.000 16 0,-1.000 0.000 0 0,2.000-1.000-368 0,0.000 1.000-160 0,2.000-2.000 128 0,-1.000 0.000-128 16,1.000 0.000 0-16,1.000-1.000 0 0,2.000-1.000 0 0,-1.000 1.000-176 16,-2.000 0.000 176-16,3.000 0.000-192 0,-2.000-1.000 192 0,-1.000-1.000-192 15,3.000 2.000 192-15,-2.000 1.000 0 0</inkml:trace>
  <inkml:trace contextRef="#ctx0" brushRef="#br1">3772.000 5046.000 1839 0,'0.000'0.000'160'16,"0.000"0.000"-160"-16,0.000 0.000 0 0,0.000 0.000 0 15,0.000 0.000 800-15,0.000 0.000 128 0,0.000 0.000 32 0,0.000 0.000 0 0,0.000 0.000 832 0,0.000 0.000 192 16,0.000 1.000 16-16,0.000-1.000 16 0,1.000 0.000 176 0,-1.000 1.000 48 16,0.000-1.000 0-16,0.000 0.000 0 0,-1.000 0.000-272 0,1.000 0.000-48 15,0.000 0.000-16-15,-2.000 0.000 0 0,2.000 1.000-448 0,0.000 0.000-96 16,0.000-1.000-16-16,0.000 1.000 0 0,-2.000 1.000-496 0,2.000-1.000-96 15,-3.000 2.000-32-15,0.000 0.000 0 0,2.000 1.000-400 0,-3.000 0.000-64 16,1.000 0.000-32-16,-2.000 0.000 0 0,0.000 1.000 80 0,2.000-1.000 16 16,-5.000 3.000 0-16,4.000-2.000 0 0,-1.000 0.000-176 0,-2.000-1.000-16 0,1.000 0.000-128 0,1.000 1.000 192 15,0.000-2.000-192-15,0.000 1.000 128 0,-2.000 0.000-128 0,0.000-1.000 0 16,1.000 1.000 256-16,-1.000 1.000-32 0,-1.000-2.000-16 0,2.000 0.000 0 16,-1.000 1.000-48-16,-2.000 0.000-16 0,-1.000 0.000 0 0,4.000 0.000 0 15,-3.000 0.000-144 1,0.000-1.000 0-16,4.000 0.000 0 0,-4.000 0.000 0 0,4.000 0.000 0 0,0.000 0.000 0 0,2.000 0.000 0 0,1.000 0.000 0 15,-1.000 0.000 0-15,-1.000-1.000 0 0,4.000-1.000 0 0,-2.000 0.000 0 16,2.000 0.000 0-16,0.000 0.000 0 0,0.000 0.000 0 0,0.000 0.000 0 16,-1.000-1.000 0-16,1.000 0.000 0 0,0.000 0.000 0 0,0.000 0.000 0 0,1.000 0.000 0 15,-1.000 0.000 0-15,0.000 0.000 0 0,0.000 0.000 0 0,0.000 0.000 416 0,0.000-1.000 0 16,0.000 2.000 0-16,0.000-2.000 0 0,0.000 1.000-416 0,0.000 0.000 128 16,0.000 0.000-128-16,0.000 1.000 0 0,0.000-1.000 0 0,0.000 1.000 0 15,0.000-1.000 0-15,0.000-1.000 0 0,0.000 2.000 0 0,0.000-1.000 0 16,0.000 1.000 0-16,2.000-1.000 0 0,-2.000 1.000 0 0,0.000-1.000 0 15,0.000 1.000 0-15,2.000-1.000 0 0,-2.000 1.000 0 0,2.000 0.000 0 16,-2.000-1.000 0-16,0.000 1.000 0 16,0.000 0.000 0-16,0.000-1.000 128 0,2.000 1.000-128 0,-1.000-1.000 128 15,-1.000 0.000 64-15,0.000 1.000 0 0,0.000-1.000 0 0,2.000 3.000 0 0,0.000-2.000-192 0,-1.000 1.000 0 0,-1.000 1.000 0 0,2.000-2.000 0 16,1.000 1.000 0-16,-3.000 0.000 0 0,0.000-2.000 0 0,0.000 0.000 0 16,0.000 0.000 0-16,0.000 0.000 0 15,0.000 0.000 0-15,0.000 0.000 0 0,0.000 0.000 0 0,0.000 0.000 0 0,33.000 34.000 0 0,-33.000-34.000 0 16,0.000 0.000 0-16,0.000 0.000 0 0,0.000 0.000 0 0,0.000 0.000 0 15,0.000 0.000 0-15,0.000 0.000 0 0,0.000 0.000 0 0,34.000 29.000 0 16,-34.000-29.000 0-16,0.000 0.000 0 0,0.000 0.000 128 0,0.000 0.000-128 16,0.000 0.000 0-16,0.000 0.000 0 0,0.000 0.000 0 0,0.000 0.000 0 15,28.000 33.000 0-15,-28.000-33.000 0 0,0.000 0.000 0 0,0.000 0.000 0 16,0.000 0.000 0-16,0.000 0.000 0 0,0.000 0.000 0 16,0.000 0.000 0-16,0.000 0.000 0 0,0.000 0.000 0 15,0.000 0.000 0-15,0.000 0.000 0 0,0.000 0.000 0 0,0.000 0.000 0 0,0.000 0.000 0 16,0.000 0.000 0-16,0.000 0.000 0 0,0.000 0.000 0 15,0.000 0.000 0-15,0.000 0.000 0 0,0.000 0.000 0 0,0.000 0.000 0 16,0.000 0.000 0-16,0.000 0.000 0 0,0.000 0.000-128 0</inkml:trace>
  <inkml:trace contextRef="#ctx0" brushRef="#br1">1626.000 6581.000 14735 0,'0.000'0.000'1312'0,"0.000"0.000"-1056"0,0.000 0.000-256 0,0.000 0.000 0 0,0.000 0.000 1408 0,0.000 0.000 208 0,0.000 0.000 48 0,0.000 0.000 16 0,0.000 0.000 1120 0,0.000 0.000 208 16,0.000 0.000 64-16,0.000 0.000 0 0,0.000 1.000-1664 0,0.000-1.000-320 0,0.000 0.000-64 0,0.000 0.000 0 16,2.000 0.000-592-16,-2.000 0.000-112 0,0.000 0.000-32 0,0.000 0.000 0 15,2.000 0.000-288-15,-1.000 0.000 128 16,-1.000 0.000-128-16,0.000 0.000 0 0,2.000 0.000 0 0,0.000 0.000 0 16,-1.000 0.000 0-16,1.000 0.000 0 0,0.000 1.000 0 0,-1.000-1.000 0 0,3.000 0.000 128 0,-2.000 1.000-128 15,1.000 0.000 0-15,-1.000 0.000 0 0,1.000 0.000 0 0,2.000 0.000 0 16,-1.000 1.000 0-16,-4.000-2.000 0 15,0.000 0.000 0-15,0.000 0.000 0 0,0.000 0.000 0 0,0.000 0.000 0 0,0.000 0.000 0 16,39.000 17.000 0-16,-39.000-17.000 0 0,0.000 0.000 0 0,0.000 0.000 0 16,0.000 0.000 0-16,0.000 0.000 0 0,0.000 0.000 0 0,40.000 15.000 0 15,-40.000-15.000 0-15,0.000 0.000 0 0,0.000 0.000 0 0,0.000 0.000 0 0,0.000 0.000 0 16,0.000 0.000 0-16,0.000 0.000 0 0,0.000 0.000 0 0,0.000 0.000 0 0,0.000 0.000 160 16,37.000 15.000-32-16,-35.000-14.000 0 0,-1.000-1.000 0 0,1.000 0.000 608 0,-2.000 0.000 112 0,3.000 0.000 32 0,-3.000 0.000 0 15,3.000 0.000-704-15,-3.000 0.000-176 16,2.000 1.000 0-16,-2.000-1.000 0 15,1.000 0.000 0-15,-1.000 1.000 0 0,2.000-1.000 0 0,-2.000 0.000 0 16,2.000 0.000 0-16,-1.000 0.000 0 0,-1.000 1.000 0 0,0.000-1.000 0 16,0.000 0.000 0-16,2.000 1.000 0 0,-2.000-1.000 0 0,0.000 0.000 0 15,0.000 0.000 0-15,2.000 0.000 0 0,-2.000 1.000 0 0,1.000-1.000 0 16,-1.000 0.000 0-16,0.000 0.000 0 0,0.000 0.000 0 0,0.000-1.000 0 16,0.000 2.000 0-16,-1.000-1.000 0 0,1.000 0.000 0 0,0.000 0.000 0 15,0.000 0.000 0-15,0.000 0.000 0 0,0.000 1.000 0 0,-2.000-1.000 128 16,2.000 1.000 96-16,0.000-1.000 16 0,0.000 1.000 0 0,-2.000 0.000 0 0,1.000 0.000-240 0,-1.000 0.000 0 15,0.000 2.000 128-15,-1.000 0.000-128 0,0.000-1.000 176 0,0.000 1.000-16 16,-2.000 0.000 0-16,2.000 1.000 0 0,-2.000 0.000-160 0,-2.000 2.000 0 16,0.000-1.000 0-16,0.000 0.000 0 0,1.000 0.000 160 0,-4.000 1.000-160 15,2.000 1.000 192-15,2.000-2.000-192 0,-2.000 0.000 176 0,0.000 0.000-176 16,1.000 0.000 160-16,2.000 0.000-160 0,-2.000-2.000 1728 0,2.000 1.000 256 0,0.000-1.000 64 16,0.000-1.000 0-16,1.000 1.000-1648 0,-1.000 0.000-400 0,0.000 0.000 0 15,0.000 0.000 0-15,2.000 0.000 0 0,-1.000 0.000 0 0,-3.000 1.000 0 16,2.000 0.000 0-16,0.000 1.000 0 0,0.000 0.000 0 0,-1.000 0.000 0 0,1.000-1.000 0 31,2.000 1.000-1680-31,-2.000 0.000-320 0,0.000 0.000-64 0,1.000-1.000-16 0,2.000 0.000 1472 0,-1.000 0.000 288 0,1.000 0.000 64 0,-1.000 0.000 16 16,1.000-2.000-48-16,2.000-1.000-16 0,-1.000 0.000 0 0,1.000-1.000 0 15,0.000 0.000-704 1,0.000 0.000-144-16,1.000 0.000-16 0,1.000-3.000-15664 0</inkml:trace>
  <inkml:trace contextRef="#ctx0" brushRef="#br1">3429.000 5869.000 4319 0,'0.000'-1.000'0'0,"-2.000"0.000"176"0,2.000 1.000-48 0,0.000-1.000 0 0,0.000 1.000-128 0,0.000 0.000 0 0,-2.000-1.000 0 15,2.000 0.000 0-15,0.000-1.000 1600 0,0.000 1.000 304 0,0.000 0.000 48 0,0.000 0.000 16 0,-2.000 0.000 128 0,2.000-1.000 16 0,0.000 2.000 16 0,0.000-1.000 0 0,0.000 1.000-208 0,0.000 0.000-64 0,0.000 1.000 0 0,0.000-1.000 0 16,0.000 0.000-240-16,0.000 2.000-48 16,0.000-2.000-16-16,0.000 0.000 0 0,0.000 0.000-256 0,0.000 1.000-48 0,2.000-1.000-16 0,-2.000 1.000 0 15,0.000-1.000-656-15,0.000 1.000-128 0,0.000-1.000-16 0,0.000 1.000-16 16,0.000 0.000-416-16,0.000 0.000 0 0,2.000 1.000 0 0,0.000 0.000 0 16,-2.000-2.000 0-16,0.000 0.000 0 0,0.000 0.000-128 0,0.000 0.000 128 15,0.000 0.000 0-15,0.000 0.000 0 0,0.000 0.000 0 0,0.000 0.000 0 16,24.000 44.000 0-16,-24.000-44.000 0 0,0.000 0.000 0 0,0.000 0.000 0 15,0.000 0.000 0-15,0.000 0.000 0 0,32.000 40.000 0 0,-32.000-40.000 0 16,0.000 0.000 0-16,0.000 0.000 0 0,0.000 0.000 0 0,0.000 0.000 0 16,0.000 0.000 0-16,31.000 36.000 0 0,-31.000-36.000 0 0,0.000 0.000 0 15,0.000 0.000 0-15,0.000 0.000 0 0,0.000 0.000 0 0,0.000 0.000 0 16,0.000 0.000 0-16,0.000 0.000 0 0,0.000 0.000 0 0,0.000 0.000 0 0,0.000 0.000 0 0,0.000 0.000 0 16,29.000 35.000 0-16,-27.000-31.000 0 15,0.000-2.000 0-15,1.000 0.000 0 0,-1.000 0.000 0 0,-2.000 0.000 0 16,3.000-1.000 0-16,-3.000 0.000 0 0,0.000 0.000 0 0,2.000 0.000 0 15,-2.000-1.000 0-15,0.000 0.000 0 0,0.000 0.000 0 0,0.000 0.000 0 0,0.000 0.000 432 0,0.000-1.000 0 16,0.000 2.000 0-16,0.000-2.000 0 0,0.000 1.000 16 0,0.000 0.000 0 16,0.000 0.000 0-16,0.000 0.000 0 0,-2.000 0.000-224 0,2.000 0.000-32 15,0.000-1.000-16-15,0.000 1.000 0 0,0.000 0.000-32 0,0.000 0.000 0 16,0.000-1.000 0-16,0.000 1.000 0 0,0.000-1.000 0 0,0.000 1.000 0 0,-1.000-1.000 0 16,-1.000 1.000 0-16,2.000 0.000-144 0,-2.000-1.000 0 15,1.000 1.000 0-15,-1.000 0.000 0 0,2.000 0.000 128 0,-4.000 0.000-128 16,2.000-1.000 0-16,-1.000 0.000 128 0,1.000 1.000 16 0,-1.000-1.000 0 15,1.000 0.000 0-15,-3.000 1.000 0 0,-2.000 0.000-144 0,2.000 0.000 0 0,2.000 0.000 0 16,-2.000 1.000 0-16,-2.000 0.000 0 0,-2.000 0.000 0 0,2.000 0.000 0 0,1.000 1.000 0 16,-2.000-1.000 0-16,0.000 1.000 0 15,1.000 0.000 0-15,-2.000 0.000 0 0,4.000-1.000 0 0,0.000 0.000-144 0,0.000 1.000 0 0,-2.000 0.000 0 16,2.000 1.000-432 0,0.000 0.000-64-16,0.000 0.000-32 0,0.000-1.000-17440 0</inkml:trace>
  <inkml:trace contextRef="#ctx0" brushRef="#br1">4556.000 6619.000 5519 0,'2.000'0.000'496'0,"-2.000"0.000"-496"0,0.000 0.000 0 0,0.000 0.000 0 0,0.000 0.000 1632 0,0.000 0.000 224 15,0.000 0.000 64-15,0.000 0.000 0 0,-2.000 0.000 0 0,2.000 0.000 0 0,0.000 0.000 0 0,2.000 0.000 0 0,-2.000 0.000-512 0,0.000 0.000-80 16,0.000 0.000-32-16,0.000 0.000 0 0,0.000 1.000-32 0,0.000-1.000-16 0,0.000 0.000 0 0,0.000 1.000 0 16,0.000-1.000-624-16,0.000 0.000-128 0,2.000 1.000-32 0,-2.000 0.000 0 31,0.000 0.000-320-31,2.000 0.000-144 0,-1.000 2.000 128 0,-1.000-1.000-128 0,2.000 1.000 128 0,1.000 0.000-128 0,-3.000-3.000 128 0,0.000 0.000-128 16,0.000 0.000 704-16,0.000 0.000 64 15,0.000 0.000 16-15,0.000 0.000 0 0,0.000 0.000-368 0,0.000 0.000-80 0,29.000 34.000-16 0,-29.000-34.000 0 16,0.000 0.000-320-16,0.000 0.000 144 0,0.000 0.000-144 0,0.000 0.000 0 15,33.000 22.000 176-15,-33.000-22.000-176 16,0.000 0.000 160-16,0.000 0.000-160 0,0.000 0.000 0 0,0.000 0.000 0 16,34.000 21.000 0-16,-34.000-21.000 0 0,0.000 0.000 128 0,0.000 0.000-128 0,0.000 0.000 0 0,0.000 0.000 0 15,0.000 0.000 0-15,0.000 0.000 0 0,0.000 0.000 0 0,34.000 18.000 0 16,-32.000-17.000 128-16,0.000 1.000-128 16,0.000-1.000 0-16,1.000-1.000 144 0,-1.000 1.000-144 0,-2.000 0.000 0 0,0.000-1.000 0 0,2.000 0.000 0 15,-1.000 1.000 800-15,-1.000-1.000 80 0,2.000 1.000 16 0,-2.000-1.000 0 0,0.000 0.000-688 0,2.000 0.000-208 16,-2.000 0.000 128-16,1.000 1.000-128 15,-1.000-1.000 0-15,0.000 0.000 0 0,0.000 0.000 0 0,0.000 0.000 0 0,0.000 0.000 128 16,0.000-1.000-128-16,0.000 1.000 0 0,0.000 0.000 0 16,0.000 0.000 384-16,0.000 0.000 32 0,0.000 0.000 0 0,0.000 0.000 0 15,-1.000 0.000-240-15,1.000 1.000-48 0,0.000-1.000-128 0,0.000 0.000 192 16,-2.000 0.000 32-16,2.000 0.000 0 0,0.000 0.000 0 0,0.000 0.000 0 16,-2.000 1.000-64-16,1.000 0.000-16 0,-1.000 1.000 0 0,-3.000 0.000 0 15,3.000 1.000-144-15,-5.000-1.000 160 0,2.000 1.000-160 0,0.000 0.000 160 16,0.000 0.000-160-16,-3.000 0.000 0 0,2.000 1.000 0 0,-1.000 1.000 0 15,0.000-1.000 0-15,0.000 0.000 0 0,2.000 0.000 0 0,0.000-1.000 0 16,-2.000 1.000 0-16,0.000 1.000 0 0,2.000-1.000 0 0,0.000 0.000 0 0,0.000 1.000 0 16,-2.000-1.000 0-16,0.000 3.000 0 0,2.000-2.000 0 0,0.000-1.000 0 15,-2.000 0.000 0-15,4.000 1.000 0 0,-2.000-1.000 0 0,1.000 2.000 0 0,-1.000-3.000 0 16,1.000 1.000 0-16,1.000-1.000 0 0,0.000 0.000 0 0,-1.000-1.000 0 16,1.000 0.000 0-16,1.000 1.000 0 0,-1.000 0.000 0 0,-1.000-1.000 0 15,1.000 0.000 0-15,-1.000-1.000 0 0,3.000 1.000-128 0,-3.000-1.000 128 16,4.000-1.000 0-16,-3.000 1.000 0 0,3.000-1.000-336 0,-2.000 0.000 0 15,1.000 0.000 0-15,-1.000 0.000 0 0,2.000 0.000 336 0,-2.000 0.000-176 16,0.000 0.000 176-16,2.000-1.000-128 16,0.000 2.000-272-16,0.000-1.000-48 0,0.000 0.000-16 0,0.000 0.000-17200 0</inkml:trace>
  <inkml:trace contextRef="#ctx0" brushRef="#br1">414.000 5680.000 14735 0,'0.000'0.000'1312'0,"0.000"0.000"-1056"0,0.000 0.000-256 0,0.000 0.000 0 0,0.000 0.000 1120 0,0.000 0.000 160 0,-1.000 0.000 48 0,1.000-1.000 0 0,0.000 1.000 832 0,0.000 0.000 160 0,0.000 0.000 48 16,0.000-1.000 0-16,-2.000 2.000-880 0,2.000-1.000-160 16,0.000 0.000-48-16,0.000-1.000 0 0,2.000 1.000-640 0,-2.000 0.000-144 0,0.000 0.000-32 0,0.000 0.000 0 15,0.000 0.000-144-15,0.000 0.000-48 0,0.000 1.000 0 0,0.000-1.000 0 16,0.000 0.000-32-16,0.000 0.000-16 0,1.000 0.000 0 0,-1.000 0.000 0 15,0.000 0.000-224-15,0.000 0.000 0 0,3.000 1.000 0 0,-3.000-1.000 0 16,3.000 0.000 0-16,0.000 0.000 0 0,-1.000 1.000 0 0,-2.000-1.000 0 16,0.000 0.000 0-16,0.000 0.000 0 0,0.000 0.000 0 0,0.000 0.000 0 15,27.000 1.000 544-15,-22.000-1.000 112 0,-5.000 0.000 32 0,0.000 0.000 0 16,0.000 0.000-496-16,0.000 0.000-192 0,29.000 0.000 128 0,-29.000 0.000-128 16,0.000 0.000 0-16,0.000 0.000 0 0,0.000 0.000 128 0,32.000 4.000-128 15,-32.000-4.000 0-15,0.000 0.000 0 0,0.000 0.000 0 0,30.000 5.000 0 16,-30.000-5.000 0-16,0.000 0.000 0 0,0.000 0.000 0 0,33.000 2.000 0 0,-33.000-2.000 0 0,0.000 0.000 0 15,0.000 0.000 0-15,25.000-2.000 0 0,-25.000 2.000 0 0,0.000 0.000 0 16,0.000 0.000 0-16,0.000 0.000 128 0,21.000-4.000-128 0,-18.000 3.000 0 16,-3.000 1.000 0-16,0.000 0.000 0 15,0.000 0.000 0-15,0.000 0.000 0 0,0.000 0.000 0 0,0.000 0.000 128 0,0.000 0.000-128 0,0.000 0.000 0 16,0.000 0.000 0-16,0.000 0.000 0 0,0.000 0.000 0 0,0.000 0.000 0 16,0.000 0.000 0-16,0.000 0.000 0 0,0.000 0.000 0 0,0.000 0.000 0 15,0.000 0.000 0-15,0.000 0.000 0 0,0.000 0.000 0 0,0.000 0.000 0 16,0.000 0.000 0-16,0.000 0.000 0 0,0.000 0.000 0 0,0.000 0.000 0 15,13.000-3.000 0-15,-13.000 2.000 0 0,0.000 1.000 224 0,0.000-1.000 16 0,-2.000 0.000 0 0,2.000-1.000 0 16,0.000 0.000 16-16,0.000 0.000 0 16,0.000-2.000 0-16,-2.000 0.000 0 0,2.000-1.000-256 0,-1.000-1.000 0 0,1.000-1.000 0 15,-2.000 0.000 0-15,0.000-2.000 0 0,0.000 1.000 0 16,0.000-2.000 0-16,2.000 2.000 0 0,-1.000-1.000 0 0,-1.000 0.000 0 0,0.000 1.000 0 16,1.000-1.000 0-16,-1.000 0.000 0 0,0.000 1.000 0 0,1.000 1.000 0 0,-1.000-1.000 0 15,2.000 1.000 0-15,-2.000 0.000 0 0,2.000-1.000 0 0,0.000 2.000 0 16,0.000 1.000 0-16,0.000 0.000 0 0,0.000-1.000 0 0,0.000 1.000 0 0,0.000 1.000 0 0,0.000 0.000 0 15,2.000 1.000 0-15,-2.000-2.000 0 16,3.000 1.000 0-16,-3.000 0.000 0 0,2.000 0.000 0 16,1.000 0.000 0-16,-1.000-1.000 0 0,0.000 1.000 0 0,1.000-1.000 0 0,1.000 2.000 0 0,-1.000-1.000 0 15,-1.000 1.000 0-15,3.000 0.000 0 0,-2.000 0.000 0 16,-1.000 0.000 0-16,5.000-1.000-128 0,-3.000 1.000 128 0,2.000 0.000 0 16,-1.000 1.000 0-16,0.000-1.000 0 0,4.000 0.000 0 0,-2.000-1.000 0 15,-1.000 0.000 0-15,2.000 1.000 0 0,-1.000 1.000 0 0,-1.000 0.000 0 0,-1.000 0.000 0 16,-5.000 2.000 0-16,13.000-3.000 0 0,-7.000 1.000 0 0,-6.000 2.000 0 15,0.000 0.000 0-15,19.000-3.000 0 0,-14.000 2.000 0 16,0.000 0.000 0-16,-5.000 1.000 0 0,0.000 0.000 0 0,0.000 0.000 0 0,26.000 0.000 0 0,-26.000 0.000 0 16,0.000 0.000 0-16,0.000 0.000 0 0,0.000 0.000 0 0,0.000 0.000 0 15,33.000 6.000 0-15,-33.000-6.000 0 0,0.000 0.000 0 0,0.000 0.000 0 0,0.000 0.000 0 0,0.000 0.000 0 16,0.000 0.000 0-16,37.000 18.000 0 0,-37.000-18.000 0 0,0.000 0.000 0 16,0.000 0.000 0-16,0.000 0.000-128 0,0.000 0.000 128 0,0.000 0.000 0 15,0.000 0.000 0-15,35.000 24.000 0 0,-35.000-24.000 0 16,0.000 0.000 0-16,0.000 0.000 0 0,0.000 0.000 0 15,0.000 0.000 0-15,0.000 0.000 0 0,0.000 0.000-352 0,13.000 42.000-16 0,-13.000-42.000 0 0,0.000 0.000 0 16,0.000 0.000-112-16,-6.000 35.000-32 16,6.000-35.000 0-16,0.000 0.000 0 0,-9.000 30.000 256 0,9.000-30.000 64 0,0.000 0.000 0 0,-11.000 29.000 0 15,11.000-29.000 192-15,-8.000 16.000 0 0,8.000-16.000 0 0,0.000 0.000 0 0,-11.000 19.000 0 16,11.000-19.000 0 0,-6.000 12.000 0-16,1.000-5.000 0 0,0.000-1.000 0 0,0.000-1.000 0 0,-1.000 0.000 0 0,1.000-1.000 0 0,0.000 1.000 0 0,0.000 0.000 0 15,-1.000-2.000 0-15,0.000 0.000 0 0,3.000 0.000-176 0,-2.000 0.000-32 16,0.000 0.000-16-16,-3.000 1.000 0 0,3.000-1.000 224 0,0.000-1.000-144 15,2.000 0.000 144-15,0.000 0.000-128 0,-1.000 0.000 128 0,-2.000 0.000 0 16,3.000 0.000 0-16,0.000 0.000 0 0,0.000 0.000 0 0,1.000 0.000 0 0,0.000 0.000 0 0,2.000-2.000-128 16,-1.000 1.000 128-16,1.000-1.000 0 0,0.000 1.000 0 0,0.000-1.000-128 31,0.000 0.000 128-31,1.000 0.000 0 0,-1.000-1.000 0 0,2.000 1.000-128 0,-2.000 0.000 128 0,0.000 0.000-128 0,0.000 0.000 128 0,0.000 0.000-128 16,0.000 0.000 288-16,0.000 0.000 64 0,0.000 0.000 16 0,21.000-3.000 0 15,-20.000 3.000-240-15,3.000 0.000 176 0,-4.000 0.000-176 0,0.000 0.000 160 16,0.000 0.000-160-16,0.000 0.000 0 0,0.000 0.000 0 0,0.000 0.000 0 15,0.000 0.000 0-15,30.000 7.000 0 0,-30.000-7.000 0 0,0.000 0.000 0 16,0.000 0.000 0-16,0.000 0.000 0 0,0.000 0.000 0 0,37.000 9.000 0 16,-37.000-9.000 0-16,0.000 0.000 0 0,0.000 0.000 0 0,29.000 3.000 0 15,-29.000-3.000 0-15,0.000 0.000 0 0,0.000 0.000 144 0,25.000 1.000-144 16,-25.000-1.000 128-16,0.000 0.000-128 16,0.000 0.000 128-16,0.000 0.000-128 0,28.000 1.000 224 0,-28.000-1.000-32 0,0.000 0.000 0 0,0.000 0.000 0 0,0.000 0.000-192 0,0.000 0.000 0 15,25.000 1.000 128-15,-25.000-1.000-128 0,0.000 0.000 0 0,0.000 0.000 0 31,0.000 0.000 0-31,0.000 0.000 0 0,0.000 0.000 0 0,0.000 0.000 0 16,0.000 0.000 0-16,0.000 0.000 0 0,0.000 0.000 0 0,0.000 0.000-128 16,0.000 0.000 128-16,0.000 0.000-11088 15,0.000 0.000-2160-15</inkml:trace>
  <inkml:trace contextRef="#ctx0" brushRef="#br1">505.000 5306.000 15663 0,'-1.000'-1.000'1392'0,"-1.000"-1.000"-1120"0,2.000 1.000-272 16,0.000 0.000 0-16,0.000 1.000 0 0,0.000 0.000 0 0,0.000 0.000-208 0,0.000-1.000 80 0,0.000 1.000 1728 0,-2.000-1.000 368 0,2.000 0.000 64 0,0.000 1.000 16 0,0.000-1.000-816 0,0.000 1.000-144 16,0.000-1.000-48-16,0.000 1.000 0 0,0.000 0.000-224 0,0.000 0.000-48 15,2.000 1.000-16-15,-2.000-1.000 0 0,0.000 0.000-208 0,0.000 0.000-32 0,0.000 0.000-16 0,2.000 0.000 0 16,1.000 0.000 64-16,0.000 0.000 16 0,1.000-1.000 0 0,1.000 1.000 0 15,0.000 0.000 256-15,0.000 0.000 64 0,0.000-1.000 16 16,3.000 0.000 0-16,-2.000 0.000-272 0,-1.000 0.000-64 0,-5.000 1.000-16 0,19.000-2.000 0 16,-19.000 2.000-192-16,21.000-3.000-48 0,-21.000 3.000 0 0,22.000-2.000 0 0,-22.000 2.000-176 0,21.000-2.000-144 15,-21.000 2.000 192-15,0.000 0.000-192 0,26.000-2.000 384 0,-26.000 2.000-16 16,0.000 0.000-16-16,30.000 0.000 0 16,-30.000 0.000-352-16,0.000 0.000 0 0,29.000 1.000 0 0,-29.000-1.000 0 15,0.000 0.000 0-15,27.000 1.000 0 0,-27.000-1.000 0 0,0.000 0.000 0 16,32.000 2.000 0-16,-32.000-2.000 0 0,0.000 0.000 0 0,27.000 0.000 0 0,-27.000 0.000 0 15,15.000-1.000 0-15,-15.000 1.000 0 0,14.000-1.000 0 16,-14.000 1.000 0-16,13.000-1.000 0 0,-7.000 1.000 0 0,-1.000-1.000 0 0,0.000 1.000 0 0,-2.000-2.000 128 0,1.000 2.000-128 0,0.000-1.000 0 31,-1.000 1.000 368-31,-1.000 0.000 0 0,1.000 0.000 0 0,-1.000 0.000 0 0,1.000 0.000-368 0,-1.000 0.000 0 0,-1.000 1.000 0 16,-1.000-1.000 0-16,2.000 0.000 0 0,0.000 0.000 0 16,-2.000 0.000 0-16,0.000 2.000 0 0,0.000-2.000 0 0,1.000 1.000 0 0,-2.000-1.000 0 15,1.000 0.000 0-15,0.000 1.000-336 0</inkml:trace>
  <inkml:trace contextRef="#ctx0" brushRef="#br1">4314.000 5057.000 10127 0,'-1.000'-2.000'896'0,"-1.000"1.000"-704"0,2.000-1.000-192 0,0.000 1.000 0 0,-2.000 0.000 992 0,2.000 0.000 160 0,0.000 0.000 48 0,0.000-1.000 0 0,0.000-1.000-176 0,0.000-2.000-48 16,0.000 0.000 0-16,0.000 1.000 0 15,0.000 0.000 496-15,0.000 0.000 80 0,2.000 2.000 32 0,0.000-1.000 0 16,-1.000 0.000-768-16,2.000 1.000-160 0,0.000-1.000-16 0,-1.000 1.000-16 0,-1.000 1.000-64 0,1.000 0.000-16 16,1.000-1.000 0-16,-1.000 1.000 0 0,-2.000 1.000-272 0,0.000 0.000-48 15,0.000 0.000-16-15,0.000 0.000 0 16,0.000 0.000-16-16,0.000 0.000 0 0,0.000 0.000 0 0,0.000 0.000 0 15,0.000 0.000-48-15,0.000 0.000-16 0,0.000 0.000 0 0,0.000 0.000 0 16,32.000 11.000 16-16,-32.000-11.000 0 0,0.000 0.000 0 0,0.000 0.000 0 0,0.000 0.000 208 0,0.000 0.000 32 16,0.000 0.000 16-16,0.000 0.000 0 0,0.000 0.000-208 0,27.000 35.000-32 15,-27.000-35.000-16-15,0.000 0.000 0 0,0.000 0.000-144 0,0.000 0.000 0 0,0.000 0.000 0 0,16.000 42.000 128 16,-16.000-42.000-128-16,0.000 0.000 0 16,0.000 0.000 0-16,0.000 0.000 128 0,7.000 42.000 160 0,-7.000-42.000 32 15,0.000 0.000 0-15,0.000 0.000 0 0,0.000 0.000 144 0,0.000 41.000 48 16,0.000-41.000 0-16,0.000 0.000 0 0,0.000 0.000-512 0,-7.000 30.000 0 15,7.000-30.000 0-15,0.000 0.000 0 0,0.000 0.000 128 0,-8.000 33.000-128 16,8.000-33.000 0-16,0.000 0.000 144 0,0.000 0.000-144 0,-11.000 29.000 160 16,11.000-29.000-160-16,0.000 0.000 160 0,0.000 0.000-160 0,-10.000 23.000 0 0,10.000-23.000 0 15,0.000 0.000 0-15,0.000 0.000 0 0,0.000 0.000 0 0,0.000 0.000 0 16,-8.000 15.000 0-16,7.000-14.000 0 0,1.000 1.000 128 0,-2.000-2.000-128 0,2.000 1.000 0 16,0.000-1.000 0-16,0.000 0.000 128 0,0.000 0.000-128 0,0.000 0.000 0 15,0.000 0.000 144-15,0.000 0.000-144 0,0.000-1.000 160 0,0.000 1.000-160 16,0.000 0.000 0-16,0.000 0.000 128 0,0.000 0.000-128 0,0.000 0.000 0 15,0.000 0.000 0-15,0.000 0.000 0 0,0.000 0.000 0 0,0.000 0.000 0 16,2.000 0.000 0-16,-2.000 0.000 0 0,0.000 0.000 0 0,0.000 0.000 0 16,0.000-2.000 0-16,0.000 2.000 0 0,0.000 0.000 0 0,1.000 0.000 0 15,-1.000 0.000 368-15,0.000-1.000 80 0,0.000 0.000 0 0,0.000-1.000 16 16,2.000 1.000-16-16,-1.000-1.000-16 0,1.000-1.000 0 0,0.000 0.000 0 0,1.000 0.000-304 0,0.000-1.000-128 16,1.000-1.000 0-16,0.000 0.000 128 0,2.000-1.000-128 0,-1.000 1.000 0 15,0.000-2.000 0-15,0.000 1.000 0 16,1.000 0.000 0-16,1.000 0.000 0 0,-1.000-1.000 0 0,1.000 1.000 0 0,0.000-1.000 0 15,0.000 1.000 0-15,-2.000-2.000 0 0,2.000 2.000 0 0,0.000-1.000 0 0,0.000 1.000 0 16,-1.000-1.000 0-16,0.000 1.000 0 0,-1.000 0.000 0 0,0.000-1.000 0 16,2.000 2.000 128-16,-2.000-1.000-128 0,0.000 1.000 0 0,0.000 0.000 0 15,-1.000-1.000 0-15,1.000 1.000 0 0,-2.000 0.000 0 0,1.000 1.000 0 0,1.000-1.000 0 16,-2.000 0.000 0-16,1.000 1.000 0 0,-1.000 0.000 0 0,0.000 0.000 0 16,-1.000 0.000 0-16,2.000-1.000 0 0,-2.000 1.000 0 15,1.000 0.000 0-15,-1.000 0.000 0 0,1.000 0.000 0 0,-1.000 1.000 0 16,-1.000-2.000 0-16,1.000 1.000 0 0,1.000-1.000 0 0,-1.000 1.000 0 15,0.000-1.000 0-15,0.000-1.000 0 0,0.000 2.000 0 0,-1.000 0.000 0 16,1.000-1.000 0-16,-2.000 1.000 0 0,2.000 0.000 0 0,-1.000-2.000 0 0,-1.000 0.000 0 0,2.000 1.000 0 16,-2.000-1.000 0-16,0.000-2.000 0 0,0.000 3.000 0 15,0.000 0.000 0-15,0.000 0.000 0 0,0.000-1.000 0 0,0.000 1.000 0 16,-2.000 0.000 0-16,2.000 1.000 0 0,-1.000 0.000 0 0,-1.000-1.000 0 16,0.000 1.000 0-16,2.000 1.000 192 0,-3.000 0.000-64 0,3.000 0.000 0 0,-2.000 1.000 0 0,2.000 1.000 0 0,-4.000-1.000 0 15,4.000 1.000 0-15,0.000 0.000 0 0,-1.000 0.000-128 0,1.000 1.000 0 16,-2.000 0.000 0-16,2.000 0.000 0 15,0.000 0.000-128-15,0.000 0.000-64 0,-2.000 0.000-16 0,2.000 0.000 0 32,0.000 0.000-1328-32,0.000 0.000-256 0,0.000 0.000-48 0,0.000 0.000-14192 0</inkml:trace>
  <inkml:trace contextRef="#ctx0" brushRef="#br1">4642.000 5180.000 3679 0,'0.000'0.000'320'0,"0.000"0.000"-320"0,0.000 0.000 0 0,0.000 0.000 0 0,0.000 0.000 3920 0,0.000 0.000 720 0,0.000 0.000 144 0,0.000 0.000 16 0,0.000 0.000-2496 16,0.000 0.000-512-16,0.000 0.000-112 0,0.000 0.000-16 0,0.000 0.000-704 0,0.000 0.000-160 0,0.000 0.000-32 0,0.000 0.000 0 0,0.000 0.000-768 0,0.000 0.000 0 15,0.000 0.000 0-15,0.000 0.000 0 0,0.000 0.000-128 0,0.000 0.000 128 0,0.000 0.000 0 0,0.000 0.000-144 0,0.000 0.000 768 0,0.000 0.000 144 16,0.000 0.000 48-16,0.000 0.000 0 0,0.000 0.000-304 0,0.000 0.000-64 15,6.000 41.000-16-15,-6.000-41.000 0 0,0.000 0.000 0 0,0.000 0.000 0 0,0.000 0.000 0 0,0.000 0.000 0 16,0.000 0.000 80-16,0.000 0.000 32 16,0.000 0.000 0-16,0.000 0.000 0 15,0.000 0.000-288-15,-1.000 38.000-64 0,1.000-38.000-16 0,0.000 0.000 0 0,0.000 0.000 160 0,0.000 0.000 48 16,0.000 0.000 0-16,0.000 0.000 0 16,0.000 0.000-208-16,0.000 0.000-48 0,0.000 0.000 0 0,0.000 0.000 0 15,0.000 0.000-128-15,0.000 0.000 0 0,0.000 0.000 0 0,0.000 0.000 0 16,0.000 0.000 0-16,0.000 0.000 0 0,0.000 0.000-176 0,0.000 0.000 176 15,0.000 0.000-512-15,0.000 0.000-32 0,-5.000 34.000 0 0,5.000-34.000-10848 16,0.000 0.000-2160-16</inkml:trace>
  <inkml:trace contextRef="#ctx0" brushRef="#br1">3877.000 5773.000 18431 0,'0.000'0.000'1632'16,"0.000"0.000"-1312"-16,0.000 0.000-320 0,0.000 0.000 0 0,0.000 0.000 640 0,0.000 0.000 48 0,2.000 0.000 16 0,-2.000 0.000 0 0,0.000 0.000 320 0,0.000 1.000 80 15,2.000-1.000 16-15,-1.000 0.000 0 0,-1.000 1.000-992 0,3.000-1.000-128 0,-3.000 0.000-192 0,0.000 0.000 64 0,0.000 0.000 128 0,0.000 0.000 0 32,0.000 0.000 0-32,0.000 0.000-128 0,0.000 0.000 320 0,0.000 0.000 80 15,0.000 0.000 16-15,0.000 0.000 0 0,0.000 0.000 160 0,0.000 0.000 48 16,0.000 0.000 0-16,29.000 31.000 0 0,-29.000-31.000-304 0,0.000 0.000-64 16,0.000 0.000-128-16,0.000 0.000 192 0,0.000 0.000 64 0,0.000 0.000 0 15,0.000 0.000 0-15,19.000 43.000 0 0,-19.000-43.000 480 0,0.000 0.000 96 16,0.000 0.000 32-16,0.000 0.000 0 0,8.000 41.000-656 0,-8.000-41.000-208 15,0.000 0.000 128-15,0.000 0.000-128 0,0.000 42.000 0 0,0.000-42.000 0 16,0.000 0.000 0-16,0.000 0.000 0 0,-1.000 41.000 128 0,1.000-41.000-128 0,0.000 0.000 0 0,0.000 0.000 0 16,0.000 0.000 0-16,-4.000 33.000 0 0,4.000-33.000 0 0,0.000 0.000 0 15,0.000 0.000 128-15,0.000 0.000-128 0,0.000 0.000 0 0,0.000 0.000 0 16,0.000 0.000 736-16,0.000 0.000 32 0,-9.000 23.000 16 0,9.000-23.000 0 16,0.000 0.000-592-16,0.000 0.000-192 0,0.000 0.000 0 0,0.000 0.000 0 15,0.000 0.000 0-15,0.000 0.000 0 0,0.000 0.000 0 0,-10.000 21.000 0 16,10.000-21.000 0-16,0.000 0.000 0 0,0.000 0.000 0 0,0.000 0.000 0 0,-8.000 18.000 0 15,5.000-16.000 0-15,3.000-2.000 0 0,0.000 0.000 0 16,0.000 0.000 0-16,0.000 0.000 0 0,0.000 0.000 0 0,0.000 0.000 0 16,0.000 0.000 0-16,0.000 0.000 0 0,0.000 0.000-128 0,0.000 0.000 128 15,0.000 0.000 0-15,0.000 0.000 0 0,0.000 0.000 0 0,0.000 0.000 0 16,0.000 0.000 160-16,0.000 0.000-32 0,0.000 0.000 0 0,0.000 0.000 0 0,0.000 0.000 224 0,0.000-1.000 32 16,0.000-2.000 16-16,3.000 0.000 0 15,0.000 0.000-400-15,-1.000 0.000 0 0,0.000 0.000 128 0,-1.000-1.000-128 0,2.000 0.000 0 0,1.000 1.000 0 16,-4.000 3.000 0-16,6.000-7.000 0 0,-3.000 4.000 0 0,0.000-1.000 0 15,-3.000 4.000 0-15,7.000-8.000 0 0,-4.000 4.000 0 0,0.000 1.000 128 0,1.000-1.000-128 0,-4.000 4.000 0 16,9.000-8.000 160-16,-4.000 2.000-160 0,-2.000 1.000 192 0,2.000-1.000-192 16,1.000 1.000 160-16,-1.000-1.000-160 0,0.000 0.000 128 0,0.000 0.000-128 15,-2.000 1.000 160-15,0.000-1.000-160 16,-3.000 6.000 192-16,10.000-9.000-192 0,-7.000 5.000 352 0,0.000 0.000-32 0,-3.000 4.000-16 16,7.000-9.000 0-16,-7.000 9.000-304 0,7.000-9.000 0 0,-7.000 9.000 0 15,8.000-8.000 0-15,-8.000 8.000 0 0,10.000-9.000 0 0,-10.000 9.000 0 16,8.000-7.000 0-16,-8.000 7.000 0 0,8.000-7.000 0 0,-8.000 7.000 0 15,8.000-8.000 0-15,-8.000 8.000 0 0,8.000-7.000 0 0,-5.000 4.000 0 0,-3.000 3.000 0 16,3.000-5.000 0-16,-3.000 5.000 0 0,5.000-6.000 0 0,-3.000 2.000 0 0,-2.000 4.000 128 16,3.000-4.000-128-16,0.000 1.000 0 0,-3.000 1.000 0 0,3.000-1.000 0 0,-3.000 1.000 0 15,2.000 0.000 0-15,-2.000-2.000 0 16,2.000 1.000 0-16,-1.000 1.000 0 0,-1.000-1.000 128 0,2.000 0.000-128 0,-1.000 0.000 0 16,-1.000-1.000 0-16,0.000 1.000 128 0,0.000-2.000-128 0,2.000 1.000 0 15,-2.000 1.000 0-15,0.000-2.000 0 0,0.000 1.000 0 0,0.000 0.000 0 0,0.000-1.000 0 16,0.000 1.000 0-16,0.000 0.000 0 0,0.000 0.000 0 0,0.000 0.000 0 15,0.000 1.000 0-15,-2.000-1.000 0 16,2.000 1.000 0-16,0.000 0.000 128 0,0.000 1.000-128 0,-1.000-1.000 0 16,1.000 0.000 272-16,-2.000 1.000-48 0,2.000 0.000-16 0,0.000 0.000 0 0,0.000 0.000-208 0,-1.000 1.000 0 15,1.000 0.000 0-15,-2.000 0.000 0 0,2.000 1.000 0 16,0.000 0.000 0-16,0.000-1.000 0 0,0.000 1.000 0 16,-2.000 0.000 0-16,2.000 0.000 0 0,0.000 0.000 0 0,0.000 0.000 0 0,0.000 0.000 0 0,-1.000 0.000 0 0,1.000 0.000-176 0,0.000 0.000 176 31,0.000 0.000-1104-31,0.000 0.000-112 0,0.000 0.000 0 0,0.000 0.000-15328 0</inkml:trace>
  <inkml:trace contextRef="#ctx0" brushRef="#br1">4108.000 5985.000 14735 0,'0.000'0.000'640'0,"0.000"0.000"160"0,0.000 0.000-640 0,0.000 0.000-160 0,0.000 0.000 0 0,0.000 0.000 0 0,0.000 0.000 704 0,0.000 0.000 96 0,0.000 0.000 32 0,0.000 0.000 0 0,0.000 0.000 112 0,0.000 0.000 16 0,0.000 0.000 16 0,0.000 0.000 0 16,0.000 0.000-608-16,0.000 0.000-128 0,0.000 0.000-32 0,0.000 0.000 0 15,0.000 0.000 368-15,0.000 0.000 64 0,0.000 0.000 0 0,0.000 0.000 16 16,28.000 23.000-112-16,-28.000-23.000-32 0,0.000 0.000 0 0,0.000 0.000 0 16,0.000 0.000-192-16,0.000 0.000-64 0,0.000 0.000 0 0,0.000 0.000 0 0,0.000 0.000-256 0,0.000 0.000 0 15,0.000 0.000 0-15,0.000 0.000 0 16,0.000 0.000 0-16,0.000 0.000 0 0,0.000 0.000 0 0,0.000 0.000 0 15,0.000 0.000 672-15,0.000 0.000 80 0,0.000 0.000 16 0,0.000 0.000 0 0,0.000 0.000 16 0,0.000 0.000 16 16,-1.000 35.000 0-16,1.000-35.000 0 0,0.000 0.000-320 0,0.000 0.000-64 16,-13.000 18.000-16-16,13.000-18.000 0 0,0.000 0.000-272 0,-11.000 13.000-128 15,11.000-13.000 0-15,0.000 0.000 128 0,0.000 0.000-128 0,-16.000 16.000 0 16,16.000-16.000 144-16,0.000 0.000-144 0,-10.000 12.000 0 0,10.000-12.000 128 16,0.000 0.000-128-16,-11.000 8.000 0 0,11.000-8.000 160 0,0.000 0.000-32 0,0.000 0.000-128 15,0.000 0.000 192-15,-8.000 7.000-64 0,8.000-7.000-128 16,0.000 0.000 176-16,0.000 0.000-176 0,0.000 0.000 0 0,0.000 0.000 0 0,0.000 0.000 0 0,0.000 0.000 0 15,0.000 0.000 0-15,0.000 0.000 0 0,0.000 0.000 0 16,0.000 0.000 0-16,0.000 0.000 160 0,0.000 0.000-32 0,0.000 0.000 0 0,0.000 0.000 0 16,0.000 0.000 592-16,0.000 0.000 112 0,0.000 0.000 32 0,0.000 0.000 0 15,0.000 0.000-448-15,0.000 0.000-96 0,0.000 0.000 0 0,0.000 0.000-16 16,0.000 0.000-176-16,0.000 0.000-128 0,0.000 0.000 192 0,0.000 0.000-192 16,0.000 0.000 128-16,0.000 0.000-128 0,18.000-2.000 0 0,-18.000 2.000 0 0,0.000 0.000 0 15,0.000 0.000 0-15,14.000-3.000 0 0,-14.000 3.000 0 0,0.000 0.000 0 0,0.000 0.000 0 16,0.000 0.000 0-16,21.000-2.000 0 15,-21.000 2.000 0-15,0.000 0.000 0 0,0.000 0.000 0 0,0.000 0.000 0 16,17.000-2.000 0-16,-17.000 2.000 0 0,0.000 0.000 0 0,0.000 0.000 0 0,0.000 0.000 0 0,0.000 0.000 0 16,0.000 0.000 0-16,0.000 0.000 0 0,0.000 0.000 0 0,0.000 0.000 0 15,24.000 2.000 0-15,-24.000-2.000 0 0,0.000 0.000 0 16,0.000 0.000 0-16,0.000 0.000 0 0,0.000 0.000 0 16,0.000 0.000 0-16,0.000 0.000 0 0,0.000 0.000 0 0,0.000 0.000 0 0,0.000 0.000 0 0,0.000 0.000 0 0,0.000 0.000-128 15,0.000 0.000 128-15,0.000 0.000 0 0,0.000 0.000-144 16,29.000 9.000 144-16,-29.000-9.000-128 15,0.000 0.000-1488-15,0.000 0.000-304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8T09:58:07"/>
    </inkml:context>
    <inkml:brush xml:id="br0">
      <inkml:brushProperty name="width" value="0.05292" units="cm"/>
      <inkml:brushProperty name="height" value="0.05292" units="cm"/>
      <inkml:brushProperty name="color" value="#00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574.000 6745.000 11055 0,'0.000'0.000'976'0,"0.000"0.000"-784"0,0.000 0.000-192 0,0.000 0.000 0 0,0.000 0.000 1248 0,0.000 0.000 208 0,0.000 0.000 32 0,0.000 0.000 16 0,0.000 0.000 480 0,2.000 0.000 112 0,-2.000 0.000 16 0,0.000 0.000 0 0,0.000 0.000-816 0,0.000 0.000-144 0,1.000 0.000-48 0,-1.000 0.000 0 16,0.000 0.000-128-16,0.000 0.000-16 0,0.000 0.000-16 0,0.000 0.000 0 15,0.000 0.000-256-15,0.000 1.000-48 0,0.000-1.000-16 0,0.000 0.000 0 16,0.000 0.000-80-16,0.000 0.000-16 0,0.000 0.000 0 0,0.000 0.000 0 0,0.000 0.000-96 15,0.000 0.000-32-15,0.000 0.000 0 0,0.000 0.000 0 0,0.000 0.000-80 0,2.000 0.000-32 16,-2.000 0.000 0-16,0.000 0.000 0 0,0.000 0.000-288 0,0.000 2.000 160 16,0.000-2.000-160-16,0.000 0.000 128 0,0.000 0.000-128 0,0.000 0.000 0 15,0.000-2.000 0-15,0.000 2.000 0 0,0.000 2.000 0 0,0.000-2.000 0 16,0.000 0.000 0-16,0.000 0.000 0 0,0.000 0.000 0 0,2.000 0.000 0 16,-1.000-2.000 128-16,1.000 2.000-128 0,0.000 0.000 0 0,2.000-1.000 192 15,-1.000 1.000-192-15,0.000-1.000 192 0,-1.000 1.000 96 0,1.000 0.000 32 16,1.000-1.000 0-16,-1.000 0.000 0 0,-1.000 1.000-320 0,2.000-1.000 0 15,-1.000 1.000 0-15,0.000-1.000 0 0,-1.000 0.000 0 0,-2.000 1.000 0 0,0.000 0.000 0 0,0.000 0.000 0 16,19.000-3.000 0-16,-16.000 2.000 0 0,-3.000 1.000 0 0,0.000 0.000 0 16,18.000-3.000 128-16,-12.000 1.000-128 0,-6.000 2.000 0 0,0.000 0.000 0 15,16.000-4.000 0-15,-11.000 3.000 0 0,-5.000 1.000 0 0,0.000 0.000 0 16,17.000-4.000 0-16,-13.000 3.000 0 0,-1.000 0.000 0 0,2.000 1.000 0 16,-2.000-1.000 0-16,0.000 0.000 0 0,3.000 1.000 0 0,-2.000-1.000 0 15,-1.000 1.000 0-15,2.000-1.000 0 0,0.000 0.000 0 0,0.000 0.000 0 16,1.000 0.000 0-16,0.000 0.000 0 0,-1.000 0.000 0 0,0.000 0.000 0 15,1.000 0.000 0-15,1.000-1.000 0 0,-1.000 1.000 0 0,-1.000 0.000 0 16,3.000 1.000 0-16,-3.000-1.000 0 0,1.000 0.000 0 0,-1.000 0.000 0 16,1.000 0.000 0-16,-1.000 1.000 0 0,0.000-2.000 0 0,0.000 2.000 0 15,0.000 0.000 0-15,1.000 0.000 0 0,-1.000-1.000 0 0,0.000 1.000 0 0,-2.000 0.000 0 0,3.000 0.000 0 16,-1.000 0.000 0-16,0.000-1.000 0 0,1.000 1.000 0 0,-1.000 0.000 0 16,1.000 0.000 0-16,2.000-1.000 0 0,-1.000 0.000 0 0,-7.000 1.000 0 15,0.000 0.000 0-15,29.000-2.000 0 0,-29.000 2.000 0 0,22.000-1.000 0 16,-22.000 1.000 0-16,26.000-2.000 0 0,-26.000 2.000 0 0,28.000-2.000 0 15,-28.000 2.000 0-15,0.000 0.000 0 0,32.000 0.000 0 0,-32.000 0.000 0 16,0.000 0.000 0-16,32.000 0.000 0 0,-32.000 0.000 0 0,0.000 0.000 0 16,32.000 2.000 0-16,-32.000-2.000 0 0,0.000 0.000 0 0,34.000 1.000 0 15,-34.000-1.000 0-15,24.000 0.000 0 0,-24.000 0.000 0 0,25.000 0.000 0 0,-25.000 0.000 0 0,28.000-1.000 0 16,-28.000 1.000 0-16,27.000-2.000 0 0,-27.000 2.000 0 0,27.000-1.000 0 16,-27.000 1.000 0-16,29.000-2.000 0 0,-29.000 2.000 0 15,27.000-1.000 0-15,-27.000 1.000 0 0,30.000-1.000 0 0,-30.000 1.000 0 0,28.000 0.000 0 16,-28.000 0.000 0-16,27.000 0.000 0 0,-27.000 0.000 0 0,31.000 0.000 0 15,-31.000 0.000 0-15,29.000 1.000 0 0,-29.000-1.000 0 16,0.000 0.000 0-16,39.000 2.000 0 0,-39.000-2.000 0 0,26.000 1.000 0 0,-26.000-1.000 0 16,31.000-1.000 0-16,-31.000 1.000 0 15,29.000 0.000 0-15,-29.000 0.000 0 0,28.000-1.000 880 0,-28.000 1.000 112 0,29.000-2.000 32 0,-14.000 0.000 0 32,-15.000 2.000-1632-32,29.000-1.000-320 0,-29.000 1.000-64 0,26.000-1.000-16 0,-26.000 1.000 800 0,25.000 0.000 208 15,-25.000 0.000 0-15,0.000 0.000 0 0,42.000 1.000 0 0,-42.000-1.000 0 0,27.000 0.000 0 0,-27.000 0.000 0 0,0.000 0.000 0 16,38.000 2.000 0-16,-38.000-2.000 0 0,0.000 0.000 0 15,33.000 2.000 0-15,-33.000-2.000 0 0,0.000 0.000 0 0,33.000 2.000 0 0,-33.000-2.000 0 16,0.000 0.000 0-16,32.000 0.000 0 0,-32.000 0.000 0 0,0.000 0.000 0 0,35.000-1.000 0 16,-35.000 1.000 0-16,24.000-1.000 0 0,-24.000 1.000 736 0,26.000 0.000 224 15,-26.000 0.000 64-15,30.000 0.000-608 32,2.000 0.000-1344-32,-32.000 0.000-64 0,31.000 2.000-16 0,-31.000-2.000 800 0,33.000 1.000 208 0,-33.000-1.000 0 0,40.000 1.000 0 15,-40.000-1.000 0-15,42.000 3.000 0 0,-42.000-3.000 0 0,46.000 1.000 0 16,-46.000-1.000 0-16,43.000 0.000 0 0,-17.000-1.000 0 0,-1.000 1.000 0 0,-2.000-1.000 0 15,-1.000 0.000 0-15,2.000 0.000 0 0,0.000 0.000 0 0,0.000-1.000 0 0,0.000 0.000 0 0,2.000-1.000 0 0,-1.000 1.000 0 16,1.000-1.000 0-16,-2.000 1.000 0 0,3.000 1.000 0 0,-1.000-1.000 0 16,-2.000 1.000 0-16,0.000 0.000 0 0,-24.000 1.000 0 0,45.000 0.000 0 15,-45.000 0.000 0-15,33.000 1.000 0 0,-33.000-1.000 0 0,35.000 1.000 0 16,-35.000-1.000 0-16,29.000 2.000 0 16,-29.000-2.000 0-16,29.000 2.000 0 0,-29.000-2.000 0 0,31.000 1.000 0 0,-31.000-1.000 0 0,28.000 3.000 0 15,-28.000-3.000 0-15,27.000 1.000 0 0,-27.000-1.000 0 0,0.000 0.000 0 16,37.000 2.000 0-16,-37.000-2.000 0 0,0.000 0.000 0 0,39.000 2.000 0 15,-39.000-2.000 0-15,27.000 1.000 0 0,-27.000-1.000 0 0,27.000 1.000 0 16,-27.000-1.000 0-16,0.000 0.000 0 0,38.000 3.000 0 0,-38.000-3.000 0 0,26.000 0.000 0 16,-26.000 0.000 0-16,24.000 0.000 0 0,-24.000 0.000 0 15,27.000-1.000 0-15,-27.000 1.000 0 0,24.000 0.000 0 0,-24.000 0.000 0 0,26.000-1.000 0 0,-26.000 1.000 0 16,29.000-1.000 0 0,-29.000 1.000 0-16,30.000-2.000 0 0,-30.000 2.000 0 15,27.000-1.000 0-15,-27.000 1.000 0 0,27.000 0.000 0 0,-27.000 0.000 0 16,27.000 0.000 0-16,-27.000 0.000 0 0,29.000 1.000 0 0,-29.000-1.000 0 0,29.000 0.000 0 0,-29.000 0.000-128 15,35.000 0.000 128-15,-35.000 0.000 0 0,39.000 0.000 0 0,-39.000 0.000 0 0,38.000 0.000 0 0,-38.000 0.000 0 16,37.000-1.000 0-16,-37.000 1.000 0 0,33.000 0.000 0 0,-33.000 0.000 0 0,31.000 1.000 0 16,-31.000-1.000 0-16,34.000 0.000 0 15,-34.000 0.000 0-15,33.000 1.000 0 0,-33.000-1.000 0 16,29.000 0.000 0-16,-29.000 0.000 0 0,29.000 1.000 0 0,-29.000-1.000 0 16,27.000 3.000 0-16,-27.000-3.000 0 0,24.000 2.000 0 0,-24.000-2.000 0 15,0.000 0.000 0-15,40.000 4.000 0 0,-40.000-4.000 0 0,0.000 0.000 0 16,40.000 2.000 0-16,-40.000-2.000 0 0,25.000 1.000 0 0,-25.000-1.000 0 15,24.000 0.000 0-15,-24.000 0.000 0 0,0.000 0.000 0 0,32.000 0.000 0 0,-32.000 0.000 0 16,0.000 0.000 0-16,28.000 2.000 0 0,-28.000-2.000 0 16,0.000 0.000 0-16,0.000 0.000 0 0,29.000 2.000 0 0,-29.000-2.000 0 15,0.000 0.000 0-15,0.000 0.000 0 0,0.000 0.000 0 0,33.000 4.000 0 16,-33.000-4.000 0-16,0.000 0.000 0 0,0.000 0.000 0 0,0.000 0.000 0 0,32.000 4.000 0 0,-32.000-4.000 0 16,0.000 0.000 0-16,0.000 0.000 0 0,29.000 2.000 0 0,-29.000-2.000 0 15,0.000 0.000 0-15,24.000 0.000 0 0,-24.000 0.000 0 0,0.000 0.000 0 16,0.000 0.000 0-16,33.000 2.000 0 0,-33.000-2.000 0 0,0.000 0.000 0 15,29.000 0.000 0-15,-29.000 0.000 0 0,0.000 0.000 0 0,32.000-1.000 0 16,-32.000 1.000 0-16,0.000 0.000 0 0,35.000 1.000 0 0,-35.000-1.000 0 16,0.000 0.000 0-16,34.000 1.000 0 0,-34.000-1.000 0 0,27.000 0.000 0 15,-27.000 0.000 0-15,0.000 0.000 0 0,37.000 3.000 0 0,-37.000-3.000 0 0,0.000 0.000 0 16,35.000 4.000 0-16,-35.000-4.000 0 0,0.000 0.000 0 16,35.000 4.000 0-16,-35.000-4.000 0 0,0.000 0.000 0 0,37.000 3.000 0 0,-37.000-3.000 0 15,0.000 0.000 0-15,33.000 4.000 0 0,-33.000-4.000 0 0,24.000 1.000 0 16,-24.000-1.000 0-16,28.000 0.000 0 0,-28.000 0.000 0 0,25.000 0.000 0 0,-25.000 0.000 0 15,26.000 1.000 0-15,-26.000-1.000 0 0,29.000 0.000 0 0,-29.000 0.000 0 16,27.000-1.000 0-16,-27.000 1.000 0 0,29.000 0.000 0 0,-29.000 0.000 0 16,33.000 0.000 0-16,-33.000 0.000 0 0,34.000 1.000 0 0,-34.000-1.000 0 15,31.000-1.000 0-15,-31.000 1.000 0 0,30.000 0.000 0 0,-30.000 0.000 0 0,27.000 1.000 0 16,-27.000-1.000 0-16,27.000-1.000 0 0,-27.000 1.000 0 0,26.000-1.000 0 0,-26.000 1.000 0 16,24.000 0.000 0-16,-24.000 0.000 0 15,0.000 0.000 0-15,30.000 0.000 0 0,-30.000 0.000 0 0,0.000 0.000 0 0,26.000-1.000 0 0,-26.000 1.000 0 16,0.000 0.000 0-16,22.000 0.000 0 15,-22.000 0.000 0-15,0.000 0.000 0 0,0.000 0.000 0 0,29.000 1.000 0 0,-29.000-1.000 0 16,0.000 0.000 0-16,0.000 0.000 0 0,24.000 1.000 0 0,-24.000-1.000 0 16,0.000 0.000 0-16,0.000 0.000 0 0,23.000 0.000 0 15,-23.000 0.000 0-15,0.000 0.000 0 0,0.000 0.000 0 0,0.000 0.000 0 16,30.000 1.000 0-16,-30.000-1.000 0 0,0.000 0.000 0 0,0.000 0.000 0 0,0.000 0.000 0 0,30.000 3.000 0 0,-30.000-3.000 0 16,0.000 0.000 0-16,0.000 0.000 0 0,27.000 1.000 0 15,-27.000-1.000 0-15,0.000 0.000 0 0,0.000 0.000 0 0,28.000 1.000 0 0,-28.000-1.000 0 0,0.000 0.000 0 16,0.000 0.000 0-16,29.000 2.000 0 15,-29.000-2.000 0-15,0.000 0.000 0 0,22.000 0.000 0 0,-22.000 0.000 0 16,0.000 0.000 0-16,0.000 0.000 0 0,32.000 1.000 0 0,-32.000-1.000 0 16,0.000 0.000 0-16,0.000 0.000 0 0,28.000 0.000 0 0,-28.000 0.000 0 0,0.000 0.000 0 15,0.000 0.000 0-15,26.000 2.000 0 0,-26.000-2.000 0 16,0.000 0.000 0-16,0.000 0.000 0 0,0.000 0.000 0 0,22.000 0.000 0 16,-22.000 0.000 0-16,0.000 0.000 0 0,0.000 0.000 0 0,0.000 0.000 0 0,0.000 0.000 0 15,0.000 0.000 0-15,24.000 0.000 0 0,-24.000 0.000 0 16,0.000 0.000 0-16,0.000 0.000 0 0,0.000 0.000 0 0,0.000 0.000 0 15,0.000 0.000 0-15,0.000 0.000 0 0,0.000 0.000 0 0,0.000 0.000 0 0,0.000 0.000 0 0,0.000 0.000 0 16,0.000 0.000 0-16,0.000 0.000 0 0,0.000 0.000 0 0,0.000 0.000 0 16,0.000 0.000 0-16,0.000 0.000 0 0,23.000 1.000 0 0,-23.000-1.000 0 15,0.000 0.000 0-15,0.000 0.000 0 0,0.000 0.000 0 0,0.000 0.000 0 16,0.000 0.000 0-16,0.000 0.000 0 0,0.000 0.000 0 0,0.000 0.000 0 16,0.000 0.000 0-16,1.000-2.000-160 0,-1.000 1.000 160 0,0.000 1.000 0 15,0.000 0.000-736 1,0.000 0.000-32-16</inkml:trace>
  <inkml:trace contextRef="#ctx0" brushRef="#br0">5416.000 6643.000 14735 0,'0.000'0.000'640'0,"-1.000"0.000"160"0,-1.000 0.000-640 0,2.000 0.000-160 0,0.000-1.000 0 0,0.000 1.000 0 0,0.000 0.000 1904 0,0.000 0.000 336 0,-2.000 1.000 80 0,2.000-1.000 16 0,0.000 0.000-192 0,0.000 0.000-32 16,0.000 1.000-16-16,0.000 0.000 0 0,0.000-1.000-1312 0,0.000 0.000-256 0,0.000 1.000-48 0,0.000-1.000-16 15,0.000 1.000 224-15,0.000-1.000 32 0,0.000 0.000 16 0,0.000 0.000 0 16,0.000 0.000 80-16,0.000 0.000 16 0,0.000 0.000 0 0,0.000 0.000 0 16,0.000 0.000-304-16,0.000 0.000-48 15,0.000 0.000-16-15,0.000 0.000 0 0,0.000 0.000-240 0,0.000 0.000-48 0,0.000 0.000-16 0,0.000 0.000 0 16,0.000 0.000-160-16,0.000 0.000 0 0,0.000 0.000 144 0,0.000 0.000-144 16,0.000 0.000 0-16,0.000 0.000 144 0,0.000 0.000-144 0,0.000 0.000 0 15,0.000 0.000 128-15,0.000 0.000-128 0,0.000 0.000 0 0,0.000 0.000 0 16,0.000 0.000 0-16,31.000 23.000 0 0,-31.000-23.000 0 0,0.000 0.000 0 15,0.000 0.000 0-15,0.000 0.000 0 0,0.000 0.000 0 0,0.000 0.000 0 0,31.000 15.000 0 0,-31.000-15.000 0 16,0.000 0.000 0-16,0.000 0.000 0 16,0.000 0.000 0-16,0.000 0.000 0 0,34.000 19.000 0 0,-34.000-19.000 0 0,0.000 0.000 0 15,0.000 0.000 0-15,0.000 0.000 0 0,0.000 0.000 0 16,0.000 0.000 0-16,34.000 21.000 0 0,-34.000-21.000 0 0,0.000 0.000 0 0,0.000 0.000 0 0,0.000 0.000 0 16,0.000 0.000 0-16,0.000 0.000 0 0,37.000 18.000 0 0,-37.000-18.000 0 15,0.000 0.000 0-15,0.000 0.000 0 0,0.000 0.000 0 0,0.000 0.000 0 0,0.000 0.000 0 16,34.000 16.000 0-16,-34.000-16.000 0 0,0.000 0.000 0 15,0.000 0.000 0-15,0.000 0.000 0 0,0.000 0.000 0 0,0.000 0.000 0 16,0.000 0.000 0-16,0.000 0.000 0 0,31.000 17.000 0 0,-31.000-17.000 0 0,0.000 0.000 0 16,0.000 0.000 0-16,0.000 0.000 0 0,0.000 0.000 0 0,0.000 0.000 0 15,0.000 0.000 0-15,0.000 0.000 0 0,0.000 0.000 0 16,0.000 0.000 0-16,0.000 0.000 0 0,0.000 0.000 160 0,0.000 0.000-160 16,0.000 0.000 128-16,0.000 0.000-128 0,0.000 0.000 416 0,0.000 0.000 0 15,0.000 0.000 0-15,0.000 0.000 0 0,0.000 0.000-416 0,-11.000 44.000 0 16,1.000-33.000 0-16,-4.000 5.000 0 0,-6.000 3.000 160 0,-8.000 9.000-160 15,-6.000 4.000 192-15,-5.000 4.000-12816 16,-3.000 1.000-2560-16</inkml:trace>
  <inkml:trace contextRef="#ctx0" brushRef="#br0">3087.000 4666.000 11055 0,'0.000'-1.000'976'0,"0.000"1.000"-784"0,0.000 0.000-192 0,0.000 0.000 0 0,0.000 0.000 912 0,0.000 0.000 144 0,-1.000-1.000 32 0,1.000 1.000 0 0,0.000-1.000 400 0,0.000 1.000 96 0,0.000 0.000 16 0,0.000-1.000 0 15,0.000 2.000-896-15,0.000-1.000-192 0,0.000 0.000-16 0,1.000 0.000-16 16,-1.000 0.000-352-16,0.000 0.000-128 0,0.000 1.000 0 0,0.000 1.000 0 16,0.000 0.000 0-16,0.000 1.000 0 0,0.000 1.000 0 0,0.000 3.000 0 15,0.000 0.000 0-15,3.000 1.000-128 0,-3.000 2.000 128 0,0.000-10.000 0 16,0.000 0.000 0-16,0.000 0.000 0 0,0.000 0.000 0 0,5.000 57.000 0 16,-5.000-57.000 0-16,0.000 0.000 144 0,3.000 45.000-144 0,-3.000-45.000 192 15,0.000 0.000 1408-15,3.000 44.000 304 0,-3.000-44.000 48 0,0.000 0.000 16 16,0.000 0.000-1552-16,0.000 43.000-416 0,0.000-43.000 128 0,0.000 0.000-128 15,-3.000 52.000 128-15,3.000-52.000-128 0,-1.000 44.000 192 0,1.000-44.000-192 0,-2.000 50.000 608 16,2.000-50.000 16-16,0.000 55.000 0 0,0.000-55.000 0 16,2.000 53.000 144-16,-2.000-53.000 16 0,1.000 48.000 16 0,-1.000-48.000 0 0,3.000 50.000-624 15,-3.000-50.000-176-15,2.000 45.000 0 0,-2.000-45.000 0 0,2.000 43.000 128 16,-2.000-43.000-128-16,1.000 48.000 128 0,-1.000-48.000-128 16,2.000 53.000 544-16,-2.000-53.000 32 0,0.000 61.000 16 0,0.000-61.000 0 15,0.000 61.000-96-15,0.000-61.000-32 0,0.000 52.000 0 0,0.000-52.000 0 0,0.000 48.000-464 16,0.000-48.000 128-16,3.000 46.000-128 0,-3.000-46.000 0 15,3.000 47.000 0-15,-3.000-47.000 0 0,3.000 48.000 0 0,-3.000-48.000 0 0,2.000 50.000 0 0,-2.000-50.000 0 16,2.000 48.000 0-16,-2.000-48.000 0 0,1.000 50.000 0 0,-1.000-50.000 128 16,0.000 49.000-128-16,0.000-49.000 0 0,0.000 43.000 0 0,0.000-43.000 0 15,0.000 43.000 0-15,0.000-43.000 0 0,0.000 42.000 0 0,0.000-42.000 0 16,0.000 0.000 0-16,2.000 56.000 0 0,-2.000-56.000 0 0,1.000 43.000 0 16,-1.000-43.000 0-16,2.000 44.000 0 0,-2.000-44.000 128 0,0.000 47.000-128 15,0.000-47.000 0-15,0.000 51.000 0 0,0.000-51.000 304 0,0.000 47.000-48 0,0.000-47.000 0 16,0.000 39.000 0-16,0.000-39.000-16 0,0.000 39.000-16 15,0.000-39.000 0-15,0.000 38.000 0 0,0.000-38.000-224 0,0.000 0.000 0 16,0.000 54.000 0-16,0.000-54.000 0 0,0.000 0.000 0 0,0.000 42.000 0 0,0.000-42.000 0 16,0.000 0.000 0-16,2.000 52.000 0 0,-2.000-52.000 0 15,0.000 36.000 0-15,0.000-36.000 0 0,1.000 40.000 0 0,-1.000-40.000 0 0,0.000 40.000 0 0,0.000-40.000 0 16,0.000 40.000 0-16,0.000-40.000 0 0,0.000 0.000 0 0,0.000 49.000 0 16,0.000-49.000 0-16,0.000 0.000 0 0,0.000 48.000 0 0,0.000-48.000 0 15,0.000 0.000 0-15,0.000 40.000 0 0,0.000-40.000 0 0,0.000 0.000 0 16,0.000 39.000 0-16,0.000-39.000 0 0,0.000 0.000 0 0,0.000 42.000 0 15,0.000-42.000 0-15,0.000 0.000 0 0,2.000 43.000 0 0,-2.000-43.000 0 0,0.000 0.000 0 0,0.000 44.000 0 16,0.000-44.000 0-16,0.000 0.000 0 0,3.000 46.000 0 0,-3.000-46.000 0 16,0.000 0.000 0-16,5.000 46.000 0 0,-5.000-46.000 0 15,0.000 0.000 0-15,1.000 43.000 0 0,-1.000-43.000 0 0,0.000 0.000 0 16,4.000 39.000 0-16,-4.000-39.000 0 0,0.000 0.000 0 16,3.000 41.000 0-16,-3.000-41.000 0 0,0.000 0.000 0 0,1.000 41.000 0 15,-1.000-41.000 0-15,0.000 0.000 0 0,2.000 45.000 0 0,-2.000-45.000 0 0,0.000 0.000 0 16,5.000 51.000 0-16,-5.000-51.000 0 0,6.000 39.000 0 0,-6.000-39.000 0 0,3.000 40.000 0 15,-3.000-40.000 0-15,3.000 42.000 0 0,-3.000-42.000 0 0,5.000 42.000 0 16,-5.000-42.000 0-16,2.000 38.000 0 0,-2.000-38.000 0 0,3.000 34.000 0 16,-3.000-34.000 0-16,2.000 34.000 0 0,-2.000-34.000 0 0,0.000 32.000 0 15,0.000-32.000 0-15,0.000 0.000 0 0,0.000 40.000 0 0,0.000-40.000 0 0,0.000 0.000 0 16,-2.000 37.000 0-16,2.000-37.000 0 0,0.000 0.000 0 0,0.000 34.000 0 16,0.000-34.000 0-16,0.000 0.000 0 0,0.000 0.000 0 15,-3.000 35.000 0-15,3.000-35.000 0 0,0.000 0.000 0 0,0.000 0.000 0 0,0.000 0.000 0 0,-2.000 30.000 0 16,2.000-30.000-144-16,0.000 0.000 144 15,0.000 0.000 0-15,0.000 0.000-144 16,0.000 0.000-560-16,0.000 0.000-96 0,0.000 0.000-32 0,-6.000 25.000 0 16,6.000-25.000-1568-16,0.000 0.000-320 0</inkml:trace>
  <inkml:trace contextRef="#ctx0" brushRef="#br0">3079.000 4662.000 10127 0,'0.000'-4.000'896'0,"-2.000"2.000"-704"0,2.000-1.000-192 0,0.000 1.000 0 0,0.000 1.000 384 0,0.000 1.000 64 0,2.000-1.000 0 0,-2.000-1.000 0 0,0.000 0.000 1184 0,2.000-1.000 240 16,-1.000 0.000 48-16,-1.000 1.000 16 16,0.000-1.000-528-16,2.000 2.000-128 0,-2.000 0.000 0 0,0.000 0.000-16 15,0.000 1.000-288-15,0.000 0.000-48 0,0.000 0.000-16 0,0.000 0.000 0 0,0.000 1.000 16 0,0.000-1.000 0 16,0.000 0.000 0-16,0.000 0.000 0 0,0.000 1.000 416 0,0.000-1.000 96 15,0.000 0.000 16-15,0.000 0.000 0 16,0.000 1.000-1456-16,0.000-1.000-528 0,0.000 1.000 16 0,0.000-1.000 0 0,0.000 0.000 896 0,-2.000 1.000 176 0,2.000 0.000 32 0,-1.000 1.000 16 31,-3.000 1.000 32-31,1.000 0.000 16 0,0.000 2.000 0 0,0.000 1.000 0 0,-3.000 0.000-416 0,-1.000 0.000-96 0,2.000 2.000-16 0,-3.000 2.000 0 16,0.000-2.000 192-16,2.000 2.000 48 16,-1.000 0.000 0-16,-2.000 0.000 0 0,2.000 2.000-224 0,-1.000-2.000-144 15,-1.000 2.000 192-15,1.000 0.000-192 0,1.000 1.000 128 0,-4.000 0.000-128 16,3.000 1.000 0-16,-3.000 0.000 0 0,1.000 0.000 0 0,1.000 0.000 0 15,-2.000 0.000 0-15,1.000-1.000 0 0,1.000-2.000 0 0,1.000-1.000 0 0,1.000-2.000 0 0,-1.000 1.000 0 16,0.000 0.000 0-16,2.000-2.000 0 16,-1.000 0.000 0-16,-1.000 0.000 0 0,2.000-2.000 0 0,1.000-1.000 0 15,2.000 0.000 0-15,-2.000-2.000 0 0,2.000 0.000 0 0,3.000-1.000 0 0,-3.000 0.000 0 0,3.000-1.000 0 0,0.000 0.000 0 0,0.000 0.000 0 16,0.000-1.000 0-16,0.000 0.000 0 0,0.000-1.000-144 16,3.000 0.000-48-16,-1.000-1.000 0 0,2.000-2.000 0 15,1.000-1.000-2304-15,0.000-1.000-448 0</inkml:trace>
  <inkml:trace contextRef="#ctx0" brushRef="#br0">2997.000 4731.000 2751 0,'2.000'-3.000'256'0,"-2.000"0.000"-256"0,2.000 1.000 0 0,-1.000 0.000 0 0,-1.000 1.000 544 0,0.000 0.000 64 0,2.000 0.000 16 0,-1.000-2.000 0 0,1.000 0.000 1184 0,1.000-2.000 240 0,1.000-1.000 64 0,-3.000 2.000 0 0,2.000 0.000-480 16,0.000 0.000-96-16,1.000 2.000 0 0,-1.000 1.000-16 0,-2.000-1.000-352 0,3.000 1.000-64 16,-3.000 0.000-16-16,3.000 1.000 0 0,-3.000-1.000-368 0,2.000 1.000-80 15,0.000-1.000 0-15,-1.000 1.000-16 0,0.000 0.000-176 0,-1.000-1.000-48 16,2.000 1.000 0-16,-1.000 0.000 0 0,1.000-2.000 64 0,1.000 2.000 16 16,0.000-1.000 0-16,-1.000 1.000 0 0,-1.000 0.000 656 0,1.000 0.000 128 15,-1.000-1.000 16-15,1.000 1.000 16 0,0.000 0.000-960 0,1.000 0.000-192 16,0.000 1.000-144-16,-1.000-1.000 192 0,-1.000 0.000-192 0,3.000 1.000 0 0,-2.000 1.000 0 15,0.000 1.000 0-15,2.000-2.000 0 0,1.000 2.000 0 0,1.000 0.000 0 0,-1.000 0.000 0 16,2.000 1.000 0-16,-1.000 0.000 0 16,-7.000-4.000 0-16,0.000 0.000 0 0,0.000 0.000 0 0,0.000 0.000 0 0,35.000 36.000 0 0,-35.000-36.000 0 15,0.000 0.000 0-15,0.000 0.000 0 16,0.000 0.000 0-16,41.000 37.000 128 0,-41.000-37.000-128 0,0.000 0.000 128 16,0.000 0.000-128-16,33.000 32.000 128 0,-33.000-32.000 0 0,0.000 0.000-128 0,0.000 0.000 192 0,0.000 0.000-64 15,0.000 0.000-128-15,33.000 37.000 128 0,-30.000-33.000-128 0,0.000 1.000 128 16,-1.000-1.000-128-16,1.000-1.000 128 0,-1.000 1.000-128 0,1.000-1.000 128 15,0.000 0.000-128-15,-1.000-1.000 0 0,-1.000 1.000 144 0,-1.000-1.000-144 0,2.000 0.000 128 16,-2.000-1.000-128-16,0.000 0.000 160 0,1.000 0.000-160 16,-1.000-1.000 128-16,0.000 1.000-128 0,0.000-1.000 0 0,0.000 1.000 0 15,0.000-1.000 0-15,0.000 1.000 0 0,-1.000 0.000 0 0,1.000 1.000-15168 16</inkml:trace>
  <inkml:trace contextRef="#ctx0" brushRef="#br1">1110.000 6702.000 1839 0,'-2.000'-1.000'160'0,"2.000"0.000"-160"0,-1.000 1.000 0 0,1.000 0.000 0 16,0.000 0.000 960-16,0.000 0.000 144 0,-2.000-2.000 48 0,2.000 2.000 0 0,0.000 0.000 336 0,0.000-1.000 80 0,0.000 1.000 16 0,-2.000-1.000 0 0,2.000 0.000-112 0,0.000 0.000-32 15,-1.000 0.000 0-15,1.000 0.000 0 0,0.000 0.000-416 0,0.000 1.000-64 16,0.000-1.000-32-16,-2.000 0.000 0 0,2.000 0.000-144 0,0.000 0.000-16 16,0.000 0.000-16-16,0.000-1.000 0 0,0.000 1.000-112 0,0.000-1.000 0 15,-1.000 0.000-16-15,1.000 0.000 0 0,0.000-1.000 16 0,-2.000 2.000 16 16,2.000-1.000 0-16,0.000 1.000 0 0,0.000-1.000-384 0,0.000 1.000-80 0,0.000-1.000 0 15,-2.000 0.000-16-15,2.000-1.000 80 0,0.000 1.000 32 0,0.000 0.000 0 16,0.000 0.000 0-16,0.000 0.000-32 0,0.000-1.000-16 0,-1.000 1.000 0 0,1.000-1.000 0 16,0.000 0.000-96-16,1.000 1.000-16 0,-1.000-1.000 0 0,0.000 0.000 0 15,0.000 1.000 64-15,0.000-1.000 0 0,0.000-1.000 0 0,0.000 1.000 0 16,2.000 0.000 0-16,-2.000 0.000 0 0,0.000-1.000 0 0,0.000 1.000 0 16,0.000-1.000 0-16,0.000-1.000 16 0,2.000 1.000 0 0,-2.000 0.000 0 0,1.000 0.000-64 15,-1.000 0.000-16-15,0.000-1.000 0 0,0.000 0.000 0 16,2.000 0.000-128-16,-2.000 1.000 0 0,3.000-1.000 0 0,-3.000-1.000 128 0,2.000 1.000-128 15,-1.000 0.000 0-15,1.000 0.000 0 0,0.000 0.000 0 0,-1.000-2.000 0 16,2.000 2.000 0-16,-1.000-1.000 0 0,-1.000 1.000 0 0,1.000-1.000 0 16,0.000 1.000 0-16,-1.000 0.000 0 0,2.000-1.000 0 0,-3.000 1.000 0 0,2.000-2.000 0 15,1.000 1.000 0-15,-1.000 0.000 0 0,-2.000 1.000 0 0,3.000-2.000 0 16,0.000 1.000 0-16,-1.000 0.000 0 0,-1.000-1.000 160 0,1.000 1.000-160 16,1.000 0.000 192-16,0.000 0.000-192 0,-1.000-2.000 400 15,1.000 1.000-16-15,-1.000 0.000-16 0,1.000-1.000 0 0,0.000 1.000-368 0,0.000 0.000 144 16,-1.000 1.000-144-16,1.000-2.000 0 0,0.000 2.000 0 0,-1.000 0.000 0 0,1.000 0.000 0 15,-1.000-2.000 0-15,1.000 2.000 128 0,0.000 0.000-128 16,0.000-1.000 0-16,-1.000 1.000 0 0,1.000 0.000 0 0,0.000-1.000 0 16,-1.000 2.000 128-16,0.000 0.000-128 0,-1.000 0.000 0 0,1.000 0.000 0 0,1.000 0.000 0 0,0.000-2.000 0 15,0.000 2.000 0-15,-1.000-1.000 0 16,1.000 1.000 128-16,-1.000 0.000-128 0,1.000 0.000 0 0,-1.000 0.000 0 0,1.000 0.000 0 16,0.000-1.000 0-16,0.000 0.000 0 0,0.000 1.000 0 0,-1.000-1.000 0 15,1.000 1.000 0-15,-1.000 0.000 0 0,1.000 1.000 128 16,-1.000 0.000-128-16,1.000-1.000 0 0,0.000 0.000 128 0,0.000-2.000-128 0,0.000 2.000 0 15,-1.000-1.000 0-15,1.000 1.000 0 0,0.000-2.000 0 16,1.000 2.000 128-16,-1.000 0.000-128 0,0.000-1.000 208 0,0.000 1.000-16 0,2.000-2.000 0 0,-2.000 2.000 0 0,0.000-1.000 288 0,2.000 0.000 48 16,-3.000-1.000 16-16,4.000 2.000 0 0,-3.000-1.000-416 15,-1.000-1.000-128-15,3.000-1.000 0 0,-2.000 2.000 0 0,2.000-1.000 0 16,-2.000-1.000 0-16,3.000 2.000 0 0,-3.000 0.000 0 0,2.000-1.000 128 16,0.000 0.000-128-16,-1.000 1.000 0 0,0.000 0.000 0 0,1.000-1.000 0 0,0.000 0.000 0 0,1.000 1.000 0 15,-1.000-1.000 0 1,1.000-1.000 0-16,-3.000 1.000 0 0,2.000 0.000 0 0,0.000-1.000 0 0,0.000 1.000 0 15,1.000 0.000 0-15,-1.000-2.000 0 0,-2.000 2.000 0 0,1.000 1.000 0 16,-1.000 0.000 0-16,3.000-1.000 0 0,-1.000 0.000 0 16,-2.000 2.000 0-16,2.000-1.000 0 0,-2.000-2.000 0 0,2.000 2.000 0 15,1.000 0.000 0-15,-1.000-1.000 0 0,-2.000 2.000 0 0,1.000 0.000 0 16,-1.000 0.000 0-16,2.000 0.000 0 0,1.000-2.000 0 0,-3.000 2.000 0 16,2.000-1.000 0-16,0.000 1.000 0 0,-2.000-1.000 0 0,3.000 1.000 0 0,-3.000-1.000 128 0,2.000 0.000-128 15,-1.000 0.000 0-15,-1.000 1.000 0 0,2.000 0.000 0 0,-1.000 0.000 0 16,1.000-1.000 0-16,0.000-3.000 0 0,0.000 2.000 0 0,2.000 0.000 0 15,-2.000-1.000 0-15,0.000 1.000 0 0,0.000 0.000 128 0,2.000 0.000-128 16,0.000 0.000 0-16,0.000 0.000 0 0,0.000-2.000 128 0,2.000 2.000-128 16,-3.000 0.000 0-16,3.000 0.000 0 0,0.000-2.000 0 0,-1.000 1.000 0 15,0.000 1.000 0-15,3.000-2.000 0 0,-1.000 0.000 0 0,1.000 1.000 0 16,-1.000-2.000 0-16,0.000 2.000 0 0,2.000 0.000 0 0,-2.000 1.000 0 0,1.000-1.000 0 0,-2.000-1.000 0 16,2.000 2.000 0-16,-1.000 0.000 0 15,1.000-1.000 0-15,-3.000 0.000 0 0,2.000 1.000 128 0,1.000 0.000-128 16,-3.000 0.000 0-16,3.000 0.000 0 0,-1.000 0.000 128 0,0.000-1.000-128 15,1.000 2.000 0-15,-2.000-1.000 0 0,2.000 1.000 448 0,-1.000-1.000 0 16,-2.000 1.000-16-16,2.000 0.000 0 0,-1.000 0.000-288 0,-1.000 0.000-144 0,0.000 0.000 160 16,0.000 1.000-160-16,0.000 0.000 0 0,0.000-2.000 0 0,0.000 2.000 0 0,0.000 0.000 0 15,-1.000 1.000 0-15,-1.000 0.000 0 0,-1.000-2.000 0 0,4.000 2.000 0 16,-2.000-1.000 0-16,1.000 1.000 0 0,-2.000-1.000 0 0,1.000-1.000 0 16,-1.000 2.000 0-16,-1.000 0.000 0 0,4.000 0.000 0 0,-2.000-1.000 0 15,1.000 0.000 0-15,0.000 0.000 0 0,0.000 0.000 0 0,0.000 1.000 0 0,1.000-1.000 0 16,-1.000-2.000 0-16,2.000 2.000 0 0,-2.000 0.000 0 15,3.000-1.000 0-15,-1.000 0.000 0 0,-1.000 1.000 0 0,0.000-1.000 0 0,0.000 2.000 0 16,-1.000 0.000 0-16,0.000-1.000 0 0,1.000 1.000 0 16,1.000 0.000 0-16,-2.000-1.000 0 0,2.000 1.000 0 0,-2.000 0.000 0 15,3.000 0.000 0-15,-1.000-1.000 0 0,-1.000 1.000 0 0,-1.000 0.000 0 0,2.000 0.000 0 0,1.000 0.000 0 16,-3.000-2.000 0-16,3.000 2.000 0 0,-1.000-1.000 0 0,-2.000 1.000 0 16,3.000 0.000 0-16,0.000-2.000 0 0,0.000 2.000 0 15,-1.000 0.000 0-15,1.000 0.000 0 0,-3.000 0.000 0 16,2.000 0.000 0-16,1.000-1.000 0 0,-1.000 1.000 0 0,1.000 1.000 0 0,-3.000-1.000 0 0,0.000 1.000 0 0,3.000 0.000 0 0,-3.000-1.000 0 15,2.000 1.000 0-15,2.000-1.000 0 16,-3.000 1.000 0-16,1.000 0.000 0 0,0.000 0.000 0 0,1.000 1.000 0 16,-1.000-1.000 0-16,0.000-2.000 0 0,-1.000 2.000 0 0,1.000 0.000 0 15,4.000 0.000 0-15,-4.000 0.000 0 0,2.000 1.000 0 0,-2.000-1.000 0 0,3.000 1.000 0 16,-2.000-1.000 0-16,0.000 1.000 0 0,-1.000 0.000 0 0,2.000 1.000 0 16,0.000-1.000 0-16,0.000 0.000 0 0,-2.000 0.000 0 0,-3.000 1.000 0 15,4.000 1.000 0-15,-1.000-1.000 0 0,0.000 0.000 0 0,0.000 0.000 0 16,0.000 0.000 0-16,-1.000 0.000 0 0,0.000 1.000 0 15,-1.000-1.000 0-15,1.000 1.000 0 0,-1.000 0.000 0 0,0.000 0.000 0 16,0.000 0.000 0-16,0.000-1.000 0 0,0.000 1.000 0 0,0.000 0.000 0 31,0.000 0.000 0-31,0.000 0.000 0 0,0.000 0.000 0 0,0.000 0.000 0 0,0.000 0.000 0 0,0.000 0.000 0 0,0.000-1.000 0 0,0.000 1.000 0 0,2.000 0.000 0 0,-2.000 0.000 0 0,1.000 0.000 0 0,-1.000 0.000 0 16,0.000 0.000 0-16,3.000 0.000 0 0,-3.000 0.000 0 16,1.000 1.000 0-16,2.000-1.000 0 0,-2.000 0.000 0 0,1.000 0.000 0 0,-2.000 0.000 0 15,0.000 0.000 0-15,1.000-1.000 0 16,-2.000 2.000 0-16,3.000-1.000 0 0,-1.000 0.000 0 0,-1.000 0.000 0 15,0.000 0.000 0-15,2.000 1.000 0 0,-2.000-1.000 0 0,1.000 1.000 0 0,1.000-1.000 0 0,-2.000 0.000 0 16,1.000 0.000 0-16,-1.000 1.000 0 0,1.000-1.000 0 16,0.000 1.000 0-16,-1.000-1.000 0 0,0.000 1.000 0 15,0.000-1.000 0-15,0.000 1.000 0 0,-1.000-1.000 0 0,0.000 1.000 0 16,1.000-1.000 0-16,-1.000 1.000 0 0,2.000 0.000 0 0,-2.000 0.000 0 0,1.000 0.000 0 16,0.000 0.000 0-16,-2.000 0.000 0 0,-1.000-1.000 0 15,3.000 1.000 0-15,-2.000 0.000 0 0,1.000-1.000 0 0,-1.000 1.000 0 0,-1.000 0.000 0 16,3.000 0.000 0-16,-2.000 0.000 0 0,-1.000-1.000 0 0,3.000 2.000 0 0,0.000-1.000 0 0,-3.000 0.000 0 0,2.000 0.000 0 15,0.000 0.000 0-15,0.000-1.000 0 16,-1.000 1.000 0-16,2.000 0.000 0 0,-2.000 0.000 0 0,-1.000 0.000 0 0,2.000 0.000 0 0,1.000 0.000 0 0,-2.000 0.000 0 16,1.000 1.000 0-1,-1.000-1.000 0-15,0.000 0.000 0 0,2.000 1.000 0 0,-3.000-1.000 0 16,2.000-1.000 0-16,0.000 1.000 0 0,0.000 0.000 0 0,0.000 0.000 0 0,0.000 2.000 0 16,1.000-2.000 0-16,-1.000 1.000 0 0,2.000-1.000 0 15,-2.000 0.000 0-15,-1.000 0.000 0 0,1.000 0.000 0 0,0.000 0.000 0 16,0.000 0.000 0-16,1.000 0.000 0 0,0.000 0.000 0 0,-2.000 1.000 0 15,1.000-1.000 0-15,-2.000 0.000 0 0,2.000 0.000 0 0,0.000 0.000 0 16,0.000 0.000 0-16,0.000 0.000 0 0,-2.000-1.000 0 0,2.000 1.000 0 0,-2.000 0.000 0 16,0.000-1.000 0-16,2.000 1.000 0 0,-2.000 1.000 0 15,0.000-2.000 0-15,2.000 1.000 0 0,-2.000-1.000 0 0,0.000 1.000 0 0,2.000 0.000 0 16,0.000 0.000 0-16,0.000-1.000 0 0,-2.000 1.000 0 0,0.000 0.000 0 0,2.000-1.000 0 16,0.000 1.000 0-16,0.000 0.000 0 0,-1.000 0.000 0 0,2.000 0.000 0 15,-2.000 1.000 0-15,1.000 0.000 0 0,0.000 0.000 0 0,-2.000-1.000 0 16,0.000-1.000 0-16,0.000 1.000 0 0,0.000 0.000 0 0,3.000 1.000 0 15,-2.000-1.000 0-15,-1.000 2.000 0 0,0.000-1.000 0 0,1.000-1.000 0 16,1.000 1.000 0-16,-2.000-1.000 0 0,-1.000 1.000 0 0,1.000-1.000 0 16,3.000 1.000 0-16,-3.000-1.000 0 0,0.000 1.000 0 0,0.000 0.000 0 15,1.000 0.000 0-15,-1.000 0.000 0 0,0.000-1.000 0 0,-2.000 1.000 0 16,3.000 0.000 0-16,0.000-1.000 0 0,-2.000 1.000 0 0,1.000 0.000 0 16,-1.000 0.000 0-16,1.000-1.000 0 0,0.000 1.000 0 0,0.000 0.000 0 15,-2.000 0.000 0-15,3.000 0.000 0 0,-2.000 0.000 0 0,0.000-1.000 0 0,1.000 1.000 0 0,0.000 1.000 0 16,1.000-1.000 0-16,-1.000 0.000 0 0,1.000 1.000 0 15,-1.000-1.000 0-15,0.000 0.000 0 0,0.000 0.000 0 0,1.000 0.000 0 0,-1.000-1.000 0 16,0.000 1.000 0-16,0.000 0.000 0 0,-2.000 1.000 0 0,3.000-2.000 0 16,-1.000 2.000 0-16,0.000-1.000 0 0,-2.000-1.000 0 0,2.000 1.000 0 15,1.000 0.000 0-15,-1.000 0.000 0 0,-2.000-1.000 0 0,0.000 0.000 0 16,2.000 1.000 0-16,-3.000-1.000 0 0,4.000 0.000 0 0,-3.000 1.000 0 16,1.000-1.000 0-16,-1.000 2.000 0 0,2.000-2.000 0 0,-2.000 1.000 0 15,3.000-1.000 0-15,-3.000 1.000 0 0,2.000-1.000 0 0,-2.000 0.000 0 0,2.000 1.000 0 0,0.000 0.000 0 16,1.000 0.000 0-16,-1.000-1.000 0 0,0.000 1.000 0 0,2.000 0.000 0 15,-3.000 2.000 0-15,1.000-2.000 0 0,1.000 0.000 0 0,1.000 1.000 0 16,1.000 0.000 0-16,-3.000 0.000 0 0,-1.000-1.000 0 0,1.000 0.000 0 16,0.000 0.000 0-16,1.000 1.000 0 0,-1.000 1.000 0 0,2.000-1.000 0 15,-2.000 0.000 0-15,2.000 0.000 0 0,0.000 0.000 0 16,-7.000-3.000 0-16,0.000 0.000 0 0,0.000 0.000 0 0,29.000 14.000 0 0,-23.000-11.000 0 0,0.000 0.000 0 0,-6.000-3.000 0 16,0.000 0.000 0-16,0.000 0.000 0 0,0.000 0.000 0 0,31.000 17.000 0 15,-31.000-17.000 0-15,0.000 0.000 0 16,0.000 0.000 0-16,0.000 0.000 0 0,29.000 17.000 0 0,-24.000-12.000 0 0,-1.000-2.000 0 0,1.000 1.000 0 15,1.000-1.000 0-15,-1.000 1.000 0 16,0.000-1.000 0-16,1.000 1.000 0 0,-1.000 1.000 0 0,0.000-2.000 0 0,2.000 1.000 0 16,-1.000 0.000 0-16,0.000 0.000 0 0,-1.000 0.000 0 0,2.000 1.000 0 15,-7.000-5.000 0-15,0.000 0.000 0 0,0.000 0.000 0 0,0.000 0.000 0 16,33.000 23.000 0-16,-27.000-19.000 0 0,-1.000 0.000 0 16,0.000 1.000 0-16,3.000-1.000 0 0,-3.000 1.000 0 0,0.000-1.000 0 0,-5.000-4.000 0 15,0.000 0.000 0-15,0.000 0.000 0 0,0.000 0.000 0 16,0.000 0.000 0-16,29.000 27.000 0 0,-24.000-23.000 0 0,0.000 0.000 0 0,-1.000 0.000 0 15,-1.000 1.000 0-15,-3.000-5.000 0 0,0.000 0.000 0 0,0.000 0.000 0 0,0.000 0.000-128 16,0.000 0.000 128-16,29.000 28.000 0 0,-24.000-24.000 0 0,2.000 0.000 0 0,-7.000-4.000 0 16,0.000 0.000 0-16,0.000 0.000 0 0,0.000 0.000 0 0,0.000 0.000 0 15,31.000 28.000 0-15,-26.000-24.000 0 0,-2.000 1.000 0 0,3.000-1.000 0 16,-1.000 0.000 0-16,-2.000 0.000 0 0,2.000 0.000 0 0,-5.000-4.000 0 0,0.000 0.000 0 16,0.000 0.000 0-16,0.000 0.000 0 15,0.000 0.000 0-15,0.000 0.000 0 0,29.000 36.000 0 0,-29.000-36.000 0 16,0.000 0.000 0-16,0.000 0.000 0 0,0.000 0.000 0 0,28.000 28.000 0 0,-28.000-28.000 0 0,0.000 0.000 0 15,0.000 0.000 0-15,0.000 0.000 0 0,0.000 0.000 0 16,29.000 30.000 0-16,-29.000-30.000 0 0,0.000 0.000 0 16,0.000 0.000 0-16,0.000 0.000 0 0,0.000 0.000 0 0,31.000 31.000 0 0,-31.000-31.000 0 0,0.000 0.000 0 0,0.000 0.000 0 0,0.000 0.000 0 15,27.000 29.000 0 1,-27.000-29.000 0-16,0.000 0.000 0 0,0.000 0.000 0 0,0.000 0.000 0 0,0.000 0.000 0 16,29.000 34.000 0-16,-29.000-34.000 0 0,0.000 0.000 0 0,0.000 0.000 0 0,0.000 0.000 0 15,0.000 0.000 0-15,27.000 34.000 0 0,-27.000-34.000 0 0,0.000 0.000 0 16,0.000 0.000 0-16,0.000 0.000 0 0,0.000 0.000 0 15,0.000 0.000 0-15,30.000 41.000 0 0,-30.000-41.000 0 0,0.000 0.000 0 16,0.000 0.000 0-16,0.000 0.000 0 0,0.000 0.000 0 0,28.000 38.000 0 0,-28.000-38.000 0 0,0.000 0.000 0 16,0.000 0.000 0-16,0.000 0.000 0 0,0.000 0.000 0 15,0.000 0.000 0-15,25.000 40.000 0 0,-23.000-35.000 0 16,-2.000-5.000 0-16,0.000 0.000 0 0,0.000 0.000 0 0,0.000 0.000 0 16,0.000 0.000 0-16,0.000 0.000 0 0,0.000 0.000 0 0,0.000 0.000 0 15,27.000 35.000 0-15,-25.000-31.000 0 0,-1.000-1.000 0 0,3.000 2.000 0 16,-3.000-2.000 0-16,2.000 1.000 0 0,0.000 0.000 0 0,-1.000 0.000 0 0,-2.000-4.000 0 15,0.000 0.000 0-15,0.000 0.000 0 0,0.000 0.000 0 0,0.000 0.000 0 16,0.000 0.000 0-16,0.000 0.000 0 0,0.000 0.000 0 0,0.000 0.000 0 16,0.000 0.000 0-16,0.000 0.000 0 0,0.000 0.000 0 0,22.000 41.000 0 0,-22.000-38.000 0 15,2.000 0.000 0-15,-2.000 0.000 0 0,0.000-3.000 0 0,0.000 0.000 0 16,0.000 0.000 0-16,0.000 0.000 0 0,0.000 0.000 0 0,0.000 0.000 0 16,0.000 0.000 0-16,0.000 0.000 0 0,0.000 0.000 0 0,0.000 0.000 0 15,0.000 0.000 0-15,0.000 0.000 0 0,0.000 0.000 0 0,13.000 44.000 0 16,-13.000-44.000 0-16,0.000 0.000 0 0,0.000 0.000 0 0,0.000 0.000 0 0,0.000 0.000 0 15,0.000 0.000 0-15,0.000 0.000 0 0,0.000 0.000 0 0,0.000 0.000 0 16,0.000 0.000 0-16,0.000 0.000 0 0,13.000 48.000 0 0,-12.000-45.000 0 16,-1.000 0.000 0-16,0.000-3.000 0 0,0.000 0.000 0 0,0.000 0.000 0 0,0.000 0.000 0 15,0.000 0.000 0-15,0.000 0.000 0 16,0.000 0.000 0-16,0.000 0.000 0 0,0.000 0.000 0 0,0.000 0.000 0 0,0.000 0.000 0 0,8.000 48.000 0 16,-8.000-48.000 0-16,0.000 0.000 0 0,0.000 0.000 0 0,0.000 0.000 0 15,0.000 0.000 0-15,0.000 0.000 0 0,0.000 0.000 0 0,0.000 0.000 0 16,0.000 0.000 0-16,0.000 0.000 0 0,0.000 0.000 0 0,13.000 46.000 0 15,-13.000-46.000 0-15,0.000 0.000 0 0,0.000 0.000 0 0,0.000 0.000 0 16,0.000 0.000 0-16,0.000 0.000 0 0,0.000 0.000 0 0,0.000 0.000 0 16,0.000 0.000 0-16,0.000 0.000 0 0,0.000 0.000 0 0,11.000 49.000 0 0,-11.000-49.000 0 15,0.000 0.000 0-15,0.000 0.000 0 0,0.000 0.000 0 0,0.000 0.000 0 0,0.000 0.000 0 16,0.000 0.000 0-16,0.000 0.000 0 0,0.000 0.000 0 16,8.000 47.000 0-16,-8.000-47.000 0 0,0.000 0.000 0 15,0.000 0.000 0-15,0.000 0.000 0 0,0.000 0.000 0 0,0.000 0.000 0 16,0.000 0.000 0-16,0.000 0.000 0 0,0.000 0.000 0 0,7.000 46.000 0 0,-7.000-46.000 0 15,0.000 0.000 0-15,0.000 0.000 0 0,0.000 0.000 0 0,0.000 0.000 0 16,0.000 0.000 0-16,0.000 0.000 0 0,0.000 0.000 0 16,6.000 45.000 0-16,-6.000-45.000 0 0,0.000 0.000 0 0,0.000 0.000 0 0,0.000 0.000 0 0,0.000 0.000 0 15,0.000 0.000 0-15,0.000 0.000 0 0,0.000 0.000 0 0,0.000 0.000 0 16,0.000 0.000 0-16,0.000 0.000 0 0,7.000 47.000 0 0,-7.000-47.000 0 0,0.000 0.000 0 16,0.000 0.000 0-16,0.000 0.000 0 0,0.000 0.000 0 0,0.000 0.000 0 0,0.000 0.000 0 15,0.000 0.000 0-15,0.000 0.000 0 0,0.000 0.000 0 0,0.000 0.000 0 16,4.000 45.000 0-16,-4.000-45.000 0 0,0.000 0.000 0 0,0.000 0.000 0 15,0.000 0.000 0-15,0.000 0.000 0 16,0.000 0.000 0-16,0.000 0.000 0 0,0.000 0.000 0 0,0.000 0.000 0 16,0.000 0.000 0-16,0.000 0.000 0 0,0.000 0.000 0 0,0.000 0.000 0 15,0.000 0.000 0-15,0.000 0.000 0 0,0.000 0.000 0 0,8.000 46.000 0 0,-8.000-46.000 0 16,0.000 0.000 0-16,0.000 0.000 0 0,0.000 0.000 0 16,0.000 0.000 0-16,0.000 0.000 0 0,0.000 0.000 0 0,0.000 0.000 0 0,0.000 0.000 0 15,0.000 0.000 0-15,0.000 0.000 0 0,0.000 0.000 0 0,0.000 0.000 0 0,0.000 0.000 0 16,0.000 0.000 0-16,0.000 0.000 0 0,0.000 0.000 0 0,12.000 45.000 0 15,-11.000-43.000 0-15,-1.000 0.000 0 0,0.000-2.000 0 0,0.000 0.000 0 0,0.000 0.000 0 0,0.000 0.000 0 16,0.000 0.000 0-16,0.000 0.000 0 0,0.000 0.000 0 0,0.000 0.000 0 16,0.000 0.000 0-16,0.000 0.000 0 0,0.000 0.000 0 15,0.000 0.000 0-15,0.000 0.000 0 0,0.000 0.000 0 0,0.000 0.000 0 0,0.000 0.000 0 16,0.000 0.000 0-16,0.000 0.000 0 16,0.000 0.000 0-16,0.000 0.000 0 0,0.000 0.000 0 0,0.000 0.000 0 15,0.000 0.000 0-15,0.000 0.000 0 0,0.000 0.000 0 0,0.000 0.000 0 0,0.000 0.000 0 16,0.000 0.000 0-16,0.000 0.000 0 0,0.000 0.000 0 0,0.000 0.000 0 0,0.000 0.000 0 0,0.000 0.000 0 0,0.000 0.000 0 31,0.000 0.000 0-31,0.000 0.000 0 0,0.000 0.000 0 0,0.000 0.000 0 16,0.000 0.000 0-16,0.000 0.000 0 0,0.000 0.000 0 0,0.000 0.000 0 0,0.000 0.000 0 0,0.000 0.000 0 0,0.000 0.000 0 0,0.000 0.000 0 15,0.000 0.000 0-15,0.000 0.000 0 0,0.000 0.000 0 16,14.000 43.000 0-16,-14.000-41.000 0 0,0.000 0.000 0 16,0.000-1.000 0-16,0.000 1.000 0 0,0.000-1.000 0 0,0.000 0.000 0 15,0.000 0.000 0-15,0.000-1.000 0 0,0.000 1.000 0 0,0.000-1.000 0 16,0.000 0.000 0-16,0.000 0.000 0 0,0.000 0.000 0 0,0.000 0.000 0 0,0.000 0.000 0 15,0.000 0.000 0-15,0.000-1.000 0 0,0.000 1.000 0 16,0.000 0.000 0-16,0.000-1.000 0 0,0.000 1.000 0 0,0.000-1.000 0 0,0.000 0.000 0 16,-1.000-1.000-18160-16</inkml:trace>
  <inkml:trace contextRef="#ctx0" brushRef="#br1">5034.000 7022.000 18431 0,'0.000'0.000'1632'0,"0.000"-1.000"-1312"0,0.000 1.000-320 0,0.000 0.000 0 16,0.000 0.000-480-16,0.000 0.000-160 0,0.000-1.000-48 0,0.000 1.000 0 0,2.000-1.000 1840 0,-2.000 1.000 352 15,1.000-1.000 80-15,-1.000 1.000 16 0,0.000 0.000-736 0,0.000 0.000-144 16,0.000 0.000-16-16,0.000 0.000-16 0,3.000 0.000-192 0,-3.000 0.000-48 0,0.000 0.000 0 0,0.000 0.000 0 16,0.000 0.000-304-16,0.000 0.000-144 15,0.000 0.000 128-15,0.000 0.000-128 0,0.000 0.000 0 0,0.000 0.000 0 16,0.000 0.000 0-16,0.000 0.000 0 0,0.000 0.000 128 0,0.000 0.000-128 0,0.000 0.000 0 0,0.000 0.000 128 16,0.000 0.000 0-16,24.000 35.000 0 0,-24.000-35.000 0 15,0.000 0.000 0-15,0.000 0.000 96 0,0.000 0.000 16 0,0.000 0.000 0 0,18.000 42.000 0 16,-18.000-42.000 368-16,0.000 0.000 80 15,0.000 0.000 16-15,0.000 0.000 0 0,0.000 0.000-512 0,9.000 50.000-192 16,-9.000-50.000 176-16,0.000 0.000-176 0,0.000 0.000 160 0,0.000 0.000-160 0,4.000 47.000 160 0,-4.000-47.000-160 16,0.000 0.000 160-16,0.000 0.000-160 0,0.000 0.000 160 0,1.000 48.000-160 15,-1.000-48.000 0-15,0.000 0.000 0 0,0.000 0.000 0 0,0.000 0.000 0 16,0.000 0.000 160-16,-3.000 41.000-160 0,3.000-41.000 160 0,0.000 0.000-160 16,0.000 0.000 1008-16,0.000 0.000 96 0,0.000 0.000 32 0,-8.000 34.000 0 15,8.000-34.000-896-15,0.000 0.000-240 0,0.000 0.000 0 0,0.000 0.000 0 16,0.000 0.000 0-16,0.000 0.000 128 0,0.000 0.000-128 0,0.000 0.000 0 15,0.000 0.000 0-15,0.000 0.000 0 0,0.000 0.000 128 0,0.000 0.000-128 16,0.000 0.000 432-16,0.000 0.000 48 0,0.000 0.000 16 0,0.000 0.000 0 16,0.000 0.000 176-16,0.000 0.000 32 0,0.000 0.000 16 0,0.000 0.000 0 15,0.000 0.000-240-15,0.000 0.000-48 0,0.000 0.000-16 0,-10.000 8.000 0 16,10.000-12.000-192-16,0.000-1.000-32 0,0.000 0.000-16 0,0.000-1.000 0 0,0.000-1.000-176 16,0.000 1.000 0-16,2.000 0.000 0 0,-2.000 0.000 0 0,0.000-1.000 0 0,2.000 0.000 0 15,-1.000 1.000 0-15,1.000-3.000 0 0,0.000 2.000 0 0,-1.000-1.000 0 16,4.000-3.000 0-16,-4.000 1.000 0 0,3.000 2.000 0 0,-1.000-2.000 0 15,0.000 1.000 0-15,0.000-2.000 0 0,-1.000 2.000 0 0,1.000 0.000 0 16,3.000 0.000 0-16,-4.000 0.000 0 0,1.000 1.000 0 0,0.000 1.000 0 16,1.000 0.000 0-16,-1.000 1.000 0 0,0.000-1.000 0 0,2.000 1.000 0 15,-2.000 1.000 0-15,-2.000 0.000 0 0,3.000-1.000 0 0,-3.000 1.000 0 16,3.000 1.000 0-16,-3.000 0.000 0 0,3.000 0.000 0 0,0.000 0.000 0 0,-1.000-1.000 0 0,-1.000 1.000 0 16,1.000 1.000 0-16,0.000 0.000 0 0,-1.000 0.000 0 0,3.000-1.000 0 15,-2.000 0.000 0-15,2.000 1.000 0 0,-2.000 0.000 0 16,2.000 1.000 0-16,-2.000-1.000 0 0,2.000 1.000 0 0,1.000-1.000 0 0,0.000 1.000 0 15,-1.000 0.000 0-15,0.000 0.000 0 16,0.000-1.000 0-16,3.000 1.000 0 0,-2.000 0.000 0 0,-1.000 0.000 0 0,3.000 0.000 0 0,-3.000 0.000 0 16,1.000 0.000 0-16,-1.000 0.000 0 0,0.000 1.000 0 0,1.000-1.000 0 15,-1.000 0.000 0-15,-2.000 1.000 0 0,-1.000 1.000 0 0,1.000-1.000 0 16,-1.000 0.000 0-16,1.000 1.000 0 0,0.000 0.000 0 0,-1.000 0.000 0 16,-1.000 0.000 0-16,1.000-2.000 0 0,-1.000 2.000 0 0,1.000 0.000 0 15,-2.000 0.000 0-15,2.000 0.000 0 0,-2.000 0.000 0 0,0.000 0.000 0 0,0.000 0.000-256 0,0.000 0.000 64 16</inkml:trace>
  <inkml:trace contextRef="#ctx0" brushRef="#br1">747.000 7307.000 16575 0,'-2.000'0.000'1472'0,"2.000"0.000"-1168"0,0.000 0.000-304 0,0.000 0.000 0 0,0.000 0.000 512 0,0.000 0.000 64 0,0.000 0.000 0 0,0.000 0.000 0 0,0.000 0.000 1648 0,-1.000-1.000 336 0,2.000 1.000 64 0,-1.000 0.000 0 15,2.000-1.000-1216-15,-1.000 1.000-256 0,3.000-1.000-64 0,0.000 0.000 0 16,1.000-1.000-512-16,0.000 0.000-96 0,0.000 0.000-32 0,2.000 0.000 0 16,0.000-1.000 16-16,0.000 0.000 0 0,-1.000 0.000 0 0,3.000 0.000 0 15,-4.000 1.000 0-15,2.000-1.000 0 0,-1.000-1.000 0 0,2.000 1.000 0 16,-1.000 1.000-304-16,-1.000 0.000-160 0,0.000 0.000 160 0,-1.000 0.000-160 16,2.000 0.000 128-16,-3.000 1.000-128 0,-4.000 1.000 0 0,0.000 0.000 0 15,0.000 0.000 0-15,0.000 0.000 0 0,0.000 0.000 0 0,29.000 0.000 0 0,-29.000 0.000 0 0,0.000 0.000 0 16,0.000 0.000 0-16,0.000 0.000 0 15,0.000 0.000 0-15,0.000 0.000 0 0,0.000 0.000 0 0,0.000 0.000 0 0,0.000 0.000-128 0,0.000 0.000 128 16,35.000 6.000 0-16,-35.000-6.000 0 0,0.000 0.000-144 0,0.000 0.000 144 16,0.000 0.000 0-16,0.000 0.000-16544 0</inkml:trace>
  <inkml:trace contextRef="#ctx0" brushRef="#br1">1040.000 7079.000 20271 0,'0.000'-1.000'896'0,"0.000"0.000"192"0,0.000 1.000-880 0,0.000-1.000-208 0,0.000 1.000 0 0,1.000 0.000 0 16,-1.000 0.000 560-16,0.000 0.000 64 0,3.000-1.000 16 0,0.000 1.000 0 15,-1.000 0.000 480-15,-2.000 0.000 96 0,0.000 0.000 32 0,0.000 0.000 0 16,0.000 0.000-928-16,0.000 0.000-176 0,0.000 0.000-144 0,0.000 0.000 192 15,0.000 0.000 400-15,35.000 18.000 96 0,-35.000-18.000 16 0,0.000 0.000 0 16,0.000 0.000-96-16,0.000 0.000-16 0,0.000 0.000 0 0,23.000 49.000 0 16,-23.000-49.000-432-16,0.000 0.000-160 0,6.000 46.000 0 0,-6.000-46.000 144 15,5.000 38.000 432-15,-5.000-38.000 64 0,0.000 0.000 32 0,1.000 48.000 0 16,-1.000-48.000-160-16,0.000 0.000-16 0,0.000 47.000-16 0,0.000-47.000 0 0,0.000 0.000-480 16,-3.000 47.000 0-16,3.000-47.000 0 0,0.000 0.000 0 0,-3.000 34.000 0 15,3.000-34.000 0-15,0.000 0.000 0 0,-5.000 30.000 0 16,5.000-30.000 0-16,0.000 0.000 0 0,-6.000 30.000 0 0,6.000-30.000 0 15,0.000 0.000 0-15,0.000 0.000 0 0,-7.000 30.000 0 0,7.000-30.000 0 16,0.000 0.000 0-16,0.000 0.000 0 0,0.000 0.000 0 0,-9.000 24.000 0 0,9.000-24.000 0 0,0.000 0.000 0 0,0.000 0.000 0 16,0.000 0.000 0-16,0.000 0.000 0 0,0.000 0.000 0 0,0.000 0.000 0 15,0.000 0.000 0-15,0.000 0.000 0 0,-5.000 6.000 0 0,5.000-7.000 128 16,0.000-1.000-128-16,-2.000-2.000 400 0,1.000-1.000 48 0,1.000 1.000 0 0,0.000-1.000 0 16,0.000 0.000-112-16,-2.000-2.000-16 15,2.000 1.000 0-15,0.000-2.000 0 0,2.000-1.000-192 0,-2.000 0.000-128 0,0.000 2.000 160 0,1.000-2.000-160 16,1.000 0.000 128-16,1.000-1.000-128 15,-1.000-1.000 0-15,1.000 0.000 144 0,2.000 0.000-144 0,-2.000-1.000 0 0,2.000 0.000 0 16,0.000 0.000 128-16,-2.000-1.000-128 0,3.000 0.000 0 0,1.000 0.000 0 16,-3.000 1.000 0-16,1.000-1.000 0 0,0.000 2.000 0 0,1.000-1.000 0 15,-1.000 2.000 0-15,-2.000-1.000 0 0,2.000 1.000 0 0,0.000 0.000 0 0,1.000 2.000 0 0,-1.000 0.000 0 16,-2.000 0.000 0-16,2.000 1.000 128 0,0.000 1.000-128 0,0.000-1.000 0 16,-2.000 0.000 0-16,3.000 1.000 0 0,-2.000 0.000 0 15,-1.000-1.000 0-15,3.000 1.000 0 0,-1.000-2.000 0 0,1.000 2.000 0 16,-1.000-1.000 0-16,-1.000 2.000 0 0,2.000-1.000 0 0,-3.000 1.000 0 15,3.000-1.000 0-15,-2.000 1.000 0 0,-1.000 1.000 0 0,0.000 0.000 0 0,2.000 0.000 0 0,-2.000 0.000 0 16,0.000 1.000 0-16,-1.000 1.000 0 0,1.000 0.000 0 0,-1.000 0.000 0 16,1.000 1.000 0-16,-1.000-1.000 0 15,-1.000 1.000 0-15,2.000 0.000 0 0,0.000 0.000 0 0,-1.000 0.000 0 16,-2.000 1.000 0-16,3.000-1.000 0 0,-3.000 0.000 0 0,2.000 0.000 0 16,-1.000 1.000 0-16,-1.000-1.000 0 0,2.000 1.000 0 0,-2.000-1.000 0 15,2.000 1.000 0-15,-2.000-1.000 0 0,1.000 1.000 0 0,-1.000 0.000 0 0,0.000 0.000 0 16,0.000 0.000 0-16,0.000 0.000 0 0,0.000 0.000 0 15,0.000 0.000 0-15,0.000 0.000 0 0,0.000 0.000 0 0,0.000 0.000-17776 16</inkml:trace>
  <inkml:trace contextRef="#ctx0" brushRef="#br1">1084.000 6717.000 2751 0,'0.000'0.000'256'0,"0.000"-1.000"-256"0,0.000 1.000 0 0,-1.000-1.000 0 0,1.000 1.000 560 0,0.000 0.000 64 0,0.000-1.000 16 0,0.000 0.000 0 0,-2.000 0.000 288 0,2.000 0.000 64 16,0.000 0.000 16-16,0.000 1.000 0 0,-2.000-1.000-48 0,2.000 0.000-16 15,0.000 2.000 0-15,0.000-1.000 0 0,0.000 0.000 32 0,0.000 0.000 16 16,0.000 0.000 0-16,0.000 0.000 0 0,0.000 0.000 32 0,0.000 1.000 16 0,2.000-1.000 0 0,-2.000 0.000 0 15,0.000 0.000 0-15,0.000 0.000 0 0,0.000-1.000 0 0,0.000 1.000 0 0,0.000 0.000-96 0,0.000 1.000-32 16,0.000-1.000 0-16,0.000 0.000 0 0,0.000 0.000-464 0,0.000 0.000-80 16,2.000 1.000-32-1,-1.000-1.000 0-15,1.000 0.000-336 0,0.000 0.000 144 0,-1.000 0.000-144 0,2.000 0.000 0 16,0.000 0.000 128-16,-3.000 0.000-128 0,0.000 0.000 0 0,0.000 0.000 0 0,0.000 0.000 176 0,0.000 0.000-32 16,28.000 0.000 0-16,-28.000 0.000 0 15,0.000 0.000 752-15,17.000-2.000 160 0,-10.000 1.000 32 0,-3.000-1.000 0 16,3.000 0.000-800-16,1.000 0.000-160 0,-2.000 1.000-128 0,-1.000-2.000 192 15,2.000 1.000 48-15,0.000 0.000 16 0,-2.000 1.000 0 0,2.000 0.000 0 16,-1.000 1.000-256-16,0.000-1.000 128 0,2.000 0.000-128 0,-1.000 0.000 0 16,-1.000 1.000 0-16,0.000 0.000 128 0,1.000 0.000-128 0,-7.000 0.000 0 0,0.000 0.000 0 15,0.000 0.000 0-15,27.000-2.000 0 0,-19.000 1.000 0 0,-8.000 1.000 0 16,0.000 0.000 0-16,0.000 0.000 0 0,27.000-3.000 0 0,-20.000 2.000 0 0,-1.000 0.000 0 16,2.000 0.000 0-16,-3.000 0.000 0 0,1.000 0.000 0 0,-1.000 0.000 0 15,3.000 0.000 0-15,-3.000-1.000 0 0,1.000 1.000 0 0,-6.000 1.000 0 16,0.000 0.000 0-16,0.000 0.000 0 0,24.000-2.000 0 0,-24.000 2.000 128 15,0.000 0.000-128-15,0.000 0.000 0 0,28.000-2.000 0 0,-28.000 2.000 0 16,0.000 0.000 0-16,0.000 0.000 0 0,25.000-1.000 0 0,-25.000 1.000 0 16,0.000 0.000 0-16,0.000 0.000 0 0,0.000 0.000 0 0,28.000-1.000 0 15,-28.000 1.000 0-15,0.000 0.000 0 0,0.000 0.000 0 0,0.000 0.000 0 0,22.000-2.000 0 0,-17.000 1.000 0 16,1.000 0.000 128-16,-3.000 0.000-128 16,2.000 0.000 0-16,0.000 0.000 0 0,0.000 0.000 0 0,1.000 0.000 128 15,-1.000 0.000-128-15,-5.000 1.000 0 0,0.000 0.000 0 0,0.000 0.000 0 16,24.000-1.000 128-16,-24.000 1.000-128 0,0.000 0.000 0 0,0.000 0.000 128 0,27.000 0.000-128 0,-27.000 0.000 0 15,0.000 0.000 128-15,0.000 0.000-128 0,27.000-1.000 0 0,-22.000 1.000 0 16,1.000 0.000 0-16,-1.000 0.000 0 0,0.000-1.000 0 0,-5.000 1.000 0 16,0.000 0.000 0-16,0.000 0.000 128 0,24.000-2.000-128 0,-19.000 0.000 0 15,2.000 2.000 320-15,-2.000-1.000 32 0,0.000 1.000 0 0,0.000-1.000 0 16,-2.000 1.000 432-16,1.000-1.000 96 0,0.000 1.000 16 0,1.000 0.000 0 16,-2.000 0.000-752-16,2.000 0.000-144 0,-2.000-1.000 0 0,1.000 1.000 0 0,0.000 0.000 0 15,-1.000 0.000 0-15,2.000 0.000 0 0,-5.000 0.000 0 16,0.000 0.000 0-16,0.000 0.000 0 0,0.000 0.000 0 0,0.000 0.000 0 0,0.000 0.000 0 15,31.000 3.000 0-15,-28.000-3.000 0 0,3.000 0.000 0 16,-3.000 0.000 0-16,1.000 0.000 0 0,-1.000 0.000 0 0,2.000 0.000 0 16,0.000 0.000 0-16,1.000-1.000 0 0,-3.000 1.000 0 0,-3.000 0.000 0 15,0.000 0.000 0-15,0.000 0.000 0 0,0.000 0.000 0 0,0.000 0.000 0 16,29.000 1.000 0-16,-26.000-1.000 0 0,-3.000 0.000 0 0,0.000 0.000 0 0,0.000 0.000 0 0,0.000 0.000 0 16,0.000 0.000 0-16,0.000 0.000 0 0,35.000 5.000 0 0,-35.000-5.000 0 15,0.000 0.000 0-15,0.000 0.000 0 0,0.000 0.000 0 0,0.000 0.000 0 16,24.000 0.000 0-16,-24.000 0.000 0 0,0.000 0.000 0 0,0.000 0.000 0 15,0.000 0.000 0-15,0.000 0.000 0 0,0.000 0.000 0 0,26.000-1.000 0 16,-26.000 1.000 0-16,0.000 0.000 0 0,0.000 0.000 0 0,0.000 0.000 0 0,0.000 0.000 0 0,0.000 0.000 0 16,0.000 0.000 0-16,0.000 0.000 0 15,0.000 0.000 0-15,0.000 0.000 0 0,0.000 0.000 0 0,0.000 0.000 0 16,0.000 0.000-128-16,30.000 5.000 128 0,-28.000-5.000 0 0,-1.000 0.000 0 16,-1.000 0.000 0-16,0.000 0.000 0 0,0.000 0.000 0 0,0.000 0.000 0 15,0.000 0.000 0-15,0.000 0.000 0 0,0.000 0.000 0 0,0.000 0.000 0 0,0.000 0.000 0 16,0.000 0.000 0-16,29.000 2.000 0 0,-27.000-2.000 0 0,-2.000 0.000 0 15,0.000 0.000 0-15,0.000 0.000 0 0,0.000 0.000 0 0,0.000 0.000 0 0,0.000 0.000 0 16,0.000 0.000 0-16,0.000 0.000 0 0,27.000 0.000 0 0,-24.000-1.000 0 16,0.000 1.000 0-16,-3.000 0.000 0 0,0.000 0.000 0 0,0.000 0.000 0 15,0.000 0.000 0-15,0.000 0.000 0 0,23.000 0.000 0 0,-20.000 0.000 0 16,2.000 0.000 832-16,-2.000 0.000 144 0,0.000 0.000 48 0,1.000-1.000 0 16,0.000 1.000-816-16,-1.000-1.000-208 0,-1.000 1.000 0 0,0.000-1.000 0 0,-1.000 1.000 0 15,1.000-1.000 0-15,-1.000 1.000 128 0,1.000 0.000-128 31,0.000 0.000-784-31,-1.000 0.000-192 0,1.000 0.000-48 0,1.000-1.000 0 0,0.000 1.000 832 0,-1.000 1.000 192 0,1.000-1.000 0 0,-1.000-1.000 0 16,-1.000 1.000 0-16,2.000 0.000 0 0,-1.000 0.000 0 0,1.000 0.000 0 0,-1.000 0.000 0 16,1.000 0.000 0-16,0.000 1.000 0 0,0.000-2.000 0 0,-1.000 1.000 0 15,0.000 0.000 0-15,-1.000 0.000 0 0,1.000 0.000 0 0,-1.000 0.000 0 16,1.000-1.000 0-16,0.000 1.000 0 0,-1.000 0.000 0 0,-1.000 0.000 0 0,0.000 0.000 0 16,2.000 0.000 0-16,-2.000 0.000 0 0,2.000 0.000 0 0,-2.000 0.000 0 15,1.000 0.000 0-15,-1.000 0.000 0 0,0.000 0.000 0 0,0.000 0.000 0 0,3.000 0.000 0 16,-3.000 0.000 0-16,0.000 0.000 0 0,0.000 1.000 0 15,0.000-1.000 0-15,0.000 0.000 0 0,0.000 0.000 0 0,0.000 0.000 0 16,0.000 0.000-128-16,0.000 1.000 128 0,-3.000 1.000-272 0</inkml:trace>
  <inkml:trace contextRef="#ctx0" brushRef="#br1">2147.000 6664.000 911 0,'-2.000'-1.000'0'0,"2.000"0.000"0"0,0.000 0.000 0 15,0.000 1.000 0-15,0.000-1.000 512 0,0.000 1.000 32 0,0.000 0.000 0 0,-2.000 0.000 0 0,2.000 0.000 784 0,0.000 0.000 144 0,0.000-1.000 48 0,0.000 1.000 0 0,-1.000-1.000-160 0,1.000 1.000-16 0,-2.000 0.000-16 0,2.000 0.000 0 16,0.000-1.000-64-16,0.000 1.000-16 16,-2.000 0.000 0-16,2.000 0.000 0 0,0.000 0.000-416 0,-1.000 0.000-64 15,-1.000 0.000-32-15,2.000 1.000 0 0,-1.000-1.000-208 0,-1.000 0.000-32 0,2.000 1.000-16 16,-2.000-1.000 0-16,2.000 1.000-192 0,-1.000-1.000-32 0,-1.000 0.000-16 15,2.000 1.000 0-15,0.000-1.000-240 0,0.000 0.000 128 0,-3.000 1.000-128 16,3.000 0.000 0-16,0.000-1.000 0 0,0.000 1.000 0 0,0.000-1.000 0 0,-1.000 0.000 0 16,1.000 0.000 0-16,-2.000 0.000 0 0,2.000 1.000 144 0,0.000-1.000-144 0,0.000 0.000 720 15,0.000 1.000 64-15,0.000-1.000 16 0,0.000 0.000 0 16,0.000 0.000-480-16,0.000 0.000-80 0,2.000-1.000-32 0,-2.000 1.000 0 16,0.000 0.000 624-16,0.000 0.000 112 0,0.000 0.000 16 0,0.000 0.000 16 15,0.000-1.000-208-15,1.000 1.000-64 0,-1.000-1.000 0 0,0.000 0.000 0 16,3.000 0.000-240-16,-3.000-1.000-48 0,0.000 0.000-16 0,2.000-1.000 0 15,-1.000 1.000-128-15,-1.000-2.000-16 0,2.000 1.000-16 0,0.000-1.000 0 16,-1.000 0.000-48-16,2.000-1.000-16 0,-1.000-1.000 0 0,1.000 0.000 0 16,-1.000 0.000-176-16,1.000 0.000 0 0,0.000 0.000 0 0,-1.000 1.000 128 15,1.000 0.000-128-15,-1.000 0.000 0 0,-1.000 0.000 0 0,2.000-1.000 0 16,-1.000 1.000 0-16,1.000-1.000 0 0,-3.000 2.000 0 0,2.000-1.000 0 0,0.000 0.000 0 0,-1.000 1.000 0 16,2.000 0.000 0-16,-1.000 0.000 0 0,-1.000 0.000 0 15,-1.000 0.000 0-15,2.000 0.000 0 0,-1.000 0.000 0 0,1.000 0.000 0 0,0.000 1.000 0 16,-1.000-1.000 0-16,1.000 0.000 0 0,0.000-1.000 0 0,-1.000 1.000 0 15,1.000 0.000 0-15,1.000 0.000 0 0,0.000 0.000 0 0,-1.000 0.000 0 16,-1.000-2.000 0-16,1.000 1.000 0 0,1.000 0.000 0 0,0.000 1.000 0 16,-1.000-2.000 0-16,1.000 1.000 0 0,-1.000 1.000 0 0,1.000 0.000 0 15,0.000 0.000 0-15,0.000-1.000 0 0,-1.000 1.000 0 0,1.000 0.000 0 16,0.000 0.000 0-16,-1.000 0.000 0 0,1.000 0.000 0 0,-1.000 1.000 0 16,1.000-2.000 0-16,2.000 1.000 0 0,-2.000 0.000 0 0,-2.000 0.000 0 15,4.000 0.000 0-15,-3.000 0.000 0 0,1.000 0.000 0 0,-1.000 0.000 0 16,1.000 0.000 0-16,2.000-1.000 0 0,-2.000 2.000 0 0,0.000-1.000 0 0,0.000-2.000 0 0,1.000 2.000 0 15,-1.000-1.000 0-15,0.000 0.000 0 0,2.000 1.000 0 16,-2.000-2.000 0-16,0.000 2.000 0 0,0.000 0.000 0 16,-1.000 1.000 0-16,1.000-1.000 0 0,-1.000 1.000 0 0,1.000-1.000 0 0,2.000 0.000 0 0,-2.000 0.000 0 15,-2.000 0.000 0-15,1.000 0.000 0 0,1.000 1.000 0 0,-1.000-1.000 0 16,1.000 1.000 0-16,-1.000-1.000 0 0,1.000 0.000 0 0,0.000 0.000 0 16,0.000 0.000 0-16,-1.000-1.000 0 0,1.000 3.000 0 0,-1.000-1.000 0 15,1.000 0.000 0-15,-1.000 0.000 0 0,-1.000 0.000 0 0,3.000 0.000 0 16,-3.000 0.000 0-16,2.000-1.000 0 0,0.000 1.000 0 0,0.000 0.000 0 15,-1.000 0.000 0-15,1.000 0.000 0 0,-1.000 0.000 0 0,0.000 1.000 0 16,-1.000 0.000 0-16,1.000-2.000 0 0,1.000 2.000 0 0,0.000-1.000 0 16,0.000 0.000 0-16,-1.000-1.000 0 0,-1.000 1.000 0 0,3.000 0.000 0 0,-3.000 0.000 0 15,3.000 0.000 0-15,-3.000 0.000 128 0,3.000 0.000-128 0,-3.000 1.000 0 0,2.000-1.000 0 16,0.000 1.000 0-16,0.000-1.000 0 0,-1.000 1.000 0 0,1.000-1.000 0 16,-1.000 0.000 0-16,0.000 0.000 0 15,1.000 0.000 0-15,-1.000 0.000 0 0,-1.000 1.000 0 0,1.000-2.000 0 0,2.000 2.000 0 0,-4.000 0.000 0 0,3.000 0.000 0 16,-1.000-2.000 0-16,0.000 2.000 0 0,-1.000-1.000 0 15,1.000 1.000 128-15,1.000 0.000-128 0,-1.000 0.000 0 0,1.000-1.000 0 16,-1.000 1.000 0-16,2.000-1.000 0 0,-1.000 0.000 0 0,-1.000 0.000 0 16,1.000 1.000 0-16,-1.000-1.000 0 0,1.000 1.000 0 0,-1.000-1.000 0 0,0.000 1.000 0 0,-1.000 1.000 128 15,1.000-1.000-128-15,0.000-1.000 0 16,0.000 1.000 0-16,0.000-1.000 128 0,-1.000 1.000 64 0,1.000 1.000 16 16,0.000-1.000 0-16,-1.000 0.000 0 0,1.000 1.000 304 0,1.000-1.000 64 15,-1.000-1.000 16-15,0.000 1.000 0 0,1.000-1.000-464 0,-1.000 1.000-128 16,2.000-2.000 0-16,-3.000 2.000 0 0,1.000 0.000 0 0,1.000 0.000 0 15,-1.000 1.000 0-15,1.000-1.000 0 0,-1.000 0.000 0 0,1.000 1.000 0 0,-1.000-1.000 0 16,0.000 0.000 0-16,0.000 0.000 0 0,1.000-1.000 0 0,-1.000 0.000 0 16,1.000 1.000 0-16,-1.000 0.000 0 0,1.000-1.000 0 0,1.000 1.000 0 0,-1.000-1.000 0 0,4.000 0.000 0 15,-2.000 0.000 0-15,2.000 0.000 0 0,0.000-1.000 0 0,2.000 1.000 0 16,-3.000 0.000 0-16,3.000 0.000 0 0,0.000 0.000 0 0,-1.000 0.000 0 0,1.000 0.000 0 16,-1.000 0.000 0-16,2.000-1.000 0 15,-1.000 1.000 0-15,-2.000 1.000 0 0,1.000 0.000 0 0,0.000 0.000 0 0,-2.000 0.000 0 16,1.000 0.000 0-16,0.000 0.000 0 0,-2.000 0.000 0 0,0.000 1.000 0 0,0.000 0.000 0 0,0.000 0.000 0 0,1.000-2.000 0 31,-3.000 2.000 0-31,2.000-1.000 0 0,-1.000 1.000 0 0,-1.000-1.000 0 0,2.000 0.000 0 0,-1.000 1.000 0 0,1.000 0.000 0 16,-2.000-1.000 0-16,2.000 1.000 0 15,0.000-1.000 0-15,1.000 0.000 0 0,-1.000 0.000 0 16,0.000 0.000 0-16,1.000-1.000 0 0,2.000 1.000 0 0,-3.000 0.000 0 16,0.000 0.000 0-16,1.000 0.000 0 0,2.000 0.000 0 0,-3.000 0.000 0 15,0.000 0.000 0-15,0.000 1.000 0 0,-2.000-1.000 0 0,3.000 1.000 0 0,-1.000-1.000 0 16,0.000 1.000 0-16,-2.000 1.000 0 0,2.000-2.000 0 0,1.000 1.000 0 0,-1.000 0.000 0 0,0.000 0.000 0 15,0.000-1.000 0-15,1.000 1.000 0 0,0.000 0.000 0 16,-1.000 0.000 0-16,0.000-1.000 0 0,0.000 1.000 0 0,1.000 0.000 0 16,-1.000 0.000 0-16,0.000 1.000 0 0,1.000-1.000 0 0,-2.000 0.000 0 15,2.000 0.000 0-15,-1.000 1.000 0 0,-1.000 0.000 0 0,1.000-1.000 0 16,0.000 1.000 0-16,1.000-1.000 0 0,-1.000 1.000 0 0,0.000 0.000 0 16,0.000-1.000 0-16,3.000 1.000 0 0,-3.000 0.000 0 0,1.000 0.000 0 15,-1.000 0.000 0-15,1.000 0.000 0 0,1.000-1.000 0 0,-3.000 1.000 0 16,1.000 0.000 0-16,3.000 0.000 0 0,-3.000 0.000 0 0,0.000 0.000 0 15,-2.000 0.000 0-15,2.000 0.000 0 0,1.000 1.000 0 0,-1.000-1.000 0 16,0.000 0.000 0-16,0.000 0.000 0 0,0.000 0.000 0 0,-1.000 1.000 0 0,1.000-1.000 0 16,0.000 0.000 0-16,0.000 1.000 0 0,0.000-1.000 0 15,1.000 0.000 0-15,-6.000 0.000 0 0,0.000 0.000 0 0,0.000 0.000 0 0,0.000 0.000 0 0,25.000 3.000 0 16,-25.000-3.000 0-16,0.000 0.000 0 0,0.000 0.000 0 0,0.000 0.000 0 16,0.000 0.000 0-16,29.000 5.000 0 0,-24.000-5.000 0 0,0.000 1.000 0 15,-5.000-1.000 0-15,0.000 0.000 0 0,0.000 0.000 0 0,0.000 0.000 0 16,27.000 2.000 0-16,-27.000-2.000 0 0,0.000 0.000 0 0,0.000 0.000 0 15,0.000 0.000 0-15,0.000 0.000 0 0,32.000 6.000 0 0,-32.000-6.000 0 16,0.000 0.000 0-16,0.000 0.000 0 0,0.000 0.000 0 0,27.000 4.000 0 0,-27.000-4.000 0 16,0.000 0.000 0-16,0.000 0.000 0 0,0.000 0.000 0 0,0.000 0.000 0 15,27.000 5.000 0-15,-27.000-5.000 0 0,0.000 0.000 0 0,0.000 0.000 0 0,0.000 0.000 0 16,0.000 0.000 0-16,0.000 0.000 0 16,29.000 6.000 0-16,-24.000-5.000 0 0,-5.000-1.000 0 0,0.000 0.000 0 15,0.000 0.000 0-15,0.000 0.000 0 0,0.000 0.000 0 0,0.000 0.000 0 16,0.000 0.000 0-16,33.000 12.000 0 0,-33.000-12.000 0 0,0.000 0.000 0 15,0.000 0.000 0-15,0.000 0.000 0 0,0.000 0.000 0 0,31.000 8.000 0 16,-31.000-8.000 0-16,0.000 0.000 0 0,0.000 0.000 0 0,0.000 0.000-128 0,0.000 0.000 128 0,31.000 12.000 0 16,-26.000-10.000 0-16,0.000-1.000 0 0,0.000 0.000 0 0,-5.000-1.000 0 15,0.000 0.000 0-15,0.000 0.000 0 0,0.000 0.000 0 0,0.000 0.000 0 16,33.000 12.000 0-16,-33.000-12.000 0 0,0.000 0.000 0 0,0.000 0.000 0 0,0.000 0.000 0 16,34.000 14.000 0-16,-34.000-14.000 0 0,0.000 0.000 0 0,0.000 0.000 0 15,0.000 0.000 0-15,31.000 8.000 0 0,-31.000-8.000 0 0,0.000 0.000 0 16,0.000 0.000 0-16,0.000 0.000 0 0,0.000 0.000 0 0,29.000 9.000 0 15,-29.000-9.000 0-15,0.000 0.000 0 0,0.000 0.000 0 0,0.000 0.000 0 16,0.000 0.000 0-16,0.000 0.000 0 0,0.000 0.000 0 0,31.000 12.000 0 16,-29.000-11.000 0-16,-2.000-1.000 0 0,0.000 0.000 0 15,0.000 0.000 0-15,0.000 0.000 0 0,0.000 0.000 0 0,0.000 0.000 0 16,31.000 11.000 0-16,-31.000-11.000 0 0,0.000 0.000 0 0,0.000 0.000 0 0,0.000 0.000 0 0,0.000 0.000 0 16,0.000 0.000 0-16,0.000 0.000 0 0,32.000 13.000 0 0,-32.000-13.000 0 15,0.000 0.000 0-15,0.000 0.000 0 0,0.000 0.000 0 0,0.000 0.000 0 16,0.000 0.000 0-16,31.000 12.000 0 0,-31.000-12.000 0 0,0.000 0.000 0 15,0.000 0.000 0-15,0.000 0.000 0 0,0.000 0.000 0 0,0.000 0.000 0 16,31.000 13.000 0-16,-31.000-13.000 0 0,0.000 0.000 0 0,0.000 0.000 0 0,0.000 0.000 0 0,0.000 0.000 0 0,0.000 0.000 0 0,31.000 15.000 0 16,-31.000-15.000 0-1,0.000 0.000 0-15,0.000 0.000 0 0,0.000 0.000 0 16,0.000 0.000 784-16,0.000 0.000 192 0,0.000 0.000 48 0,33.000 18.000 0 16,-33.000-18.000-1664-16,0.000 0.000-320 0,0.000 0.000-64 0,0.000 0.000 0 15,0.000 0.000 832-15,0.000 0.000 192 0,0.000 0.000 0 0,32.000 18.000 0 16,-32.000-18.000 0-16,0.000 0.000 0 0,0.000 0.000 0 0,0.000 0.000 0 0,0.000 0.000 0 15,0.000 0.000 0-15,0.000 0.000 0 0,31.000 19.000 0 0,-31.000-19.000 0 0,0.000 0.000 0 16,0.000 0.000 0-16,0.000 0.000 0 0,0.000 0.000 0 0,0.000 0.000 0 16,0.000 0.000 0-16,0.000 0.000 0 0,0.000 0.000 0 0,30.000 23.000 0 15,-30.000-23.000 0-15,0.000 0.000 0 0,0.000 0.000 0 0,0.000 0.000 0 16,0.000 0.000 0-16,0.000 0.000 0 0,0.000 0.000 0 0,0.000 0.000 0 16,0.000 0.000 0-16,33.000 19.000 0 0,-33.000-19.000 0 0,0.000 0.000 0 15,0.000 0.000 0-15,0.000 0.000 0 0,0.000 0.000 0 0,0.000 0.000 0 0,0.000 0.000 0 0,0.000 0.000 0 0,0.000 0.000 0 0,0.000 0.000 0 31,0.000 0.000 0-31,0.000 0.000 0 0,0.000 0.000 0 0,31.000 28.000 0 16,-31.000-28.000 0-16,0.000 0.000 0 0,0.000 0.000 0 0,0.000 0.000 0 16,0.000 0.000 0-16,0.000 0.000 0 0,0.000 0.000 0 0,0.000 0.000 0 15,0.000 0.000 0-15,0.000 0.000 0 0,0.000 0.000 0 0,27.000 32.000 0 0,-27.000-32.000 0 16,0.000 0.000 0-16,0.000 0.000 0 0,0.000 0.000 0 16,0.000 0.000 0-16,0.000 0.000 0 0,0.000 0.000 0 0,0.000 0.000 0 0,0.000 0.000 0 0,22.000 39.000 0 15,-22.000-39.000 0-15,0.000 0.000 0 0,0.000 0.000 0 0,0.000 0.000 0 16,0.000 0.000 0-16,0.000 0.000 0 0,0.000 0.000 0 0,0.000 0.000 0 15,0.000 0.000 0-15,23.000 37.000 0 0,-23.000-37.000 0 0,0.000 0.000 0 16,0.000 0.000 0-16,0.000 0.000 0 0,0.000 0.000 0 0,0.000 0.000 0 16,0.000 0.000 0-16,0.000 0.000 0 0,0.000 0.000 0 0,0.000 0.000 0 15,19.000 40.000 0-15,-19.000-40.000 0 0,0.000 0.000 0 0,0.000 0.000 0 0,0.000 0.000 0 16,0.000 0.000 0-16,0.000 0.000 0 0,0.000 0.000 0 16,0.000 0.000 0-16,0.000 0.000 0 0,0.000 0.000 0 0,19.000 40.000 0 0,-19.000-40.000 0 0,0.000 0.000 0 15,0.000 0.000 0-15,0.000 0.000 0 0,0.000 0.000 0 0,0.000 0.000 0 16,0.000 0.000 0-16,0.000 0.000 0 15,0.000 0.000 0-15,0.000 0.000 0 0,0.000 0.000 0 0,0.000 0.000 0 16,16.000 41.000 0-16,-16.000-41.000 0 0,0.000 0.000 0 0,0.000 0.000 0 0,0.000 0.000 0 0,0.000 0.000 0 16,0.000 0.000 0-16,0.000 0.000 0 0,0.000 0.000 0 0,0.000 0.000-128 15,0.000 0.000 128-15,0.000 0.000 0 0,0.000 0.000 0 0,0.000 0.000 0 16,11.000 43.000 0-16,-11.000-43.000 0 0,0.000 0.000 0 0,0.000 0.000 0 16,0.000 0.000 0-16,0.000 0.000 0 0,0.000 0.000 0 0,0.000 0.000 0 15,0.000 0.000 0-15,0.000 0.000 0 0,0.000 0.000 0 0,0.000 0.000 0 16,5.000 42.000 0-16,-5.000-42.000 0 0,0.000 0.000 0 0,0.000 0.000 0 0,0.000 0.000 0 15,0.000 0.000 0-15,0.000 0.000 0 0,0.000 0.000 0 0,0.000 0.000 0 16,0.000 0.000 0-16,0.000 0.000 0 0,0.000 0.000 0 0,0.000 0.000 0 16,0.000 0.000 0-16,5.000 42.000 0 0,-5.000-42.000 0 0,0.000 0.000 0 15,0.000 0.000 0-15,0.000 0.000 0 0,0.000 0.000 0 16,0.000 0.000 0-16,0.000 0.000 0 0,0.000 0.000 0 0,0.000 0.000 0 16,0.000 0.000 0-16,0.000 0.000 0 0,0.000 0.000 0 0,0.000 0.000 0 15,0.000 0.000 0-15,0.000 0.000 0 0,0.000 0.000 0 0,0.000 0.000 0 0,0.000 0.000 0 0,0.000 0.000 0 0,0.000 0.000 0 16,0.000 0.000 0-16,0.000 0.000 0 0,0.000 0.000 0 0,0.000 0.000 0 0,0.000 0.000 0 15,0.000 0.000 0-15,0.000 0.000 0 16,0.000 0.000 0-16,0.000 0.000 0 0,0.000 0.000 0 0,0.000 0.000 0 0,0.000 0.000 0 0,0.000 0.000 0 16,0.000 0.000 0-16,0.000 0.000 0 0,0.000 0.000 0 15,0.000 0.000 0-15,0.000 0.000 0 0,7.000 40.000 0 16,-7.000-40.000 0-16,0.000 0.000 0 0,0.000 0.000 0 0,0.000 0.000 0 16,0.000 0.000 0-16,0.000 0.000 0 0,0.000 0.000 0 0,0.000 0.000 0 0,0.000 0.000 0 15,0.000 0.000 0-15,0.000 0.000 128 0,0.000 0.000-128 0,0.000 0.000 0 0,0.000 0.000 0 16,0.000 0.000 0-16,0.000 0.000 0 15,0.000 0.000 0-15,0.000 0.000 0 0,0.000 0.000 0 0,0.000 0.000 0 16,0.000 0.000 0-16,0.000 0.000 0 0,0.000 0.000 0 0,0.000 0.000 0 0,0.000 0.000 0 0,0.000 0.000 0 16,0.000 0.000 0-16,0.000 0.000 0 0,0.000 0.000 0 0,0.000 0.000 0 15,0.000 0.000 0-15,-4.000 38.000 0 0,4.000-38.000 0 0,0.000 0.000 0 16,0.000 0.000 0-16,0.000 0.000 0 0,0.000 0.000 0 0,0.000 0.000 0 16,0.000 0.000 0-16,0.000 0.000 0 0,0.000 0.000 0 0,0.000 0.000 0 0,0.000 0.000 0 15,0.000 0.000 0-15,0.000 0.000 0 0,0.000 0.000 0 16,0.000 0.000 0-16,0.000 0.000 0 0,0.000 0.000 0 0,0.000 0.000 0 15,0.000 0.000 0-15,0.000 0.000 0 0,0.000 0.000 0 0,0.000 0.000 0 0,0.000 0.000 0 16,0.000 0.000 0-16,0.000 0.000 0 0,0.000 0.000 0 16,0.000 0.000 0-16,0.000 0.000 0 0,0.000 0.000 0 0,0.000 0.000 0 15,0.000 0.000 0-15,0.000 0.000-17424 0</inkml:trace>
  <inkml:trace contextRef="#ctx0" brushRef="#br1">4013.000 6731.000 10127 0,'0.000'0.000'896'0,"0.000"0.000"-704"0,0.000 0.000-192 0,0.000 0.000 0 0,0.000 0.000 160 16,0.000 0.000 0-16,0.000 0.000 0 0,2.000-1.000 0 0,-2.000 1.000 928 0,0.000-1.000 176 15,0.000 1.000 32-15,0.000 0.000 16 0,3.000-1.000-576 0,-3.000 1.000-112 0,0.000 0.000-32 0,0.000 0.000 0 16,0.000 0.000 224-16,0.000 0.000 32 16,0.000 0.000 16-16,0.000 0.000 0 0,0.000 0.000-400 0,0.000 0.000-80 15,0.000 0.000 0-15,0.000 0.000-16 0,0.000 0.000 400 0,0.000 0.000 96 16,0.000 0.000 16-16,0.000 0.000 0 0,0.000 0.000-368 0,0.000 0.000-64 0,29.000 1.000 0 0,-29.000-1.000-16 0,0.000 0.000 192 0,0.000 0.000 32 15,19.000-3.000 16-15,-19.000 3.000 0 0,0.000 0.000-160 16,16.000-4.000-48-16,-16.000 4.000 0 0,10.000-3.000 0 16,-10.000 3.000 16-16,0.000 0.000 0 0,14.000-3.000 0 0,-14.000 3.000 0 15,0.000 0.000-336-15,13.000-3.000-144 0,-13.000 3.000 128 0,0.000 0.000-128 16,16.000-3.000 160-16,-16.000 3.000-160 0,0.000 0.000 192 0,16.000-3.000-192 16,-16.000 3.000 208-16,0.000 0.000-64 0,0.000 0.000-16 0,22.000-3.000 0 15,-22.000 3.000-128-15,11.000-3.000 0 0,-6.000 2.000 144 0,-5.000 1.000-144 16,13.000-4.000 0-16,-13.000 4.000 128 0,11.000-3.000-128 0,-7.000 2.000 0 15,-4.000 1.000 0-15,0.000 0.000 0 0,0.000 0.000 0 0,20.000-2.000 0 16,-15.000 1.000 0-16,-5.000 1.000 0 0,0.000 0.000 0 0,0.000 0.000 0 0,16.000-2.000 0 16,-13.000 2.000 0-16,-3.000 0.000 0 0,0.000 0.000 0 15,0.000 0.000 0-15,0.000 0.000 0 0,0.000 0.000 0 0,23.000 0.000 0 0,-23.000 0.000 0 16,0.000 0.000 0-16,0.000 0.000 0 0,0.000 0.000 0 0,0.000 0.000 0 0,22.000-1.000 0 16,-22.000 1.000 0-16,0.000 0.000 0 0,0.000 0.000 0 0,0.000 0.000 0 15,0.000 0.000 0-15,22.000 0.000 0 0,-22.000 0.000 0 0,0.000 0.000 0 16,0.000 0.000 0-16,0.000 0.000 0 0,0.000 0.000 0 0,21.000-1.000 0 15,-19.000 1.000 0-15,-2.000 0.000 0 0,0.000 0.000 0 0,0.000 0.000 0 16,0.000 0.000 0-16,0.000 0.000 0 0,0.000 0.000 0 0,0.000 0.000 0 16,27.000 2.000 0-16,-27.000-2.000 0 0,0.000 0.000 0 0,0.000 0.000 0 0,27.000 1.000 0 15,-27.000-1.000 0-15,0.000 0.000 0 0,26.000 1.000 0 16,-26.000-1.000 0-16,0.000 0.000 0 0,26.000 2.000 0 0,-26.000-2.000 0 16,0.000 0.000 0-16,0.000 0.000 0 0,34.000 3.000 0 0,-34.000-3.000 0 0,0.000 0.000 0 0,0.000 0.000-128 15,28.000 3.000 128-15,-28.000-3.000 0 16,0.000 0.000 0-16,0.000 0.000 0 0,24.000 1.000 0 0,-24.000-1.000 0 15,0.000 0.000 0-15,0.000 0.000 128 0,0.000 0.000-128 0,24.000 0.000 0 0,-24.000 0.000 0 0,0.000 0.000 0 16,0.000 0.000 0-16,0.000 0.000 0 0,24.000 0.000 0 0,-24.000 0.000 0 0,0.000 0.000 0 0,0.000 0.000 0 16,24.000-1.000 0-16,-24.000 1.000 0 15,0.000 0.000 0-15,0.000 0.000 0 0,25.000 0.000 0 0,-25.000 0.000 0 0,0.000 0.000 0 0,0.000 0.000 0 16,26.000 0.000 0-16,-26.000 0.000 0 0,0.000 0.000 0 0,0.000 0.000 0 16,24.000 0.000 0-16,-24.000 0.000 0 15,0.000 0.000 0-15,22.000-1.000 144 0,-22.000 1.000-144 0,0.000 0.000 0 16,21.000-2.000 128-16,-21.000 2.000-128 0,13.000-2.000 0 0,-13.000 2.000 0 15,0.000 0.000 0-15,21.000-1.000 128 0,-21.000 1.000-128 0,0.000 0.000 0 0,0.000 0.000 128 16,22.000 0.000-128-16,-22.000 0.000 0 0,0.000 0.000 0 0,0.000 0.000 0 16,0.000 0.000 0-16,29.000 3.000 0 0,-29.000-3.000 0 0,0.000 0.000 0 0,0.000 0.000 0 15,26.000 2.000 0-15,-26.000-2.000 0 16,0.000 0.000 0-16,0.000 0.000 0 0,28.000 1.000 0 0,-28.000-1.000 0 0,0.000 0.000 0 0,0.000 0.000 0 0,27.000-1.000 0 16,-27.000 1.000 0-16,0.000 0.000 0 0,0.000 0.000 0 15,0.000 0.000 0-15,28.000 4.000 0 0,-28.000-4.000 0 0,0.000 0.000 0 0,0.000 0.000 0 0,0.000 0.000 0 16,0.000 0.000 0-16,28.000 4.000 0 15,-28.000-4.000 0-15,0.000 0.000 0 0,0.000 0.000 0 0,0.000 0.000 0 16,0.000 0.000 0-16,0.000 0.000 0 0,0.000 0.000 0 0,28.000 3.000 0 0,-28.000-3.000 0 0,0.000 0.000 0 16,0.000 0.000 0-16,0.000 0.000 0 15,0.000 0.000 0-15,0.000 0.000 0 0,0.000 0.000 0 0,0.000 0.000 0 16,0.000 0.000 0-16,0.000 0.000 0 0,27.000 4.000 0 0,-27.000-4.000 0 16,0.000 0.000 0-16,0.000 0.000 0 0,0.000 0.000 0 0,0.000 0.000 0 15,19.000-1.000 0-15,-19.000 1.000 0 0,0.000 0.000 0 0,0.000 0.000 0 0,0.000 0.000 0 16,0.000 0.000 0-16,21.000 0.000 0 0,-21.000 0.000 0 0,0.000 0.000 0 15,0.000 0.000 0-15,0.000 0.000 0 0,0.000 0.000 0 0,0.000 0.000 0 0,0.000 0.000 0 16,24.000 1.000 0-16,-24.000-1.000 0 0,0.000 0.000 0 0,0.000 0.000 0 16,0.000 0.000 0-16,0.000 0.000 0 0,0.000 0.000 0 0,0.000 0.000 0 15,0.000 0.000 0-15,0.000 0.000 0 0,0.000 0.000 0 0,0.000 0.000 0 16,0.000 0.000 0-16,0.000 0.000 0 0,0.000 0.000 0 0,0.000 0.000 0 16,25.000 4.000 0-16,-25.000-4.000 0 0,0.000 0.000 0 0,0.000 0.000 0 15,0.000 0.000 0-15,0.000 0.000 0 0,0.000 0.000 0 0,0.000 0.000 0 0,0.000 0.000 0 0,0.000 0.000 0 16,0.000 0.000 0-16,0.000 0.000 0 0,0.000 0.000 640 0,0.000 0.000 0 15,0.000 0.000 16-15,0.000 0.000 0 16,0.000 0.000 96-16,0.000 0.000 16 0,0.000 0.000 0 0,0.000-1.000 0 0,0.000 1.000-528 0,0.000 0.000-112 0,0.000 0.000 0 16,-1.000-1.000-128-16,-2.000 1.000-160 0</inkml:trace>
  <inkml:trace contextRef="#ctx0" brushRef="#br1">3983.000 6922.000 7359 0,'0.000'0.000'656'0,"0.000"-1.000"-528"0,0.000 1.000-128 0,0.000 0.000 0 0,0.000 0.000 1280 0,0.000 0.000 208 0,0.000 0.000 48 0,1.000 0.000 16 0,-1.000 0.000-560 16,0.000 0.000-112-16,0.000 0.000-32 0,0.000 0.000 0 0,0.000 0.000 304 0,2.000 1.000 64 0,-2.000-1.000 16 0,0.000 2.000 0 15,0.000-1.000-656-15,2.000 0.000-144 0,-1.000 0.000-32 0,-1.000-1.000 0 16,0.000 0.000 112-16,0.000 0.000 0 16,0.000 0.000 16-16,0.000 0.000 0 0,0.000 0.000-80 0,0.000 0.000-32 15,0.000 0.000 0-15,10.000 44.000 0 0,-10.000-44.000 336 0,0.000 0.000 64 16,0.000 0.000 16-16,0.000 36.000 0 0,0.000-36.000-64 0,0.000 0.000 0 16,-5.000 46.000 0-16,5.000-46.000 0 0,-8.000 35.000-384 0,8.000-35.000-96 15,-8.000 34.000-16-15,8.000-34.000 0 0,-10.000 36.000-128 0,10.000-36.000-16 16,-9.000 35.000-128-16,9.000-35.000 192 0,-10.000 33.000-32 0,10.000-33.000-16 0,-9.000 30.000 0 0,9.000-30.000 0 0,0.000 0.000-16 0,-10.000 30.000 0 31,10.000-30.000 0-31,0.000 0.000 0 0,0.000 0.000-128 0,-8.000 30.000 0 16,8.000-30.000 0-16,0.000 0.000 0 0,0.000 0.000 0 0,0.000 0.000 0 0,0.000 0.000 0 0,0.000 0.000 0 0,0.000 0.000 0 15,0.000 0.000 0-15,0.000 0.000 0 0,0.000 0.000 0 0,0.000 0.000 128 0,0.000 0.000-128 0,0.000 0.000 0 16,0.000 0.000 128-16,0.000 0.000 848 0,0.000 0.000 176 0,0.000 0.000 16 0,0.000 0.000 16 31,0.000 0.000-544-31,0.000 0.000-96 0,-3.000 2.000-32 0,6.000-8.000 0 16,0.000-1.000-384-16,-1.000-1.000-128 0,1.000 1.000 0 0,2.000 0.000 0 15,-2.000-1.000 0-15,2.000 1.000 0 0,0.000 1.000 0 0,0.000-1.000 0 16,1.000 0.000 0-16,-1.000 1.000 0 0,1.000 0.000 0 0,-1.000 1.000 0 16,3.000-3.000 0-16,-3.000 2.000 0 0,1.000-1.000 0 0,-3.000 0.000 0 15,2.000 3.000 0-15,1.000-1.000 0 0,-1.000 0.000 0 0,0.000 0.000 0 0,0.000-1.000 0 16,1.000 2.000 0-16,-1.000 0.000 0 0,0.000 0.000 0 0,0.000 1.000 0 16,-2.000 0.000 0-16,3.000-2.000 0 0,-1.000 2.000 0 0,-5.000 3.000 0 15,8.000-5.000 0-15,-8.000 5.000 0 0,8.000-6.000 0 0,-8.000 6.000 0 0,0.000 0.000 0 16,8.000-4.000 0-16,-8.000 4.000 0 0,0.000 0.000 0 0,0.000 0.000 0 15,0.000 0.000 0-15,0.000 0.000 0 0,0.000 0.000 0 0,0.000 0.000 0 16,0.000 0.000 0-16,0.000 0.000 0 0,0.000 0.000 0 0,0.000 0.000 0 16,0.000 0.000 0-16,0.000 0.000 0 0,0.000 0.000 0 0,0.000 0.000 0 15,0.000 0.000 0-15,0.000 0.000 0 0,0.000 0.000 0 0,0.000 0.000 0 16,0.000 0.000 0-16,0.000 0.000 0 0,0.000 0.000 0 0,8.000 45.000 0 16,-8.000-45.000-128-16,0.000 0.000 128 0,0.000 0.000 0 0,0.000 0.000 0 15,-2.000 39.000 0-15,2.000-39.000 0 0,0.000 0.000 0 0,0.000 0.000 0 16,0.000 0.000 0-16,0.000 38.000 0 0,0.000-38.000 0 0,0.000 0.000 0 0,0.000 0.000 0 15,0.000 0.000 0-15,0.000 37.000 0 0,0.000-37.000 0 0,0.000 0.000 0 0,0.000 0.000 0 16,0.000 0.000 0-16,0.000 0.000 0 16,7.000 41.000 0-16,-7.000-41.000 0 0,0.000 0.000 0 0,0.000 0.000 0 0,0.000 0.000 0 0,0.000 0.000 0 15,0.000 0.000 0-15,0.000 0.000 0 0,0.000 0.000-128 0,0.000 0.000 128 16,32.000 27.000 0-16,-32.000-27.000 0 0,13.000-3.000 0 0,-2.000-2.000-11760 16,2.000-1.000-2256-16</inkml:trace>
  <inkml:trace contextRef="#ctx0" brushRef="#br1">1859.000 7190.000 18431 0,'-2.000'-1.000'1632'0,"2.000"0.000"-1312"0,0.000 1.000-320 0,0.000 0.000 0 0,0.000 0.000 624 0,0.000 0.000 48 0,0.000 0.000 16 0,0.000 0.000 0 15,2.000 0.000 736-15,-1.000-1.000 160 0,-1.000 1.000 16 0,0.000 0.000 16 0,0.000 0.000-400 0,0.000 0.000-64 0,0.000 0.000-32 0,24.000-3.000 0 16,-24.000 3.000-64-16,0.000 0.000-16 0,0.000 0.000 0 0,29.000-7.000 0 16,-29.000 7.000-272-16,14.000-4.000-48 0,-14.000 4.000-16 0,16.000-5.000 0 15,-16.000 5.000-128-15,13.000-5.000-16 0,-5.000 2.000-16 0,-8.000 3.000 0 16,13.000-6.000-256-16,-13.000 6.000-48 0,16.000-4.000-16 0,-16.000 4.000 0 15,0.000 0.000-224-15,17.000-4.000 0 0,-17.000 4.000 0 0,0.000 0.000 0 0,0.000 0.000 736 0,0.000 0.000 208 16,28.000 1.000 32-16,-28.000-1.000 16 0,0.000 0.000-848 0,0.000 0.000-144 16,0.000 0.000 0-16,0.000 0.000 0 31,0.000 0.000-2576-31,0.000 0.000-400 0,0.000 0.000-80 0,0.000 0.000-12992 0</inkml:trace>
  <inkml:trace contextRef="#ctx0" brushRef="#br1">2172.000 6940.000 16575 0,'0.000'-2.000'736'0,"0.000"1.000"160"0,0.000 1.000-720 0,0.000 0.000-176 16,0.000-1.000 0-16,0.000 1.000 0 0,0.000 0.000 960 0,0.000 0.000 144 0,0.000 0.000 48 0,0.000 0.000 0 15,0.000 0.000 448-15,0.000 1.000 112 0,3.000 2.000 16 0,-3.000 1.000 0 16,0.000-4.000-1456-16,0.000 0.000-272 15,0.000 0.000 0-15,0.000 0.000-128 0,0.000 35.000 608 0,0.000-35.000 128 16,0.000 0.000 32-16,0.000 35.000 0 0,0.000-35.000 160 0,-4.000 33.000 32 16,4.000-33.000 16-16,-4.000 33.000 0 0,4.000-33.000-432 0,-5.000 34.000-96 15,5.000-34.000 0-15,-8.000 36.000-16 0,8.000-36.000-304 0,-9.000 35.000 0 16,9.000-35.000 0-16,-7.000 32.000 0 0,7.000-32.000 0 0,-8.000 29.000 0 0,8.000-29.000 0 0,-6.000 21.000 0 0,6.000-21.000 0 0,-6.000 21.000 0 16,6.000-21.000 0-16,0.000 0.000 0 15,-7.000 26.000 0-15,4.000-21.000 0 0,3.000-5.000 0 0,0.000 0.000 0 16,0.000 0.000 0-16,0.000 0.000 0 0,0.000 0.000 0 0,0.000 0.000 0 0,0.000 0.000 0 0,0.000 0.000 0 0,0.000 0.000 0 15,0.000 0.000 0 1,0.000 0.000 0-16,0.000 0.000 0 0,0.000 0.000 0 0,0.000 0.000 0 16,0.000 3.000 352-16,2.000-7.000 64 0,-1.000-2.000 16 0,2.000 0.000 0 15,1.000-3.000-256-15,-1.000 1.000-48 0,0.000-2.000-128 0,3.000-1.000 192 0,-2.000 2.000-192 0,0.000-3.000 0 16,3.000 2.000 0-16,-1.000-1.000 0 0,1.000 0.000 0 0,-1.000 1.000 0 0,-1.000-1.000 0 0,3.000 1.000 0 16,-2.000-2.000 0-16,1.000 2.000 0 0,-1.000 0.000 0 0,2.000 2.000 0 15,-2.000 1.000 0-15,-1.000-1.000 0 0,0.000 2.000 0 0,1.000 1.000 0 31,-1.000 1.000 128-31,-2.000 0.000-128 0,1.000 0.000 0 0,-1.000 1.000 144 16,0.000 1.000-144-16,0.000 1.000 0 0,0.000 1.000 144 0,-3.000 0.000-144 0,0.000 0.000 0 0,0.000 0.000 0 0,0.000 0.000 0 0,0.000 0.000 0 0,0.000 0.000 0 0,0.000 0.000 0 16,0.000 0.000 0-16,0.000 0.000 0 0,0.000 0.000 0 0,0.000 0.000 0 31,15.000 38.000 0-31,-15.000-38.000 0 0,0.000 0.000 416 0,0.000 0.000 112 16,0.000 43.000 32-16,0.000-43.000 0 0,0.000 0.000-224 0,-5.000 37.000-32 15,5.000-37.000-16-15,0.000 0.000 0 0,-3.000 33.000-288 0,3.000-33.000 0 16,0.000 0.000 0-16,0.000 0.000 0 0,0.000 0.000 0 0,3.000 40.000 0 15,-3.000-40.000 0-15,0.000 0.000 0 0,0.000 0.000 0 0,0.000 0.000 0 16,0.000 0.000 0-16,0.000 0.000 0 0,0.000 0.000 0 0,31.000 31.000 0 0,-31.000-31.000 0 16,0.000 0.000 0-16,0.000 0.000 0 0,33.000-4.000 0 15,-33.000 4.000 0-15,21.000-8.000 0 0,-12.000 3.000-144 0,0.000-1.000 16 0,0.000 0.000 0 16,-1.000-1.000-16752-16</inkml:trace>
  <inkml:trace contextRef="#ctx0" brushRef="#br1">3705.000 5147.000 911 0,'-2.000'-1.000'0'0,"2.000"1.000"0"0,0.000 0.000 0 0,-2.000-1.000 0 0,2.000 1.000 320 0,0.000-1.000-32 0,0.000 1.000 0 15,0.000-1.000 0-15,0.000 0.000 192 0,0.000 0.000 32 0,-1.000-1.000 16 0,-1.000 0.000 0 0,2.000-1.000-368 0,0.000 1.000-160 0,2.000-2.000 128 0,-1.000 0.000-128 16,1.000 0.000 0-16,1.000-1.000 0 0,2.000-1.000 0 0,-1.000 1.000-176 16,-2.000 0.000 176-16,3.000 0.000-192 0,-2.000-1.000 192 0,-1.000-1.000-192 15,3.000 2.000 192-15,-2.000 1.000 0 0</inkml:trace>
  <inkml:trace contextRef="#ctx0" brushRef="#br1">3772.000 5046.000 1839 0,'0.000'0.000'160'16,"0.000"0.000"-160"-16,0.000 0.000 0 0,0.000 0.000 0 15,0.000 0.000 800-15,0.000 0.000 128 0,0.000 0.000 32 0,0.000 0.000 0 0,0.000 0.000 832 0,0.000 0.000 192 16,0.000 1.000 16-16,0.000-1.000 16 0,1.000 0.000 176 0,-1.000 1.000 48 16,0.000-1.000 0-16,0.000 0.000 0 0,-1.000 0.000-272 0,1.000 0.000-48 15,0.000 0.000-16-15,-2.000 0.000 0 0,2.000 1.000-448 0,0.000 0.000-96 16,0.000-1.000-16-16,0.000 1.000 0 0,-2.000 1.000-496 0,2.000-1.000-96 15,-3.000 2.000-32-15,0.000 0.000 0 0,2.000 1.000-400 0,-3.000 0.000-64 16,1.000 0.000-32-16,-2.000 0.000 0 0,0.000 1.000 80 0,2.000-1.000 16 16,-5.000 3.000 0-16,4.000-2.000 0 0,-1.000 0.000-176 0,-2.000-1.000-16 0,1.000 0.000-128 0,1.000 1.000 192 15,0.000-2.000-192-15,0.000 1.000 128 0,-2.000 0.000-128 0,0.000-1.000 0 16,1.000 1.000 256-16,-1.000 1.000-32 0,-1.000-2.000-16 0,2.000 0.000 0 16,-1.000 1.000-48-16,-2.000 0.000-16 0,-1.000 0.000 0 0,4.000 0.000 0 15,-3.000 0.000-144 1,0.000-1.000 0-16,4.000 0.000 0 0,-4.000 0.000 0 0,4.000 0.000 0 0,0.000 0.000 0 0,2.000 0.000 0 0,1.000 0.000 0 15,-1.000 0.000 0-15,-1.000-1.000 0 0,4.000-1.000 0 0,-2.000 0.000 0 16,2.000 0.000 0-16,0.000 0.000 0 0,0.000 0.000 0 0,0.000 0.000 0 16,-1.000-1.000 0-16,1.000 0.000 0 0,0.000 0.000 0 0,0.000 0.000 0 0,1.000 0.000 0 15,-1.000 0.000 0-15,0.000 0.000 0 0,0.000 0.000 0 0,0.000 0.000 416 0,0.000-1.000 0 16,0.000 2.000 0-16,0.000-2.000 0 0,0.000 1.000-416 0,0.000 0.000 128 16,0.000 0.000-128-16,0.000 1.000 0 0,0.000-1.000 0 0,0.000 1.000 0 15,0.000-1.000 0-15,0.000-1.000 0 0,0.000 2.000 0 0,0.000-1.000 0 16,0.000 1.000 0-16,2.000-1.000 0 0,-2.000 1.000 0 0,0.000-1.000 0 15,0.000 1.000 0-15,2.000-1.000 0 0,-2.000 1.000 0 0,2.000 0.000 0 16,-2.000-1.000 0-16,0.000 1.000 0 16,0.000 0.000 0-16,0.000-1.000 128 0,2.000 1.000-128 0,-1.000-1.000 128 15,-1.000 0.000 64-15,0.000 1.000 0 0,0.000-1.000 0 0,2.000 3.000 0 0,0.000-2.000-192 0,-1.000 1.000 0 0,-1.000 1.000 0 0,2.000-2.000 0 16,1.000 1.000 0-16,-3.000 0.000 0 0,0.000-2.000 0 0,0.000 0.000 0 16,0.000 0.000 0-16,0.000 0.000 0 15,0.000 0.000 0-15,0.000 0.000 0 0,0.000 0.000 0 0,0.000 0.000 0 0,33.000 34.000 0 0,-33.000-34.000 0 16,0.000 0.000 0-16,0.000 0.000 0 0,0.000 0.000 0 0,0.000 0.000 0 15,0.000 0.000 0-15,0.000 0.000 0 0,0.000 0.000 0 0,34.000 29.000 0 16,-34.000-29.000 0-16,0.000 0.000 0 0,0.000 0.000 128 0,0.000 0.000-128 16,0.000 0.000 0-16,0.000 0.000 0 0,0.000 0.000 0 0,0.000 0.000 0 15,28.000 33.000 0-15,-28.000-33.000 0 0,0.000 0.000 0 0,0.000 0.000 0 16,0.000 0.000 0-16,0.000 0.000 0 0,0.000 0.000 0 16,0.000 0.000 0-16,0.000 0.000 0 0,0.000 0.000 0 15,0.000 0.000 0-15,0.000 0.000 0 0,0.000 0.000 0 0,0.000 0.000 0 0,0.000 0.000 0 16,0.000 0.000 0-16,0.000 0.000 0 0,0.000 0.000 0 15,0.000 0.000 0-15,0.000 0.000 0 0,0.000 0.000 0 0,0.000 0.000 0 16,0.000 0.000 0-16,0.000 0.000 0 0,0.000 0.000-128 0</inkml:trace>
  <inkml:trace contextRef="#ctx0" brushRef="#br1">1626.000 6581.000 14735 0,'0.000'0.000'1312'0,"0.000"0.000"-1056"0,0.000 0.000-256 0,0.000 0.000 0 0,0.000 0.000 1408 0,0.000 0.000 208 0,0.000 0.000 48 0,0.000 0.000 16 0,0.000 0.000 1120 0,0.000 0.000 208 16,0.000 0.000 64-16,0.000 0.000 0 0,0.000 1.000-1664 0,0.000-1.000-320 0,0.000 0.000-64 0,0.000 0.000 0 16,2.000 0.000-592-16,-2.000 0.000-112 0,0.000 0.000-32 0,0.000 0.000 0 15,2.000 0.000-288-15,-1.000 0.000 128 16,-1.000 0.000-128-16,0.000 0.000 0 0,2.000 0.000 0 0,0.000 0.000 0 16,-1.000 0.000 0-16,1.000 0.000 0 0,0.000 1.000 0 0,-1.000-1.000 0 0,3.000 0.000 128 0,-2.000 1.000-128 15,1.000 0.000 0-15,-1.000 0.000 0 0,1.000 0.000 0 0,2.000 0.000 0 16,-1.000 1.000 0-16,-4.000-2.000 0 15,0.000 0.000 0-15,0.000 0.000 0 0,0.000 0.000 0 0,0.000 0.000 0 0,0.000 0.000 0 16,39.000 17.000 0-16,-39.000-17.000 0 0,0.000 0.000 0 0,0.000 0.000 0 16,0.000 0.000 0-16,0.000 0.000 0 0,0.000 0.000 0 0,40.000 15.000 0 15,-40.000-15.000 0-15,0.000 0.000 0 0,0.000 0.000 0 0,0.000 0.000 0 0,0.000 0.000 0 16,0.000 0.000 0-16,0.000 0.000 0 0,0.000 0.000 0 0,0.000 0.000 0 0,0.000 0.000 160 16,37.000 15.000-32-16,-35.000-14.000 0 0,-1.000-1.000 0 0,1.000 0.000 608 0,-2.000 0.000 112 0,3.000 0.000 32 0,-3.000 0.000 0 15,3.000 0.000-704-15,-3.000 0.000-176 16,2.000 1.000 0-16,-2.000-1.000 0 15,1.000 0.000 0-15,-1.000 1.000 0 0,2.000-1.000 0 0,-2.000 0.000 0 16,2.000 0.000 0-16,-1.000 0.000 0 0,-1.000 1.000 0 0,0.000-1.000 0 16,0.000 0.000 0-16,2.000 1.000 0 0,-2.000-1.000 0 0,0.000 0.000 0 15,0.000 0.000 0-15,2.000 0.000 0 0,-2.000 1.000 0 0,1.000-1.000 0 16,-1.000 0.000 0-16,0.000 0.000 0 0,0.000 0.000 0 0,0.000-1.000 0 16,0.000 2.000 0-16,-1.000-1.000 0 0,1.000 0.000 0 0,0.000 0.000 0 15,0.000 0.000 0-15,0.000 0.000 0 0,0.000 1.000 0 0,-2.000-1.000 128 16,2.000 1.000 96-16,0.000-1.000 16 0,0.000 1.000 0 0,-2.000 0.000 0 0,1.000 0.000-240 0,-1.000 0.000 0 15,0.000 2.000 128-15,-1.000 0.000-128 0,0.000-1.000 176 0,0.000 1.000-16 16,-2.000 0.000 0-16,2.000 1.000 0 0,-2.000 0.000-160 0,-2.000 2.000 0 16,0.000-1.000 0-16,0.000 0.000 0 0,1.000 0.000 160 0,-4.000 1.000-160 15,2.000 1.000 192-15,2.000-2.000-192 0,-2.000 0.000 176 0,0.000 0.000-176 16,1.000 0.000 160-16,2.000 0.000-160 0,-2.000-2.000 1728 0,2.000 1.000 256 0,0.000-1.000 64 16,0.000-1.000 0-16,1.000 1.000-1648 0,-1.000 0.000-400 0,0.000 0.000 0 15,0.000 0.000 0-15,2.000 0.000 0 0,-1.000 0.000 0 0,-3.000 1.000 0 16,2.000 0.000 0-16,0.000 1.000 0 0,0.000 0.000 0 0,-1.000 0.000 0 0,1.000-1.000 0 31,2.000 1.000-1680-31,-2.000 0.000-320 0,0.000 0.000-64 0,1.000-1.000-16 0,2.000 0.000 1472 0,-1.000 0.000 288 0,1.000 0.000 64 0,-1.000 0.000 16 16,1.000-2.000-48-16,2.000-1.000-16 0,-1.000 0.000 0 0,1.000-1.000 0 15,0.000 0.000-704 1,0.000 0.000-144-16,1.000 0.000-16 0,1.000-3.000-15664 0</inkml:trace>
  <inkml:trace contextRef="#ctx0" brushRef="#br1">3429.000 5869.000 4319 0,'0.000'-1.000'0'0,"-2.000"0.000"176"0,2.000 1.000-48 0,0.000-1.000 0 0,0.000 1.000-128 0,0.000 0.000 0 0,-2.000-1.000 0 15,2.000 0.000 0-15,0.000-1.000 1600 0,0.000 1.000 304 0,0.000 0.000 48 0,0.000 0.000 16 0,-2.000 0.000 128 0,2.000-1.000 16 0,0.000 2.000 16 0,0.000-1.000 0 0,0.000 1.000-208 0,0.000 0.000-64 0,0.000 1.000 0 0,0.000-1.000 0 16,0.000 0.000-240-16,0.000 2.000-48 16,0.000-2.000-16-16,0.000 0.000 0 0,0.000 0.000-256 0,0.000 1.000-48 0,2.000-1.000-16 0,-2.000 1.000 0 15,0.000-1.000-656-15,0.000 1.000-128 0,0.000-1.000-16 0,0.000 1.000-16 16,0.000 0.000-416-16,0.000 0.000 0 0,2.000 1.000 0 0,0.000 0.000 0 16,-2.000-2.000 0-16,0.000 0.000 0 0,0.000 0.000-128 0,0.000 0.000 128 15,0.000 0.000 0-15,0.000 0.000 0 0,0.000 0.000 0 0,0.000 0.000 0 16,24.000 44.000 0-16,-24.000-44.000 0 0,0.000 0.000 0 0,0.000 0.000 0 15,0.000 0.000 0-15,0.000 0.000 0 0,32.000 40.000 0 0,-32.000-40.000 0 16,0.000 0.000 0-16,0.000 0.000 0 0,0.000 0.000 0 0,0.000 0.000 0 16,0.000 0.000 0-16,31.000 36.000 0 0,-31.000-36.000 0 0,0.000 0.000 0 15,0.000 0.000 0-15,0.000 0.000 0 0,0.000 0.000 0 0,0.000 0.000 0 16,0.000 0.000 0-16,0.000 0.000 0 0,0.000 0.000 0 0,0.000 0.000 0 0,0.000 0.000 0 0,0.000 0.000 0 16,29.000 35.000 0-16,-27.000-31.000 0 15,0.000-2.000 0-15,1.000 0.000 0 0,-1.000 0.000 0 0,-2.000 0.000 0 16,3.000-1.000 0-16,-3.000 0.000 0 0,0.000 0.000 0 0,2.000 0.000 0 15,-2.000-1.000 0-15,0.000 0.000 0 0,0.000 0.000 0 0,0.000 0.000 0 0,0.000 0.000 432 0,0.000-1.000 0 16,0.000 2.000 0-16,0.000-2.000 0 0,0.000 1.000 16 0,0.000 0.000 0 16,0.000 0.000 0-16,0.000 0.000 0 0,-2.000 0.000-224 0,2.000 0.000-32 15,0.000-1.000-16-15,0.000 1.000 0 0,0.000 0.000-32 0,0.000 0.000 0 16,0.000-1.000 0-16,0.000 1.000 0 0,0.000-1.000 0 0,0.000 1.000 0 0,-1.000-1.000 0 16,-1.000 1.000 0-16,2.000 0.000-144 0,-2.000-1.000 0 15,1.000 1.000 0-15,-1.000 0.000 0 0,2.000 0.000 128 0,-4.000 0.000-128 16,2.000-1.000 0-16,-1.000 0.000 128 0,1.000 1.000 16 0,-1.000-1.000 0 15,1.000 0.000 0-15,-3.000 1.000 0 0,-2.000 0.000-144 0,2.000 0.000 0 0,2.000 0.000 0 16,-2.000 1.000 0-16,-2.000 0.000 0 0,-2.000 0.000 0 0,2.000 0.000 0 0,1.000 1.000 0 16,-2.000-1.000 0-16,0.000 1.000 0 15,1.000 0.000 0-15,-2.000 0.000 0 0,4.000-1.000 0 0,0.000 0.000-144 0,0.000 1.000 0 0,-2.000 0.000 0 16,2.000 1.000-432 0,0.000 0.000-64-16,0.000 0.000-32 0,0.000-1.000-17440 0</inkml:trace>
  <inkml:trace contextRef="#ctx0" brushRef="#br1">4556.000 6619.000 5519 0,'2.000'0.000'496'0,"-2.000"0.000"-496"0,0.000 0.000 0 0,0.000 0.000 0 0,0.000 0.000 1632 0,0.000 0.000 224 15,0.000 0.000 64-15,0.000 0.000 0 0,-2.000 0.000 0 0,2.000 0.000 0 0,0.000 0.000 0 0,2.000 0.000 0 0,-2.000 0.000-512 0,0.000 0.000-80 16,0.000 0.000-32-16,0.000 0.000 0 0,0.000 1.000-32 0,0.000-1.000-16 0,0.000 0.000 0 0,0.000 1.000 0 16,0.000-1.000-624-16,0.000 0.000-128 0,2.000 1.000-32 0,-2.000 0.000 0 31,0.000 0.000-320-31,2.000 0.000-144 0,-1.000 2.000 128 0,-1.000-1.000-128 0,2.000 1.000 128 0,1.000 0.000-128 0,-3.000-3.000 128 0,0.000 0.000-128 16,0.000 0.000 704-16,0.000 0.000 64 15,0.000 0.000 16-15,0.000 0.000 0 0,0.000 0.000-368 0,0.000 0.000-80 0,29.000 34.000-16 0,-29.000-34.000 0 16,0.000 0.000-320-16,0.000 0.000 144 0,0.000 0.000-144 0,0.000 0.000 0 15,33.000 22.000 176-15,-33.000-22.000-176 16,0.000 0.000 160-16,0.000 0.000-160 0,0.000 0.000 0 0,0.000 0.000 0 16,34.000 21.000 0-16,-34.000-21.000 0 0,0.000 0.000 128 0,0.000 0.000-128 0,0.000 0.000 0 0,0.000 0.000 0 15,0.000 0.000 0-15,0.000 0.000 0 0,0.000 0.000 0 0,34.000 18.000 0 16,-32.000-17.000 128-16,0.000 1.000-128 16,0.000-1.000 0-16,1.000-1.000 144 0,-1.000 1.000-144 0,-2.000 0.000 0 0,0.000-1.000 0 0,2.000 0.000 0 15,-1.000 1.000 800-15,-1.000-1.000 80 0,2.000 1.000 16 0,-2.000-1.000 0 0,0.000 0.000-688 0,2.000 0.000-208 16,-2.000 0.000 128-16,1.000 1.000-128 15,-1.000-1.000 0-15,0.000 0.000 0 0,0.000 0.000 0 0,0.000 0.000 0 0,0.000 0.000 128 16,0.000-1.000-128-16,0.000 1.000 0 0,0.000 0.000 0 16,0.000 0.000 384-16,0.000 0.000 32 0,0.000 0.000 0 0,0.000 0.000 0 15,-1.000 0.000-240-15,1.000 1.000-48 0,0.000-1.000-128 0,0.000 0.000 192 16,-2.000 0.000 32-16,2.000 0.000 0 0,0.000 0.000 0 0,0.000 0.000 0 16,-2.000 1.000-64-16,1.000 0.000-16 0,-1.000 1.000 0 0,-3.000 0.000 0 15,3.000 1.000-144-15,-5.000-1.000 160 0,2.000 1.000-160 0,0.000 0.000 160 16,0.000 0.000-160-16,-3.000 0.000 0 0,2.000 1.000 0 0,-1.000 1.000 0 15,0.000-1.000 0-15,0.000 0.000 0 0,2.000 0.000 0 0,0.000-1.000 0 16,-2.000 1.000 0-16,0.000 1.000 0 0,2.000-1.000 0 0,0.000 0.000 0 0,0.000 1.000 0 16,-2.000-1.000 0-16,0.000 3.000 0 0,2.000-2.000 0 0,0.000-1.000 0 15,-2.000 0.000 0-15,4.000 1.000 0 0,-2.000-1.000 0 0,1.000 2.000 0 0,-1.000-3.000 0 16,1.000 1.000 0-16,1.000-1.000 0 0,0.000 0.000 0 0,-1.000-1.000 0 16,1.000 0.000 0-16,1.000 1.000 0 0,-1.000 0.000 0 0,-1.000-1.000 0 15,1.000 0.000 0-15,-1.000-1.000 0 0,3.000 1.000-128 0,-3.000-1.000 128 16,4.000-1.000 0-16,-3.000 1.000 0 0,3.000-1.000-336 0,-2.000 0.000 0 15,1.000 0.000 0-15,-1.000 0.000 0 0,2.000 0.000 336 0,-2.000 0.000-176 16,0.000 0.000 176-16,2.000-1.000-128 16,0.000 2.000-272-16,0.000-1.000-48 0,0.000 0.000-16 0,0.000 0.000-17200 0</inkml:trace>
  <inkml:trace contextRef="#ctx0" brushRef="#br1">414.000 5680.000 14735 0,'0.000'0.000'1312'0,"0.000"0.000"-1056"0,0.000 0.000-256 0,0.000 0.000 0 0,0.000 0.000 1120 0,0.000 0.000 160 0,-1.000 0.000 48 0,1.000-1.000 0 0,0.000 1.000 832 0,0.000 0.000 160 0,0.000 0.000 48 16,0.000-1.000 0-16,-2.000 2.000-880 0,2.000-1.000-160 16,0.000 0.000-48-16,0.000-1.000 0 0,2.000 1.000-640 0,-2.000 0.000-144 0,0.000 0.000-32 0,0.000 0.000 0 15,0.000 0.000-144-15,0.000 0.000-48 0,0.000 1.000 0 0,0.000-1.000 0 16,0.000 0.000-32-16,0.000 0.000-16 0,1.000 0.000 0 0,-1.000 0.000 0 15,0.000 0.000-224-15,0.000 0.000 0 0,3.000 1.000 0 0,-3.000-1.000 0 16,3.000 0.000 0-16,0.000 0.000 0 0,-1.000 1.000 0 0,-2.000-1.000 0 16,0.000 0.000 0-16,0.000 0.000 0 0,0.000 0.000 0 0,0.000 0.000 0 15,27.000 1.000 544-15,-22.000-1.000 112 0,-5.000 0.000 32 0,0.000 0.000 0 16,0.000 0.000-496-16,0.000 0.000-192 0,29.000 0.000 128 0,-29.000 0.000-128 16,0.000 0.000 0-16,0.000 0.000 0 0,0.000 0.000 128 0,32.000 4.000-128 15,-32.000-4.000 0-15,0.000 0.000 0 0,0.000 0.000 0 0,30.000 5.000 0 16,-30.000-5.000 0-16,0.000 0.000 0 0,0.000 0.000 0 0,33.000 2.000 0 0,-33.000-2.000 0 0,0.000 0.000 0 15,0.000 0.000 0-15,25.000-2.000 0 0,-25.000 2.000 0 0,0.000 0.000 0 16,0.000 0.000 0-16,0.000 0.000 128 0,21.000-4.000-128 0,-18.000 3.000 0 16,-3.000 1.000 0-16,0.000 0.000 0 15,0.000 0.000 0-15,0.000 0.000 0 0,0.000 0.000 0 0,0.000 0.000 128 0,0.000 0.000-128 0,0.000 0.000 0 16,0.000 0.000 0-16,0.000 0.000 0 0,0.000 0.000 0 0,0.000 0.000 0 16,0.000 0.000 0-16,0.000 0.000 0 0,0.000 0.000 0 0,0.000 0.000 0 15,0.000 0.000 0-15,0.000 0.000 0 0,0.000 0.000 0 0,0.000 0.000 0 16,0.000 0.000 0-16,0.000 0.000 0 0,0.000 0.000 0 0,0.000 0.000 0 15,13.000-3.000 0-15,-13.000 2.000 0 0,0.000 1.000 224 0,0.000-1.000 16 0,-2.000 0.000 0 0,2.000-1.000 0 16,0.000 0.000 16-16,0.000 0.000 0 16,0.000-2.000 0-16,-2.000 0.000 0 0,2.000-1.000-256 0,-1.000-1.000 0 0,1.000-1.000 0 15,-2.000 0.000 0-15,0.000-2.000 0 0,0.000 1.000 0 16,0.000-2.000 0-16,2.000 2.000 0 0,-1.000-1.000 0 0,-1.000 0.000 0 0,0.000 1.000 0 16,1.000-1.000 0-16,-1.000 0.000 0 0,0.000 1.000 0 0,1.000 1.000 0 0,-1.000-1.000 0 15,2.000 1.000 0-15,-2.000 0.000 0 0,2.000-1.000 0 0,0.000 2.000 0 16,0.000 1.000 0-16,0.000 0.000 0 0,0.000-1.000 0 0,0.000 1.000 0 0,0.000 1.000 0 0,0.000 0.000 0 15,2.000 1.000 0-15,-2.000-2.000 0 16,3.000 1.000 0-16,-3.000 0.000 0 0,2.000 0.000 0 16,1.000 0.000 0-16,-1.000-1.000 0 0,0.000 1.000 0 0,1.000-1.000 0 0,1.000 2.000 0 0,-1.000-1.000 0 15,-1.000 1.000 0-15,3.000 0.000 0 0,-2.000 0.000 0 16,-1.000 0.000 0-16,5.000-1.000-128 0,-3.000 1.000 128 0,2.000 0.000 0 16,-1.000 1.000 0-16,0.000-1.000 0 0,4.000 0.000 0 0,-2.000-1.000 0 15,-1.000 0.000 0-15,2.000 1.000 0 0,-1.000 1.000 0 0,-1.000 0.000 0 0,-1.000 0.000 0 16,-5.000 2.000 0-16,13.000-3.000 0 0,-7.000 1.000 0 0,-6.000 2.000 0 15,0.000 0.000 0-15,19.000-3.000 0 0,-14.000 2.000 0 16,0.000 0.000 0-16,-5.000 1.000 0 0,0.000 0.000 0 0,0.000 0.000 0 0,26.000 0.000 0 0,-26.000 0.000 0 16,0.000 0.000 0-16,0.000 0.000 0 0,0.000 0.000 0 0,0.000 0.000 0 15,33.000 6.000 0-15,-33.000-6.000 0 0,0.000 0.000 0 0,0.000 0.000 0 0,0.000 0.000 0 0,0.000 0.000 0 16,0.000 0.000 0-16,37.000 18.000 0 0,-37.000-18.000 0 0,0.000 0.000 0 16,0.000 0.000 0-16,0.000 0.000-128 0,0.000 0.000 128 0,0.000 0.000 0 15,0.000 0.000 0-15,35.000 24.000 0 0,-35.000-24.000 0 16,0.000 0.000 0-16,0.000 0.000 0 0,0.000 0.000 0 15,0.000 0.000 0-15,0.000 0.000 0 0,0.000 0.000-352 0,13.000 42.000-16 0,-13.000-42.000 0 0,0.000 0.000 0 16,0.000 0.000-112-16,-6.000 35.000-32 16,6.000-35.000 0-16,0.000 0.000 0 0,-9.000 30.000 256 0,9.000-30.000 64 0,0.000 0.000 0 0,-11.000 29.000 0 15,11.000-29.000 192-15,-8.000 16.000 0 0,8.000-16.000 0 0,0.000 0.000 0 0,-11.000 19.000 0 16,11.000-19.000 0 0,-6.000 12.000 0-16,1.000-5.000 0 0,0.000-1.000 0 0,0.000-1.000 0 0,-1.000 0.000 0 0,1.000-1.000 0 0,0.000 1.000 0 0,0.000 0.000 0 15,-1.000-2.000 0-15,0.000 0.000 0 0,3.000 0.000-176 0,-2.000 0.000-32 16,0.000 0.000-16-16,-3.000 1.000 0 0,3.000-1.000 224 0,0.000-1.000-144 15,2.000 0.000 144-15,0.000 0.000-128 0,-1.000 0.000 128 0,-2.000 0.000 0 16,3.000 0.000 0-16,0.000 0.000 0 0,0.000 0.000 0 0,1.000 0.000 0 0,0.000 0.000 0 0,2.000-2.000-128 16,-1.000 1.000 128-16,1.000-1.000 0 0,0.000 1.000 0 0,0.000-1.000-128 31,0.000 0.000 128-31,1.000 0.000 0 0,-1.000-1.000 0 0,2.000 1.000-128 0,-2.000 0.000 128 0,0.000 0.000-128 0,0.000 0.000 128 0,0.000 0.000-128 16,0.000 0.000 288-16,0.000 0.000 64 0,0.000 0.000 16 0,21.000-3.000 0 15,-20.000 3.000-240-15,3.000 0.000 176 0,-4.000 0.000-176 0,0.000 0.000 160 16,0.000 0.000-160-16,0.000 0.000 0 0,0.000 0.000 0 0,0.000 0.000 0 15,0.000 0.000 0-15,30.000 7.000 0 0,-30.000-7.000 0 0,0.000 0.000 0 16,0.000 0.000 0-16,0.000 0.000 0 0,0.000 0.000 0 0,37.000 9.000 0 16,-37.000-9.000 0-16,0.000 0.000 0 0,0.000 0.000 0 0,29.000 3.000 0 15,-29.000-3.000 0-15,0.000 0.000 0 0,0.000 0.000 144 0,25.000 1.000-144 16,-25.000-1.000 128-16,0.000 0.000-128 16,0.000 0.000 128-16,0.000 0.000-128 0,28.000 1.000 224 0,-28.000-1.000-32 0,0.000 0.000 0 0,0.000 0.000 0 0,0.000 0.000-192 0,0.000 0.000 0 15,25.000 1.000 128-15,-25.000-1.000-128 0,0.000 0.000 0 0,0.000 0.000 0 31,0.000 0.000 0-31,0.000 0.000 0 0,0.000 0.000 0 0,0.000 0.000 0 16,0.000 0.000 0-16,0.000 0.000 0 0,0.000 0.000 0 0,0.000 0.000-128 16,0.000 0.000 128-16,0.000 0.000-11088 15,0.000 0.000-2160-15</inkml:trace>
  <inkml:trace contextRef="#ctx0" brushRef="#br1">505.000 5306.000 15663 0,'-1.000'-1.000'1392'0,"-1.000"-1.000"-1120"0,2.000 1.000-272 16,0.000 0.000 0-16,0.000 1.000 0 0,0.000 0.000 0 0,0.000 0.000-208 0,0.000-1.000 80 0,0.000 1.000 1728 0,-2.000-1.000 368 0,2.000 0.000 64 0,0.000 1.000 16 0,0.000-1.000-816 0,0.000 1.000-144 16,0.000-1.000-48-16,0.000 1.000 0 0,0.000 0.000-224 0,0.000 0.000-48 15,2.000 1.000-16-15,-2.000-1.000 0 0,0.000 0.000-208 0,0.000 0.000-32 0,0.000 0.000-16 0,2.000 0.000 0 16,1.000 0.000 64-16,0.000 0.000 16 0,1.000-1.000 0 0,1.000 1.000 0 15,0.000 0.000 256-15,0.000 0.000 64 0,0.000-1.000 16 16,3.000 0.000 0-16,-2.000 0.000-272 0,-1.000 0.000-64 0,-5.000 1.000-16 0,19.000-2.000 0 16,-19.000 2.000-192-16,21.000-3.000-48 0,-21.000 3.000 0 0,22.000-2.000 0 0,-22.000 2.000-176 0,21.000-2.000-144 15,-21.000 2.000 192-15,0.000 0.000-192 0,26.000-2.000 384 0,-26.000 2.000-16 16,0.000 0.000-16-16,30.000 0.000 0 16,-30.000 0.000-352-16,0.000 0.000 0 0,29.000 1.000 0 0,-29.000-1.000 0 15,0.000 0.000 0-15,27.000 1.000 0 0,-27.000-1.000 0 0,0.000 0.000 0 16,32.000 2.000 0-16,-32.000-2.000 0 0,0.000 0.000 0 0,27.000 0.000 0 0,-27.000 0.000 0 15,15.000-1.000 0-15,-15.000 1.000 0 0,14.000-1.000 0 16,-14.000 1.000 0-16,13.000-1.000 0 0,-7.000 1.000 0 0,-1.000-1.000 0 0,0.000 1.000 0 0,-2.000-2.000 128 0,1.000 2.000-128 0,0.000-1.000 0 31,-1.000 1.000 368-31,-1.000 0.000 0 0,1.000 0.000 0 0,-1.000 0.000 0 0,1.000 0.000-368 0,-1.000 0.000 0 0,-1.000 1.000 0 16,-1.000-1.000 0-16,2.000 0.000 0 0,0.000 0.000 0 16,-2.000 0.000 0-16,0.000 2.000 0 0,0.000-2.000 0 0,1.000 1.000 0 0,-2.000-1.000 0 15,1.000 0.000 0-15,0.000 1.000-336 0</inkml:trace>
  <inkml:trace contextRef="#ctx0" brushRef="#br1">4314.000 5057.000 10127 0,'-1.000'-2.000'896'0,"-1.000"1.000"-704"0,2.000-1.000-192 0,0.000 1.000 0 0,-2.000 0.000 992 0,2.000 0.000 160 0,0.000 0.000 48 0,0.000-1.000 0 0,0.000-1.000-176 0,0.000-2.000-48 16,0.000 0.000 0-16,0.000 1.000 0 15,0.000 0.000 496-15,0.000 0.000 80 0,2.000 2.000 32 0,0.000-1.000 0 16,-1.000 0.000-768-16,2.000 1.000-160 0,0.000-1.000-16 0,-1.000 1.000-16 0,-1.000 1.000-64 0,1.000 0.000-16 16,1.000-1.000 0-16,-1.000 1.000 0 0,-2.000 1.000-272 0,0.000 0.000-48 15,0.000 0.000-16-15,0.000 0.000 0 16,0.000 0.000-16-16,0.000 0.000 0 0,0.000 0.000 0 0,0.000 0.000 0 15,0.000 0.000-48-15,0.000 0.000-16 0,0.000 0.000 0 0,0.000 0.000 0 16,32.000 11.000 16-16,-32.000-11.000 0 0,0.000 0.000 0 0,0.000 0.000 0 0,0.000 0.000 208 0,0.000 0.000 32 16,0.000 0.000 16-16,0.000 0.000 0 0,0.000 0.000-208 0,27.000 35.000-32 15,-27.000-35.000-16-15,0.000 0.000 0 0,0.000 0.000-144 0,0.000 0.000 0 0,0.000 0.000 0 0,16.000 42.000 128 16,-16.000-42.000-128-16,0.000 0.000 0 16,0.000 0.000 0-16,0.000 0.000 128 0,7.000 42.000 160 0,-7.000-42.000 32 15,0.000 0.000 0-15,0.000 0.000 0 0,0.000 0.000 144 0,0.000 41.000 48 16,0.000-41.000 0-16,0.000 0.000 0 0,0.000 0.000-512 0,-7.000 30.000 0 15,7.000-30.000 0-15,0.000 0.000 0 0,0.000 0.000 128 0,-8.000 33.000-128 16,8.000-33.000 0-16,0.000 0.000 144 0,0.000 0.000-144 0,-11.000 29.000 160 16,11.000-29.000-160-16,0.000 0.000 160 0,0.000 0.000-160 0,-10.000 23.000 0 0,10.000-23.000 0 15,0.000 0.000 0-15,0.000 0.000 0 0,0.000 0.000 0 0,0.000 0.000 0 16,-8.000 15.000 0-16,7.000-14.000 0 0,1.000 1.000 128 0,-2.000-2.000-128 0,2.000 1.000 0 16,0.000-1.000 0-16,0.000 0.000 128 0,0.000 0.000-128 0,0.000 0.000 0 15,0.000 0.000 144-15,0.000 0.000-144 0,0.000-1.000 160 0,0.000 1.000-160 16,0.000 0.000 0-16,0.000 0.000 128 0,0.000 0.000-128 0,0.000 0.000 0 15,0.000 0.000 0-15,0.000 0.000 0 0,0.000 0.000 0 0,0.000 0.000 0 16,2.000 0.000 0-16,-2.000 0.000 0 0,0.000 0.000 0 0,0.000 0.000 0 16,0.000-2.000 0-16,0.000 2.000 0 0,0.000 0.000 0 0,1.000 0.000 0 15,-1.000 0.000 368-15,0.000-1.000 80 0,0.000 0.000 0 0,0.000-1.000 16 16,2.000 1.000-16-16,-1.000-1.000-16 0,1.000-1.000 0 0,0.000 0.000 0 0,1.000 0.000-304 0,0.000-1.000-128 16,1.000-1.000 0-16,0.000 0.000 128 0,2.000-1.000-128 0,-1.000 1.000 0 15,0.000-2.000 0-15,0.000 1.000 0 16,1.000 0.000 0-16,1.000 0.000 0 0,-1.000-1.000 0 0,1.000 1.000 0 0,0.000-1.000 0 15,0.000 1.000 0-15,-2.000-2.000 0 0,2.000 2.000 0 0,0.000-1.000 0 0,0.000 1.000 0 16,-1.000-1.000 0-16,0.000 1.000 0 0,-1.000 0.000 0 0,0.000-1.000 0 16,2.000 2.000 128-16,-2.000-1.000-128 0,0.000 1.000 0 0,0.000 0.000 0 15,-1.000-1.000 0-15,1.000 1.000 0 0,-2.000 0.000 0 0,1.000 1.000 0 0,1.000-1.000 0 16,-2.000 0.000 0-16,1.000 1.000 0 0,-1.000 0.000 0 0,0.000 0.000 0 16,-1.000 0.000 0-16,2.000-1.000 0 0,-2.000 1.000 0 15,1.000 0.000 0-15,-1.000 0.000 0 0,1.000 0.000 0 0,-1.000 1.000 0 16,-1.000-2.000 0-16,1.000 1.000 0 0,1.000-1.000 0 0,-1.000 1.000 0 15,0.000-1.000 0-15,0.000-1.000 0 0,0.000 2.000 0 0,-1.000 0.000 0 16,1.000-1.000 0-16,-2.000 1.000 0 0,2.000 0.000 0 0,-1.000-2.000 0 0,-1.000 0.000 0 0,2.000 1.000 0 16,-2.000-1.000 0-16,0.000-2.000 0 0,0.000 3.000 0 15,0.000 0.000 0-15,0.000 0.000 0 0,0.000-1.000 0 0,0.000 1.000 0 16,-2.000 0.000 0-16,2.000 1.000 0 0,-1.000 0.000 0 0,-1.000-1.000 0 16,0.000 1.000 0-16,2.000 1.000 192 0,-3.000 0.000-64 0,3.000 0.000 0 0,-2.000 1.000 0 0,2.000 1.000 0 0,-4.000-1.000 0 15,4.000 1.000 0-15,0.000 0.000 0 0,-1.000 0.000-128 0,1.000 1.000 0 16,-2.000 0.000 0-16,2.000 0.000 0 15,0.000 0.000-128-15,0.000 0.000-64 0,-2.000 0.000-16 0,2.000 0.000 0 32,0.000 0.000-1328-32,0.000 0.000-256 0,0.000 0.000-48 0,0.000 0.000-14192 0</inkml:trace>
  <inkml:trace contextRef="#ctx0" brushRef="#br1">4642.000 5180.000 3679 0,'0.000'0.000'320'0,"0.000"0.000"-320"0,0.000 0.000 0 0,0.000 0.000 0 0,0.000 0.000 3920 0,0.000 0.000 720 0,0.000 0.000 144 0,0.000 0.000 16 0,0.000 0.000-2496 16,0.000 0.000-512-16,0.000 0.000-112 0,0.000 0.000-16 0,0.000 0.000-704 0,0.000 0.000-160 0,0.000 0.000-32 0,0.000 0.000 0 0,0.000 0.000-768 0,0.000 0.000 0 15,0.000 0.000 0-15,0.000 0.000 0 0,0.000 0.000-128 0,0.000 0.000 128 0,0.000 0.000 0 0,0.000 0.000-144 0,0.000 0.000 768 0,0.000 0.000 144 16,0.000 0.000 48-16,0.000 0.000 0 0,0.000 0.000-304 0,0.000 0.000-64 15,6.000 41.000-16-15,-6.000-41.000 0 0,0.000 0.000 0 0,0.000 0.000 0 0,0.000 0.000 0 0,0.000 0.000 0 16,0.000 0.000 80-16,0.000 0.000 32 16,0.000 0.000 0-16,0.000 0.000 0 15,0.000 0.000-288-15,-1.000 38.000-64 0,1.000-38.000-16 0,0.000 0.000 0 0,0.000 0.000 160 0,0.000 0.000 48 16,0.000 0.000 0-16,0.000 0.000 0 16,0.000 0.000-208-16,0.000 0.000-48 0,0.000 0.000 0 0,0.000 0.000 0 15,0.000 0.000-128-15,0.000 0.000 0 0,0.000 0.000 0 0,0.000 0.000 0 16,0.000 0.000 0-16,0.000 0.000 0 0,0.000 0.000-176 0,0.000 0.000 176 15,0.000 0.000-512-15,0.000 0.000-32 0,-5.000 34.000 0 0,5.000-34.000-10848 16,0.000 0.000-2160-16</inkml:trace>
  <inkml:trace contextRef="#ctx0" brushRef="#br1">3877.000 5773.000 18431 0,'0.000'0.000'1632'16,"0.000"0.000"-1312"-16,0.000 0.000-320 0,0.000 0.000 0 0,0.000 0.000 640 0,0.000 0.000 48 0,2.000 0.000 16 0,-2.000 0.000 0 0,0.000 0.000 320 0,0.000 1.000 80 15,2.000-1.000 16-15,-1.000 0.000 0 0,-1.000 1.000-992 0,3.000-1.000-128 0,-3.000 0.000-192 0,0.000 0.000 64 0,0.000 0.000 128 0,0.000 0.000 0 32,0.000 0.000 0-32,0.000 0.000-128 0,0.000 0.000 320 0,0.000 0.000 80 15,0.000 0.000 16-15,0.000 0.000 0 0,0.000 0.000 160 0,0.000 0.000 48 16,0.000 0.000 0-16,29.000 31.000 0 0,-29.000-31.000-304 0,0.000 0.000-64 16,0.000 0.000-128-16,0.000 0.000 192 0,0.000 0.000 64 0,0.000 0.000 0 15,0.000 0.000 0-15,19.000 43.000 0 0,-19.000-43.000 480 0,0.000 0.000 96 16,0.000 0.000 32-16,0.000 0.000 0 0,8.000 41.000-656 0,-8.000-41.000-208 15,0.000 0.000 128-15,0.000 0.000-128 0,0.000 42.000 0 0,0.000-42.000 0 16,0.000 0.000 0-16,0.000 0.000 0 0,-1.000 41.000 128 0,1.000-41.000-128 0,0.000 0.000 0 0,0.000 0.000 0 16,0.000 0.000 0-16,-4.000 33.000 0 0,4.000-33.000 0 0,0.000 0.000 0 15,0.000 0.000 128-15,0.000 0.000-128 0,0.000 0.000 0 0,0.000 0.000 0 16,0.000 0.000 736-16,0.000 0.000 32 0,-9.000 23.000 16 0,9.000-23.000 0 16,0.000 0.000-592-16,0.000 0.000-192 0,0.000 0.000 0 0,0.000 0.000 0 15,0.000 0.000 0-15,0.000 0.000 0 0,0.000 0.000 0 0,-10.000 21.000 0 16,10.000-21.000 0-16,0.000 0.000 0 0,0.000 0.000 0 0,0.000 0.000 0 0,-8.000 18.000 0 15,5.000-16.000 0-15,3.000-2.000 0 0,0.000 0.000 0 16,0.000 0.000 0-16,0.000 0.000 0 0,0.000 0.000 0 0,0.000 0.000 0 16,0.000 0.000 0-16,0.000 0.000 0 0,0.000 0.000-128 0,0.000 0.000 128 15,0.000 0.000 0-15,0.000 0.000 0 0,0.000 0.000 0 0,0.000 0.000 0 16,0.000 0.000 160-16,0.000 0.000-32 0,0.000 0.000 0 0,0.000 0.000 0 0,0.000 0.000 224 0,0.000-1.000 32 16,0.000-2.000 16-16,3.000 0.000 0 15,0.000 0.000-400-15,-1.000 0.000 0 0,0.000 0.000 128 0,-1.000-1.000-128 0,2.000 0.000 0 0,1.000 1.000 0 16,-4.000 3.000 0-16,6.000-7.000 0 0,-3.000 4.000 0 0,0.000-1.000 0 15,-3.000 4.000 0-15,7.000-8.000 0 0,-4.000 4.000 0 0,0.000 1.000 128 0,1.000-1.000-128 0,-4.000 4.000 0 16,9.000-8.000 160-16,-4.000 2.000-160 0,-2.000 1.000 192 0,2.000-1.000-192 16,1.000 1.000 160-16,-1.000-1.000-160 0,0.000 0.000 128 0,0.000 0.000-128 15,-2.000 1.000 160-15,0.000-1.000-160 16,-3.000 6.000 192-16,10.000-9.000-192 0,-7.000 5.000 352 0,0.000 0.000-32 0,-3.000 4.000-16 16,7.000-9.000 0-16,-7.000 9.000-304 0,7.000-9.000 0 0,-7.000 9.000 0 15,8.000-8.000 0-15,-8.000 8.000 0 0,10.000-9.000 0 0,-10.000 9.000 0 16,8.000-7.000 0-16,-8.000 7.000 0 0,8.000-7.000 0 0,-8.000 7.000 0 15,8.000-8.000 0-15,-8.000 8.000 0 0,8.000-7.000 0 0,-5.000 4.000 0 0,-3.000 3.000 0 16,3.000-5.000 0-16,-3.000 5.000 0 0,5.000-6.000 0 0,-3.000 2.000 0 0,-2.000 4.000 128 16,3.000-4.000-128-16,0.000 1.000 0 0,-3.000 1.000 0 0,3.000-1.000 0 0,-3.000 1.000 0 15,2.000 0.000 0-15,-2.000-2.000 0 16,2.000 1.000 0-16,-1.000 1.000 0 0,-1.000-1.000 128 0,2.000 0.000-128 0,-1.000 0.000 0 16,-1.000-1.000 0-16,0.000 1.000 128 0,0.000-2.000-128 0,2.000 1.000 0 15,-2.000 1.000 0-15,0.000-2.000 0 0,0.000 1.000 0 0,0.000 0.000 0 0,0.000-1.000 0 16,0.000 1.000 0-16,0.000 0.000 0 0,0.000 0.000 0 0,0.000 0.000 0 15,0.000 1.000 0-15,-2.000-1.000 0 16,2.000 1.000 0-16,0.000 0.000 128 0,0.000 1.000-128 0,-1.000-1.000 0 16,1.000 0.000 272-16,-2.000 1.000-48 0,2.000 0.000-16 0,0.000 0.000 0 0,0.000 0.000-208 0,-1.000 1.000 0 15,1.000 0.000 0-15,-2.000 0.000 0 0,2.000 1.000 0 16,0.000 0.000 0-16,0.000-1.000 0 0,0.000 1.000 0 16,-2.000 0.000 0-16,2.000 0.000 0 0,0.000 0.000 0 0,0.000 0.000 0 0,0.000 0.000 0 0,-1.000 0.000 0 0,1.000 0.000-176 0,0.000 0.000 176 31,0.000 0.000-1104-31,0.000 0.000-112 0,0.000 0.000 0 0,0.000 0.000-15328 0</inkml:trace>
  <inkml:trace contextRef="#ctx0" brushRef="#br1">4108.000 5985.000 14735 0,'0.000'0.000'640'0,"0.000"0.000"160"0,0.000 0.000-640 0,0.000 0.000-160 0,0.000 0.000 0 0,0.000 0.000 0 0,0.000 0.000 704 0,0.000 0.000 96 0,0.000 0.000 32 0,0.000 0.000 0 0,0.000 0.000 112 0,0.000 0.000 16 0,0.000 0.000 16 0,0.000 0.000 0 16,0.000 0.000-608-16,0.000 0.000-128 0,0.000 0.000-32 0,0.000 0.000 0 15,0.000 0.000 368-15,0.000 0.000 64 0,0.000 0.000 0 0,0.000 0.000 16 16,28.000 23.000-112-16,-28.000-23.000-32 0,0.000 0.000 0 0,0.000 0.000 0 16,0.000 0.000-192-16,0.000 0.000-64 0,0.000 0.000 0 0,0.000 0.000 0 0,0.000 0.000-256 0,0.000 0.000 0 15,0.000 0.000 0-15,0.000 0.000 0 16,0.000 0.000 0-16,0.000 0.000 0 0,0.000 0.000 0 0,0.000 0.000 0 15,0.000 0.000 672-15,0.000 0.000 80 0,0.000 0.000 16 0,0.000 0.000 0 0,0.000 0.000 16 0,0.000 0.000 16 16,-1.000 35.000 0-16,1.000-35.000 0 0,0.000 0.000-320 0,0.000 0.000-64 16,-13.000 18.000-16-16,13.000-18.000 0 0,0.000 0.000-272 0,-11.000 13.000-128 15,11.000-13.000 0-15,0.000 0.000 128 0,0.000 0.000-128 0,-16.000 16.000 0 16,16.000-16.000 144-16,0.000 0.000-144 0,-10.000 12.000 0 0,10.000-12.000 128 16,0.000 0.000-128-16,-11.000 8.000 0 0,11.000-8.000 160 0,0.000 0.000-32 0,0.000 0.000-128 15,0.000 0.000 192-15,-8.000 7.000-64 0,8.000-7.000-128 16,0.000 0.000 176-16,0.000 0.000-176 0,0.000 0.000 0 0,0.000 0.000 0 0,0.000 0.000 0 0,0.000 0.000 0 15,0.000 0.000 0-15,0.000 0.000 0 0,0.000 0.000 0 16,0.000 0.000 0-16,0.000 0.000 160 0,0.000 0.000-32 0,0.000 0.000 0 0,0.000 0.000 0 16,0.000 0.000 592-16,0.000 0.000 112 0,0.000 0.000 32 0,0.000 0.000 0 15,0.000 0.000-448-15,0.000 0.000-96 0,0.000 0.000 0 0,0.000 0.000-16 16,0.000 0.000-176-16,0.000 0.000-128 0,0.000 0.000 192 0,0.000 0.000-192 16,0.000 0.000 128-16,0.000 0.000-128 0,18.000-2.000 0 0,-18.000 2.000 0 0,0.000 0.000 0 15,0.000 0.000 0-15,14.000-3.000 0 0,-14.000 3.000 0 0,0.000 0.000 0 0,0.000 0.000 0 16,0.000 0.000 0-16,21.000-2.000 0 15,-21.000 2.000 0-15,0.000 0.000 0 0,0.000 0.000 0 0,0.000 0.000 0 16,17.000-2.000 0-16,-17.000 2.000 0 0,0.000 0.000 0 0,0.000 0.000 0 0,0.000 0.000 0 0,0.000 0.000 0 16,0.000 0.000 0-16,0.000 0.000 0 0,0.000 0.000 0 0,0.000 0.000 0 15,24.000 2.000 0-15,-24.000-2.000 0 0,0.000 0.000 0 16,0.000 0.000 0-16,0.000 0.000 0 0,0.000 0.000 0 16,0.000 0.000 0-16,0.000 0.000 0 0,0.000 0.000 0 0,0.000 0.000 0 0,0.000 0.000 0 0,0.000 0.000 0 0,0.000 0.000-128 15,0.000 0.000 128-15,0.000 0.000 0 0,0.000 0.000-144 16,29.000 9.000 144-16,-29.000-9.000-128 15,0.000 0.000-1488-15,0.000 0.000-304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9.png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4" Type="http://schemas.openxmlformats.org/officeDocument/2006/relationships/slideLayout" Target="../slideLayouts/slideLayout13.xml"/><Relationship Id="rId13" Type="http://schemas.openxmlformats.org/officeDocument/2006/relationships/image" Target="../media/image42.png"/><Relationship Id="rId12" Type="http://schemas.openxmlformats.org/officeDocument/2006/relationships/image" Target="../media/image41.png"/><Relationship Id="rId11" Type="http://schemas.openxmlformats.org/officeDocument/2006/relationships/image" Target="../media/image40.png"/><Relationship Id="rId10" Type="http://schemas.openxmlformats.org/officeDocument/2006/relationships/image" Target="../media/image39.png"/><Relationship Id="rId1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4" Type="http://schemas.openxmlformats.org/officeDocument/2006/relationships/slideLayout" Target="../slideLayouts/slideLayout13.xml"/><Relationship Id="rId13" Type="http://schemas.openxmlformats.org/officeDocument/2006/relationships/image" Target="../media/image55.png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65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63.wmf"/><Relationship Id="rId2" Type="http://schemas.openxmlformats.org/officeDocument/2006/relationships/oleObject" Target="../embeddings/oleObject1.bin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69.png"/><Relationship Id="rId11" Type="http://schemas.openxmlformats.org/officeDocument/2006/relationships/image" Target="../media/image68.png"/><Relationship Id="rId10" Type="http://schemas.openxmlformats.org/officeDocument/2006/relationships/image" Target="../media/image67.png"/><Relationship Id="rId1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7.png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6.png"/><Relationship Id="rId1" Type="http://schemas.openxmlformats.org/officeDocument/2006/relationships/image" Target="../media/image10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14.png"/><Relationship Id="rId7" Type="http://schemas.openxmlformats.org/officeDocument/2006/relationships/image" Target="../media/image113.png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image" Target="../media/image107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22.png"/><Relationship Id="rId7" Type="http://schemas.openxmlformats.org/officeDocument/2006/relationships/image" Target="../media/image121.png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0.png"/><Relationship Id="rId8" Type="http://schemas.openxmlformats.org/officeDocument/2006/relationships/image" Target="../media/image129.png"/><Relationship Id="rId7" Type="http://schemas.openxmlformats.org/officeDocument/2006/relationships/image" Target="../media/image128.png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Relationship Id="rId3" Type="http://schemas.openxmlformats.org/officeDocument/2006/relationships/image" Target="../media/image124.png"/><Relationship Id="rId2" Type="http://schemas.openxmlformats.org/officeDocument/2006/relationships/customXml" Target="../ink/ink1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39.png"/><Relationship Id="rId17" Type="http://schemas.openxmlformats.org/officeDocument/2006/relationships/image" Target="../media/image138.png"/><Relationship Id="rId16" Type="http://schemas.openxmlformats.org/officeDocument/2006/relationships/image" Target="../media/image137.png"/><Relationship Id="rId15" Type="http://schemas.openxmlformats.org/officeDocument/2006/relationships/image" Target="../media/image136.png"/><Relationship Id="rId14" Type="http://schemas.openxmlformats.org/officeDocument/2006/relationships/image" Target="../media/image135.png"/><Relationship Id="rId13" Type="http://schemas.openxmlformats.org/officeDocument/2006/relationships/image" Target="../media/image134.png"/><Relationship Id="rId12" Type="http://schemas.openxmlformats.org/officeDocument/2006/relationships/image" Target="../media/image133.png"/><Relationship Id="rId11" Type="http://schemas.openxmlformats.org/officeDocument/2006/relationships/image" Target="../media/image132.png"/><Relationship Id="rId10" Type="http://schemas.openxmlformats.org/officeDocument/2006/relationships/image" Target="../media/image131.png"/><Relationship Id="rId1" Type="http://schemas.openxmlformats.org/officeDocument/2006/relationships/image" Target="../media/image123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5.png"/><Relationship Id="rId8" Type="http://schemas.openxmlformats.org/officeDocument/2006/relationships/image" Target="../media/image144.png"/><Relationship Id="rId7" Type="http://schemas.openxmlformats.org/officeDocument/2006/relationships/image" Target="../media/image143.png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Relationship Id="rId3" Type="http://schemas.openxmlformats.org/officeDocument/2006/relationships/image" Target="../media/image124.png"/><Relationship Id="rId2" Type="http://schemas.openxmlformats.org/officeDocument/2006/relationships/customXml" Target="../ink/ink2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49.png"/><Relationship Id="rId12" Type="http://schemas.openxmlformats.org/officeDocument/2006/relationships/image" Target="../media/image148.png"/><Relationship Id="rId11" Type="http://schemas.openxmlformats.org/officeDocument/2006/relationships/image" Target="../media/image147.png"/><Relationship Id="rId10" Type="http://schemas.openxmlformats.org/officeDocument/2006/relationships/image" Target="../media/image146.png"/><Relationship Id="rId1" Type="http://schemas.openxmlformats.org/officeDocument/2006/relationships/image" Target="../media/image1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286" y="1670810"/>
            <a:ext cx="9141714" cy="2470655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Picture 1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r="8214" b="45501"/>
          <a:stretch>
            <a:fillRect/>
          </a:stretch>
        </p:blipFill>
        <p:spPr>
          <a:xfrm flipV="1">
            <a:off x="0" y="857250"/>
            <a:ext cx="9143999" cy="3355020"/>
          </a:xfrm>
          <a:custGeom>
            <a:avLst/>
            <a:gdLst>
              <a:gd name="connsiteX0" fmla="*/ 0 w 12191999"/>
              <a:gd name="connsiteY0" fmla="*/ 4473360 h 4473360"/>
              <a:gd name="connsiteX1" fmla="*/ 12191999 w 12191999"/>
              <a:gd name="connsiteY1" fmla="*/ 4473360 h 4473360"/>
              <a:gd name="connsiteX2" fmla="*/ 12191999 w 12191999"/>
              <a:gd name="connsiteY2" fmla="*/ 0 h 4473360"/>
              <a:gd name="connsiteX3" fmla="*/ 0 w 12191999"/>
              <a:gd name="connsiteY3" fmla="*/ 0 h 4473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473360">
                <a:moveTo>
                  <a:pt x="0" y="4473360"/>
                </a:moveTo>
                <a:lnTo>
                  <a:pt x="12191999" y="4473360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65444" y="2414588"/>
            <a:ext cx="8013113" cy="1008851"/>
          </a:xfrm>
        </p:spPr>
        <p:txBody>
          <a:bodyPr anchor="ctr">
            <a:noAutofit/>
          </a:bodyPr>
          <a:lstStyle/>
          <a:p>
            <a:r>
              <a:rPr lang="zh-CN" altLang="en-US" sz="4200" b="1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复变函数与积分变换</a:t>
            </a:r>
            <a:endParaRPr lang="zh-CN" altLang="en-US" sz="4200" b="1">
              <a:solidFill>
                <a:srgbClr val="FFFF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78681" y="4212270"/>
            <a:ext cx="7101908" cy="649229"/>
          </a:xfrm>
        </p:spPr>
        <p:txBody>
          <a:bodyPr anchor="ctr">
            <a:normAutofit/>
          </a:bodyPr>
          <a:lstStyle/>
          <a:p>
            <a:r>
              <a:rPr lang="zh-CN" altLang="en-US" sz="2100" dirty="0">
                <a:solidFill>
                  <a:srgbClr val="000000"/>
                </a:solidFill>
              </a:rPr>
              <a:t>狄艳媚</a:t>
            </a:r>
            <a:endParaRPr lang="zh-CN" altLang="en-US" sz="2100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5025"/>
            <a:ext cx="9144000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478659" y="667548"/>
            <a:ext cx="8131391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3.6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  留数定理在计算实积分中的应用</a:t>
            </a:r>
            <a:endParaRPr lang="zh-CN" altLang="en-US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207304" y="1603801"/>
            <a:ext cx="8674100" cy="61404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主要内容：考察三种类型的实函数的定积分计算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76372" y="2431816"/>
                <a:ext cx="4601845" cy="9480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𝑐𝑜𝑠</m:t>
                            </m:r>
                            <m:r>
                              <a:rPr lang="zh-CN" altLang="en-US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</m:t>
                            </m:r>
                            <m:r>
                              <a:rPr lang="zh-CN" altLang="en-US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e>
                        </m:d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zh-CN" altLang="en-US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72" y="2431816"/>
                <a:ext cx="4601845" cy="948055"/>
              </a:xfrm>
              <a:prstGeom prst="rect">
                <a:avLst/>
              </a:prstGeom>
              <a:blipFill rotWithShape="1">
                <a:blip r:embed="rId1"/>
                <a:stretch>
                  <a:fillRect l="-3" t="-42" r="3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86385" y="4337685"/>
                <a:ext cx="4918710" cy="9429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300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𝑖𝑎𝑥</m:t>
                            </m:r>
                          </m:sup>
                        </m:sSup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85" y="4337685"/>
                <a:ext cx="4918710" cy="9429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286385" y="3308350"/>
                <a:ext cx="3261995" cy="9607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85" y="3308350"/>
                <a:ext cx="3261995" cy="96075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8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2" grpId="0"/>
      <p:bldP spid="3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243205" y="631190"/>
            <a:ext cx="1953260" cy="62357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教学目标：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1081405" y="1350645"/>
            <a:ext cx="6696075" cy="63754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掌握留数计算实积分的几种方法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294640" y="2286000"/>
            <a:ext cx="1953260" cy="63246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重难点：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081625" y="3087389"/>
            <a:ext cx="6696289" cy="5348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重点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用留数计算实积分的方法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1154650" y="3949850"/>
            <a:ext cx="6696289" cy="5348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难点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sz="3000">
                <a:latin typeface="楷体" panose="02010609060101010101" pitchFamily="49" charset="-122"/>
                <a:ea typeface="楷体" panose="02010609060101010101" pitchFamily="49" charset="-122"/>
              </a:rPr>
              <a:t>把实积分转化为复积分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1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4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0" y="444363"/>
                <a:ext cx="6506845" cy="9239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一、形如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𝑐𝑜𝑠</m:t>
                            </m:r>
                            <m:r>
                              <a:rPr lang="zh-CN" altLang="en-US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</m:t>
                            </m:r>
                            <m:r>
                              <a:rPr lang="zh-CN" altLang="en-US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e>
                        </m:d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zh-CN" altLang="en-US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</m:nary>
                  </m:oMath>
                </a14:m>
                <a:endParaRPr lang="zh-CN" altLang="en-US" sz="30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4363"/>
                <a:ext cx="6506845" cy="923925"/>
              </a:xfrm>
              <a:prstGeom prst="rect">
                <a:avLst/>
              </a:prstGeom>
              <a:blipFill rotWithShape="1">
                <a:blip r:embed="rId1"/>
                <a:stretch>
                  <a:fillRect t="-535" b="-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07145" y="1137280"/>
                <a:ext cx="7257382" cy="11722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 fontAlgn="auto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高数：万能公式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转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化</m:t>
                        </m:r>
                      </m:e>
                    </m:groupCh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有理函数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的定积分。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45" y="1137280"/>
                <a:ext cx="7257382" cy="1172210"/>
              </a:xfrm>
              <a:prstGeom prst="rect">
                <a:avLst/>
              </a:prstGeom>
              <a:blipFill rotWithShape="1">
                <a:blip r:embed="rId2"/>
                <a:stretch>
                  <a:fillRect l="-2" t="-54" r="1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/>
          <p:cNvSpPr txBox="1"/>
          <p:nvPr/>
        </p:nvSpPr>
        <p:spPr>
          <a:xfrm>
            <a:off x="207731" y="2101249"/>
            <a:ext cx="8863244" cy="72533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复数：变成简单光滑闭曲线的积分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207145" y="2766055"/>
                <a:ext cx="2026285" cy="7251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45" y="2766055"/>
                <a:ext cx="2026285" cy="725170"/>
              </a:xfrm>
              <a:prstGeom prst="rect">
                <a:avLst/>
              </a:prstGeom>
              <a:blipFill rotWithShape="1">
                <a:blip r:embed="rId3"/>
                <a:stretch>
                  <a:fillRect l="-7" t="-87" r="7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207145" y="3407405"/>
                <a:ext cx="8863330" cy="12045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又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𝑠𝑖𝑛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𝑖𝑧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cos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zh-CN" altLang="en-US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zh-CN" altLang="en-US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sup>
                        </m:sSup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45" y="3407405"/>
                <a:ext cx="8863330" cy="1204595"/>
              </a:xfrm>
              <a:prstGeom prst="rect">
                <a:avLst/>
              </a:prstGeom>
              <a:blipFill rotWithShape="1">
                <a:blip r:embed="rId4"/>
                <a:stretch>
                  <a:fillRect l="-2" t="-52" r="2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031030" y="2778639"/>
                <a:ext cx="2725420" cy="7251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d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𝑖𝑑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030" y="2778639"/>
                <a:ext cx="2725420" cy="725170"/>
              </a:xfrm>
              <a:prstGeom prst="rect">
                <a:avLst/>
              </a:prstGeom>
              <a:blipFill rotWithShape="1">
                <a:blip r:embed="rId5"/>
                <a:stretch>
                  <a:fillRect l="-11" t="-71" r="11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4426731" y="2826582"/>
                <a:ext cx="1219622" cy="72533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𝑖𝑧𝑑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𝜃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731" y="2826582"/>
                <a:ext cx="1219622" cy="725333"/>
              </a:xfrm>
              <a:prstGeom prst="rect">
                <a:avLst/>
              </a:prstGeom>
              <a:blipFill rotWithShape="1">
                <a:blip r:embed="rId6"/>
                <a:stretch>
                  <a:fillRect l="-12" t="-27" r="47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5451036" y="2416887"/>
                <a:ext cx="2257425" cy="130111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zh-CN" altLang="en-US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groupChrPr>
                        <m:e/>
                      </m:groupCh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𝑑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𝜃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𝑑𝑧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𝑖𝑧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036" y="2416887"/>
                <a:ext cx="2257425" cy="1301115"/>
              </a:xfrm>
              <a:prstGeom prst="rect">
                <a:avLst/>
              </a:prstGeom>
              <a:blipFill rotWithShape="1">
                <a:blip r:embed="rId7"/>
                <a:stretch>
                  <a:fillRect l="-9" t="-6" r="9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203335" y="4406260"/>
                <a:ext cx="4742815" cy="12617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𝑖𝑧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35" y="4406260"/>
                <a:ext cx="4742815" cy="1261745"/>
              </a:xfrm>
              <a:prstGeom prst="rect">
                <a:avLst/>
              </a:prstGeom>
              <a:blipFill rotWithShape="1">
                <a:blip r:embed="rId8"/>
                <a:stretch>
                  <a:fillRect l="-3" t="-50" r="3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4716280" y="4792975"/>
                <a:ext cx="3953510" cy="7372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的有理函数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280" y="4792975"/>
                <a:ext cx="3953510" cy="737235"/>
              </a:xfrm>
              <a:prstGeom prst="rect">
                <a:avLst/>
              </a:prstGeom>
              <a:blipFill rotWithShape="1">
                <a:blip r:embed="rId9"/>
                <a:stretch>
                  <a:fillRect l="-3" t="-85" r="3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888766" y="5472897"/>
                <a:ext cx="6994525" cy="93769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𝑐𝑜𝑠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𝑠𝑖𝑛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66" y="5472897"/>
                <a:ext cx="6994525" cy="937693"/>
              </a:xfrm>
              <a:prstGeom prst="rect">
                <a:avLst/>
              </a:prstGeom>
              <a:blipFill rotWithShape="1">
                <a:blip r:embed="rId10"/>
                <a:stretch>
                  <a:fillRect l="-6" t="-5671" r="6" b="-5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7450290" y="1563231"/>
            <a:ext cx="177482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计算量大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8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  <p:bldP spid="6" grpId="0"/>
      <p:bldP spid="7" grpId="0"/>
      <p:bldP spid="8" grpId="0"/>
      <p:bldP spid="9" grpId="0"/>
      <p:bldP spid="11" grpId="0"/>
      <p:bldP spid="4" grpId="1"/>
      <p:bldP spid="4" grpId="2"/>
      <p:bldP spid="12" grpId="1"/>
      <p:bldP spid="12" grpId="2"/>
      <p:bldP spid="15" grpId="0"/>
      <p:bldP spid="13" grpId="0"/>
      <p:bldP spid="1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1501541" y="2658584"/>
            <a:ext cx="2079057" cy="79663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22036" y="306976"/>
                <a:ext cx="3838760" cy="10934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5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306976"/>
                <a:ext cx="3838760" cy="1093470"/>
              </a:xfrm>
              <a:prstGeom prst="rect">
                <a:avLst/>
              </a:prstGeom>
              <a:blipFill rotWithShape="1">
                <a:blip r:embed="rId1"/>
                <a:stretch>
                  <a:fillRect l="-3" t="-25" r="8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3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46865" y="1341615"/>
                <a:ext cx="2353261" cy="7046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65" y="1341615"/>
                <a:ext cx="2353261" cy="704609"/>
              </a:xfrm>
              <a:prstGeom prst="rect">
                <a:avLst/>
              </a:prstGeom>
              <a:blipFill rotWithShape="1">
                <a:blip r:embed="rId2"/>
                <a:stretch>
                  <a:fillRect l="-8" t="-70" r="6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2337870" y="1324338"/>
                <a:ext cx="2633578" cy="7046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𝑖𝑑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870" y="1324338"/>
                <a:ext cx="2633578" cy="704609"/>
              </a:xfrm>
              <a:prstGeom prst="rect">
                <a:avLst/>
              </a:prstGeom>
              <a:blipFill rotWithShape="1">
                <a:blip r:embed="rId3"/>
                <a:stretch>
                  <a:fillRect l="-17" t="-52" r="1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4782687" y="1324337"/>
                <a:ext cx="1300479" cy="7046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𝑖𝑧𝑑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687" y="1324337"/>
                <a:ext cx="1300479" cy="704609"/>
              </a:xfrm>
              <a:prstGeom prst="rect">
                <a:avLst/>
              </a:prstGeom>
              <a:blipFill rotWithShape="1">
                <a:blip r:embed="rId4"/>
                <a:stretch>
                  <a:fillRect l="-39" t="-51" r="39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5998678" y="1296933"/>
                <a:ext cx="1961415" cy="7046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𝑖𝑧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678" y="1296933"/>
                <a:ext cx="1961415" cy="704609"/>
              </a:xfrm>
              <a:prstGeom prst="rect">
                <a:avLst/>
              </a:prstGeom>
              <a:blipFill rotWithShape="1">
                <a:blip r:embed="rId5"/>
                <a:stretch>
                  <a:fillRect l="-24" t="-19864" r="19" b="-199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660480" y="2000100"/>
                <a:ext cx="3010489" cy="7046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又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𝑠𝑖𝑛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sup>
                        </m:sSup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80" y="2000100"/>
                <a:ext cx="3010489" cy="704609"/>
              </a:xfrm>
              <a:prstGeom prst="rect">
                <a:avLst/>
              </a:prstGeom>
              <a:blipFill rotWithShape="1">
                <a:blip r:embed="rId6"/>
                <a:stretch>
                  <a:fillRect l="-3" t="-27916" r="1" b="-2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3512766" y="2023049"/>
                <a:ext cx="1506809" cy="7046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𝑖𝑧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766" y="2023049"/>
                <a:ext cx="1506809" cy="704609"/>
              </a:xfrm>
              <a:prstGeom prst="rect">
                <a:avLst/>
              </a:prstGeom>
              <a:blipFill rotWithShape="1">
                <a:blip r:embed="rId7"/>
                <a:stretch>
                  <a:fillRect l="-39" t="-24955" r="36" b="-248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697863" y="2628601"/>
                <a:ext cx="4180354" cy="10934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10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63" y="2628601"/>
                <a:ext cx="4180354" cy="1093470"/>
              </a:xfrm>
              <a:prstGeom prst="rect">
                <a:avLst/>
              </a:prstGeom>
              <a:blipFill rotWithShape="1">
                <a:blip r:embed="rId8"/>
                <a:stretch>
                  <a:fillRect l="-15" t="-31" r="4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4732640" y="2658584"/>
                <a:ext cx="4180354" cy="10934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/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640" y="2658584"/>
                <a:ext cx="4180354" cy="1093470"/>
              </a:xfrm>
              <a:prstGeom prst="rect">
                <a:avLst/>
              </a:prstGeom>
              <a:blipFill rotWithShape="1">
                <a:blip r:embed="rId9"/>
                <a:stretch>
                  <a:fillRect l="-15" t="-2308" r="3" b="-2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697863" y="3656784"/>
                <a:ext cx="3782697" cy="10934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𝑜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/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/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63" y="3656784"/>
                <a:ext cx="3782697" cy="1093470"/>
              </a:xfrm>
              <a:prstGeom prst="rect">
                <a:avLst/>
              </a:prstGeom>
              <a:blipFill rotWithShape="1">
                <a:blip r:embed="rId10"/>
                <a:stretch>
                  <a:fillRect l="-17" t="-2306" b="-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4285422" y="3693804"/>
                <a:ext cx="3376288" cy="10934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/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422" y="3693804"/>
                <a:ext cx="3376288" cy="1093470"/>
              </a:xfrm>
              <a:prstGeom prst="rect">
                <a:avLst/>
              </a:prstGeom>
              <a:blipFill rotWithShape="1">
                <a:blip r:embed="rId11"/>
                <a:stretch>
                  <a:fillRect l="-13" t="-1" r="1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标题 1"/>
              <p:cNvSpPr txBox="1"/>
              <p:nvPr/>
            </p:nvSpPr>
            <p:spPr>
              <a:xfrm>
                <a:off x="7485754" y="3714359"/>
                <a:ext cx="856072" cy="10934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754" y="3714359"/>
                <a:ext cx="856072" cy="1093470"/>
              </a:xfrm>
              <a:prstGeom prst="rect">
                <a:avLst/>
              </a:prstGeom>
              <a:blipFill rotWithShape="1">
                <a:blip r:embed="rId12"/>
                <a:stretch>
                  <a:fillRect l="-44" t="-22" r="54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标题 1"/>
              <p:cNvSpPr txBox="1"/>
              <p:nvPr/>
            </p:nvSpPr>
            <p:spPr>
              <a:xfrm>
                <a:off x="697865" y="4688205"/>
                <a:ext cx="7432040" cy="10934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𝑜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𝑖𝑅𝑒𝑠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/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65" y="4688205"/>
                <a:ext cx="7432040" cy="109347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标题 1"/>
              <p:cNvSpPr txBox="1"/>
              <p:nvPr/>
            </p:nvSpPr>
            <p:spPr>
              <a:xfrm>
                <a:off x="1268122" y="5533662"/>
                <a:ext cx="3703326" cy="10934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func>
                      <m:func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→−</m:t>
                            </m:r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122" y="5533662"/>
                <a:ext cx="3703326" cy="1093470"/>
              </a:xfrm>
              <a:prstGeom prst="rect">
                <a:avLst/>
              </a:prstGeom>
              <a:blipFill rotWithShape="1">
                <a:blip r:embed="rId14"/>
                <a:stretch>
                  <a:fillRect l="-1" t="-13672" r="1" b="-136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标题 1"/>
              <p:cNvSpPr txBox="1"/>
              <p:nvPr/>
            </p:nvSpPr>
            <p:spPr>
              <a:xfrm>
                <a:off x="4123679" y="5533662"/>
                <a:ext cx="856072" cy="10934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679" y="5533662"/>
                <a:ext cx="856072" cy="1093470"/>
              </a:xfrm>
              <a:prstGeom prst="rect">
                <a:avLst/>
              </a:prstGeom>
              <a:blipFill rotWithShape="1">
                <a:blip r:embed="rId12"/>
                <a:stretch>
                  <a:fillRect l="-73" t="-25" r="9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272988" y="2658584"/>
            <a:ext cx="5598424" cy="79663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14768" y="138534"/>
                <a:ext cx="3025775" cy="10845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𝑐𝑜𝑠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68" y="138534"/>
                <a:ext cx="3025775" cy="1084580"/>
              </a:xfrm>
              <a:prstGeom prst="rect">
                <a:avLst/>
              </a:prstGeom>
              <a:blipFill rotWithShape="1">
                <a:blip r:embed="rId1"/>
                <a:stretch>
                  <a:fillRect l="-15" t="-10" r="15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14766" y="1123709"/>
                <a:ext cx="4457233" cy="67494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不能形成封闭曲线 </a:t>
                </a:r>
                <a:endParaRPr lang="zh-CN" altLang="en-US" sz="30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66" y="1123709"/>
                <a:ext cx="4457233" cy="674948"/>
              </a:xfrm>
              <a:prstGeom prst="rect">
                <a:avLst/>
              </a:prstGeom>
              <a:blipFill rotWithShape="1">
                <a:blip r:embed="rId2"/>
                <a:stretch>
                  <a:fillRect l="-10" t="-1846" r="14" b="-1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14766" y="1662195"/>
                <a:ext cx="8609123" cy="67494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能形成封闭曲线，但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𝑐𝑜𝑠</m:t>
                    </m:r>
                    <m:r>
                      <a:rPr lang="zh-CN" altLang="en-US" sz="3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用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表示非常复杂 </a:t>
                </a:r>
                <a:endParaRPr lang="zh-CN" altLang="en-US" sz="30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66" y="1662195"/>
                <a:ext cx="8609123" cy="674948"/>
              </a:xfrm>
              <a:prstGeom prst="rect">
                <a:avLst/>
              </a:prstGeom>
              <a:blipFill rotWithShape="1">
                <a:blip r:embed="rId3"/>
                <a:stretch>
                  <a:fillRect l="-5" t="-1847" r="3" b="-18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71454" y="2337143"/>
                <a:ext cx="2936442" cy="59915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4" y="2337143"/>
                <a:ext cx="2936442" cy="599152"/>
              </a:xfrm>
              <a:prstGeom prst="rect">
                <a:avLst/>
              </a:prstGeom>
              <a:blipFill rotWithShape="1">
                <a:blip r:embed="rId4"/>
                <a:stretch>
                  <a:fillRect l="-11" t="-7264" r="18" b="-7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700305" y="2636719"/>
                <a:ext cx="3125737" cy="10845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b>
                      <m:sup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𝑑𝑡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cos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⁡(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𝜋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05" y="2636719"/>
                <a:ext cx="3125737" cy="1084580"/>
              </a:xfrm>
              <a:prstGeom prst="rect">
                <a:avLst/>
              </a:prstGeom>
              <a:blipFill rotWithShape="1">
                <a:blip r:embed="rId5"/>
                <a:stretch>
                  <a:fillRect l="-17" t="-18" r="5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3636747" y="2625319"/>
                <a:ext cx="2394316" cy="10845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𝑑𝑡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cos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⁡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747" y="2625319"/>
                <a:ext cx="2394316" cy="1084580"/>
              </a:xfrm>
              <a:prstGeom prst="rect">
                <a:avLst/>
              </a:prstGeom>
              <a:blipFill rotWithShape="1">
                <a:blip r:embed="rId6"/>
                <a:stretch>
                  <a:fillRect l="-4" t="-21" r="20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700305" y="3613605"/>
                <a:ext cx="3506537" cy="7046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r>
                              <a:rPr lang="zh-CN" altLang="en-US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cos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⁡</m:t>
                            </m:r>
                            <m:r>
                              <a:rPr lang="zh-CN" altLang="en-US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05" y="3613605"/>
                <a:ext cx="3506537" cy="704609"/>
              </a:xfrm>
              <a:prstGeom prst="rect">
                <a:avLst/>
              </a:prstGeom>
              <a:blipFill rotWithShape="1">
                <a:blip r:embed="rId7"/>
                <a:stretch>
                  <a:fillRect l="-15" t="-21874" r="17" b="-217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4673918" y="3731764"/>
                <a:ext cx="1734887" cy="59915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918" y="3731764"/>
                <a:ext cx="1734887" cy="599152"/>
              </a:xfrm>
              <a:prstGeom prst="rect">
                <a:avLst/>
              </a:prstGeom>
              <a:blipFill rotWithShape="1">
                <a:blip r:embed="rId8"/>
                <a:stretch>
                  <a:fillRect l="-18" t="-8457" r="22" b="-83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1612415" y="4309443"/>
                <a:ext cx="3506537" cy="7046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415" y="4309443"/>
                <a:ext cx="3506537" cy="704609"/>
              </a:xfrm>
              <a:prstGeom prst="rect">
                <a:avLst/>
              </a:prstGeom>
              <a:blipFill rotWithShape="1">
                <a:blip r:embed="rId9"/>
                <a:stretch>
                  <a:fillRect l="-4" t="-25551" r="6" b="-25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5541361" y="4387398"/>
                <a:ext cx="2945666" cy="92487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3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radPr>
                      <m:deg/>
                      <m:e>
                        <m:r>
                          <a:rPr lang="en-US" altLang="zh-CN" sz="3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e>
                    </m:rad>
                  </m:oMath>
                </a14:m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:r>
                  <a:rPr lang="en-US" altLang="zh-CN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</a:t>
                </a:r>
                <a:endParaRPr lang="en-US" altLang="zh-CN" sz="30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3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radPr>
                      <m:deg/>
                      <m:e>
                        <m:r>
                          <a:rPr lang="en-US" altLang="zh-CN" sz="3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e>
                    </m:rad>
                  </m:oMath>
                </a14:m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:r>
                  <a:rPr lang="en-US" altLang="zh-CN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外</a:t>
                </a:r>
                <a:endParaRPr lang="zh-CN" altLang="en-US" sz="30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361" y="4387398"/>
                <a:ext cx="2945666" cy="924879"/>
              </a:xfrm>
              <a:prstGeom prst="rect">
                <a:avLst/>
              </a:prstGeom>
              <a:blipFill rotWithShape="1">
                <a:blip r:embed="rId10"/>
                <a:stretch>
                  <a:fillRect l="-12" t="-638" r="9" b="-7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1627655" y="5239426"/>
                <a:ext cx="4667267" cy="7046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𝑖𝑅𝑒𝑠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radPr>
                      <m:deg/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e>
                    </m:ra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655" y="5239426"/>
                <a:ext cx="4667267" cy="704609"/>
              </a:xfrm>
              <a:prstGeom prst="rect">
                <a:avLst/>
              </a:prstGeom>
              <a:blipFill rotWithShape="1">
                <a:blip r:embed="rId11"/>
                <a:stretch>
                  <a:fillRect l="-3" t="-19111" r="4" b="-19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标题 1"/>
              <p:cNvSpPr txBox="1"/>
              <p:nvPr/>
            </p:nvSpPr>
            <p:spPr>
              <a:xfrm>
                <a:off x="1646906" y="5921598"/>
                <a:ext cx="3589238" cy="7046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4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den>
                    </m:f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e>
                        </m:rad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906" y="5921598"/>
                <a:ext cx="3589238" cy="704609"/>
              </a:xfrm>
              <a:prstGeom prst="rect">
                <a:avLst/>
              </a:prstGeom>
              <a:blipFill rotWithShape="1">
                <a:blip r:embed="rId12"/>
                <a:stretch>
                  <a:fillRect l="-10" t="-18957" r="16" b="-18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标题 1"/>
              <p:cNvSpPr txBox="1"/>
              <p:nvPr/>
            </p:nvSpPr>
            <p:spPr>
              <a:xfrm>
                <a:off x="4833905" y="6028866"/>
                <a:ext cx="928837" cy="7046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905" y="6028866"/>
                <a:ext cx="928837" cy="704609"/>
              </a:xfrm>
              <a:prstGeom prst="rect">
                <a:avLst/>
              </a:prstGeom>
              <a:blipFill rotWithShape="1">
                <a:blip r:embed="rId13"/>
                <a:stretch>
                  <a:fillRect l="-31" t="-21113" r="13" b="-21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272987" y="2658584"/>
            <a:ext cx="8609123" cy="79663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85290" y="138534"/>
                <a:ext cx="8605520" cy="9728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func>
                          <m:func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tan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zh-CN" altLang="en-US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𝑖𝑏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𝑏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为实数且不为零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90" y="138534"/>
                <a:ext cx="8605520" cy="972820"/>
              </a:xfrm>
              <a:prstGeom prst="rect">
                <a:avLst/>
              </a:prstGeom>
              <a:blipFill rotWithShape="1">
                <a:blip r:embed="rId1"/>
                <a:stretch>
                  <a:fillRect l="-2" t="-11" r="2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标题 1"/>
          <p:cNvSpPr txBox="1"/>
          <p:nvPr/>
        </p:nvSpPr>
        <p:spPr>
          <a:xfrm>
            <a:off x="85290" y="899132"/>
            <a:ext cx="8605520" cy="65531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既要考虑形成封闭曲线，又要考虑</a:t>
            </a:r>
            <a:r>
              <a:rPr lang="en-US" altLang="zh-CN" sz="3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tan</a:t>
            </a:r>
            <a:r>
              <a:rPr lang="zh-CN" altLang="en-US" sz="3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表示简单</a:t>
            </a:r>
            <a:endParaRPr lang="zh-CN" altLang="en-US" sz="3000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85290" y="1467328"/>
                <a:ext cx="5177903" cy="65531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𝑖𝑏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sup>
                    </m:sSup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90" y="1467328"/>
                <a:ext cx="5177903" cy="655311"/>
              </a:xfrm>
              <a:prstGeom prst="rect">
                <a:avLst/>
              </a:prstGeom>
              <a:blipFill rotWithShape="1">
                <a:blip r:embed="rId2"/>
                <a:stretch>
                  <a:fillRect l="-4" t="-3464" r="6" b="-3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680452" y="2023049"/>
                <a:ext cx="4329497" cy="65531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𝑡𝑎𝑛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⁡(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𝑖𝑏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𝑖𝑏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zh-CN" altLang="en-US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𝑖𝑏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52" y="2023049"/>
                <a:ext cx="4329497" cy="655311"/>
              </a:xfrm>
              <a:prstGeom prst="rect">
                <a:avLst/>
              </a:prstGeom>
              <a:blipFill rotWithShape="1">
                <a:blip r:embed="rId3"/>
                <a:stretch>
                  <a:fillRect l="-8" t="-34681" r="10" b="-345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4832150" y="2083664"/>
                <a:ext cx="1347270" cy="65531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150" y="2083664"/>
                <a:ext cx="1347270" cy="655311"/>
              </a:xfrm>
              <a:prstGeom prst="rect">
                <a:avLst/>
              </a:prstGeom>
              <a:blipFill rotWithShape="1">
                <a:blip r:embed="rId4"/>
                <a:stretch>
                  <a:fillRect l="-32" t="-24938" r="17" b="-24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5009949" y="1476406"/>
                <a:ext cx="3801979" cy="7046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𝑏</m:t>
                          </m:r>
                        </m:sup>
                      </m:sSup>
                      <m:sSup>
                        <m:sSup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𝜃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𝑖𝑑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𝜃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949" y="1476406"/>
                <a:ext cx="3801979" cy="704609"/>
              </a:xfrm>
              <a:prstGeom prst="rect">
                <a:avLst/>
              </a:prstGeom>
              <a:blipFill rotWithShape="1">
                <a:blip r:embed="rId5"/>
                <a:stretch>
                  <a:fillRect l="-11" t="-4" r="1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7308784" y="1919495"/>
                <a:ext cx="1445394" cy="7046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𝑖𝑧𝑑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𝜃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784" y="1919495"/>
                <a:ext cx="1445394" cy="704609"/>
              </a:xfrm>
              <a:prstGeom prst="rect">
                <a:avLst/>
              </a:prstGeom>
              <a:blipFill rotWithShape="1">
                <a:blip r:embed="rId6"/>
                <a:stretch>
                  <a:fillRect l="-39" t="-75" r="5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646588" y="2755753"/>
                <a:ext cx="4397224" cy="9728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𝑏</m:t>
                            </m:r>
                          </m:sup>
                        </m:sSup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den>
                        </m:f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den>
                        </m:f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𝑑𝑧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𝑖𝑧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88" y="2755753"/>
                <a:ext cx="4397224" cy="972820"/>
              </a:xfrm>
              <a:prstGeom prst="rect">
                <a:avLst/>
              </a:prstGeom>
              <a:blipFill rotWithShape="1">
                <a:blip r:embed="rId7"/>
                <a:stretch>
                  <a:fillRect l="-4" t="-4750" b="-47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4682781" y="2781786"/>
                <a:ext cx="3888515" cy="9728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𝑏</m:t>
                            </m:r>
                          </m:sup>
                        </m:sSup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781" y="2781786"/>
                <a:ext cx="3888515" cy="972820"/>
              </a:xfrm>
              <a:prstGeom prst="rect">
                <a:avLst/>
              </a:prstGeom>
              <a:blipFill rotWithShape="1">
                <a:blip r:embed="rId8"/>
                <a:stretch>
                  <a:fillRect l="-7" t="-8797" r="2" b="-8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646588" y="3622392"/>
                <a:ext cx="4531804" cy="9728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𝑏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m:rPr>
                        <m:brk m:alnAt="23"/>
                      </m:rP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88" y="3622392"/>
                <a:ext cx="4531804" cy="972820"/>
              </a:xfrm>
              <a:prstGeom prst="rect">
                <a:avLst/>
              </a:prstGeom>
              <a:blipFill rotWithShape="1">
                <a:blip r:embed="rId9"/>
                <a:stretch>
                  <a:fillRect l="-3" t="-36" r="13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943610" y="4214495"/>
                <a:ext cx="6772275" cy="9728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10" y="4214495"/>
                <a:ext cx="6772275" cy="97282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标题 1"/>
              <p:cNvSpPr txBox="1"/>
              <p:nvPr/>
            </p:nvSpPr>
            <p:spPr>
              <a:xfrm>
                <a:off x="980532" y="4967033"/>
                <a:ext cx="5327224" cy="9728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func>
                      <m:func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func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532" y="4967033"/>
                <a:ext cx="5327224" cy="972820"/>
              </a:xfrm>
              <a:prstGeom prst="rect">
                <a:avLst/>
              </a:prstGeom>
              <a:blipFill rotWithShape="1">
                <a:blip r:embed="rId11"/>
                <a:stretch>
                  <a:fillRect l="-2" t="-3597" r="6" b="-3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标题 1"/>
              <p:cNvSpPr txBox="1"/>
              <p:nvPr/>
            </p:nvSpPr>
            <p:spPr>
              <a:xfrm>
                <a:off x="980532" y="5646906"/>
                <a:ext cx="2686693" cy="9728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532" y="5646906"/>
                <a:ext cx="2686693" cy="972820"/>
              </a:xfrm>
              <a:prstGeom prst="rect">
                <a:avLst/>
              </a:prstGeom>
              <a:blipFill rotWithShape="1">
                <a:blip r:embed="rId12"/>
                <a:stretch>
                  <a:fillRect l="-3" t="-50" r="4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标题 1"/>
              <p:cNvSpPr txBox="1"/>
              <p:nvPr/>
            </p:nvSpPr>
            <p:spPr>
              <a:xfrm>
                <a:off x="3474365" y="5868287"/>
                <a:ext cx="1145761" cy="66476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=−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365" y="5868287"/>
                <a:ext cx="1145761" cy="664768"/>
              </a:xfrm>
              <a:prstGeom prst="rect">
                <a:avLst/>
              </a:prstGeom>
              <a:blipFill rotWithShape="1">
                <a:blip r:embed="rId13"/>
                <a:stretch>
                  <a:fillRect l="-24" t="-1566" r="44" b="-15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272987" y="2658584"/>
            <a:ext cx="8609123" cy="79663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85290" y="138534"/>
                <a:ext cx="8605520" cy="9728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func>
                          <m:func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tan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zh-CN" altLang="en-US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𝑖𝑏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𝑏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为实数且不为零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90" y="138534"/>
                <a:ext cx="8605520" cy="972820"/>
              </a:xfrm>
              <a:prstGeom prst="rect">
                <a:avLst/>
              </a:prstGeom>
              <a:blipFill rotWithShape="1">
                <a:blip r:embed="rId1"/>
                <a:stretch>
                  <a:fillRect l="-2" t="-11" r="2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564773" y="897663"/>
                <a:ext cx="4531804" cy="9728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𝑏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m:rPr>
                        <m:brk m:alnAt="23"/>
                      </m:rP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73" y="897663"/>
                <a:ext cx="4531804" cy="972820"/>
              </a:xfrm>
              <a:prstGeom prst="rect">
                <a:avLst/>
              </a:prstGeom>
              <a:blipFill rotWithShape="1">
                <a:blip r:embed="rId2"/>
                <a:stretch>
                  <a:fillRect l="-6" t="-42" r="1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1003613" y="1612967"/>
                <a:ext cx="5327224" cy="9728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13" y="1612967"/>
                <a:ext cx="5327224" cy="972820"/>
              </a:xfrm>
              <a:prstGeom prst="rect">
                <a:avLst/>
              </a:prstGeom>
              <a:blipFill rotWithShape="1">
                <a:blip r:embed="rId3"/>
                <a:stretch>
                  <a:fillRect l="-6" t="-5686" r="10" b="-5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标题 1"/>
              <p:cNvSpPr txBox="1"/>
              <p:nvPr/>
            </p:nvSpPr>
            <p:spPr>
              <a:xfrm>
                <a:off x="1057534" y="2776257"/>
                <a:ext cx="2999514" cy="9728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=−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zh-CN" sz="3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+</m:t>
                                  </m:r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534" y="2776257"/>
                <a:ext cx="2999514" cy="972820"/>
              </a:xfrm>
              <a:prstGeom prst="rect">
                <a:avLst/>
              </a:prstGeom>
              <a:blipFill rotWithShape="1">
                <a:blip r:embed="rId4"/>
                <a:stretch>
                  <a:fillRect l="-9" t="-20565" r="1" b="-20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标题 1"/>
              <p:cNvSpPr txBox="1"/>
              <p:nvPr/>
            </p:nvSpPr>
            <p:spPr>
              <a:xfrm>
                <a:off x="1092112" y="3986548"/>
                <a:ext cx="866629" cy="66476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112" y="3986548"/>
                <a:ext cx="866629" cy="664768"/>
              </a:xfrm>
              <a:prstGeom prst="rect">
                <a:avLst/>
              </a:prstGeom>
              <a:blipFill rotWithShape="1">
                <a:blip r:embed="rId5"/>
                <a:stretch>
                  <a:fillRect l="-63" t="-1531" r="46" b="-16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19" grpId="0"/>
      <p:bldP spid="20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244475" y="2996565"/>
            <a:ext cx="8826500" cy="141414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高数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：有理函数分式分解后再计算积分，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缺点：计算量相对较大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76935" y="336009"/>
                <a:ext cx="3825240" cy="9607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二、形如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0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0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  <m:d>
                          <m:dPr>
                            <m:ctrlPr>
                              <a:rPr lang="en-US" altLang="zh-CN" sz="30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30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𝒅𝒙</m:t>
                        </m:r>
                      </m:e>
                    </m:nary>
                  </m:oMath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5" y="336009"/>
                <a:ext cx="3825240" cy="960755"/>
              </a:xfrm>
              <a:prstGeom prst="rect">
                <a:avLst/>
              </a:prstGeom>
              <a:blipFill rotWithShape="1">
                <a:blip r:embed="rId1"/>
                <a:stretch>
                  <a:fillRect l="-3" t="-10" r="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/>
          <p:cNvSpPr txBox="1"/>
          <p:nvPr/>
        </p:nvSpPr>
        <p:spPr>
          <a:xfrm>
            <a:off x="244995" y="4410708"/>
            <a:ext cx="8826739" cy="63808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：闭曲线上积分，通过留数计算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79099" y="1296764"/>
                <a:ext cx="8517255" cy="15792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有理函数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，且分母次数比分子次数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至少高</a:t>
                </a:r>
                <a:r>
                  <a:rPr lang="en-US" altLang="zh-CN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次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，在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实轴上没有奇点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99" y="1296764"/>
                <a:ext cx="8517255" cy="1579245"/>
              </a:xfrm>
              <a:prstGeom prst="rect">
                <a:avLst/>
              </a:prstGeom>
              <a:blipFill rotWithShape="1">
                <a:blip r:embed="rId2"/>
                <a:stretch>
                  <a:fillRect l="-4" t="-6" r="4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2" grpId="0"/>
      <p:bldP spid="6" grpId="0"/>
      <p:bldP spid="6" grpId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236855" y="468630"/>
                <a:ext cx="8669655" cy="13125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，分子分母互质，且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𝑚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𝑚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没有实数解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55" y="468630"/>
                <a:ext cx="8669655" cy="1312545"/>
              </a:xfrm>
              <a:prstGeom prst="rect">
                <a:avLst/>
              </a:prstGeom>
              <a:blipFill rotWithShape="1">
                <a:blip r:embed="rId1"/>
                <a:stretch>
                  <a:fillRect t="-46202" r="-2717" b="-462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/>
          <p:cNvSpPr txBox="1"/>
          <p:nvPr/>
        </p:nvSpPr>
        <p:spPr>
          <a:xfrm>
            <a:off x="168677" y="2012871"/>
            <a:ext cx="8096435" cy="79663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65141" y="1970094"/>
            <a:ext cx="3229053" cy="2083666"/>
            <a:chOff x="568168" y="2595465"/>
            <a:chExt cx="4305404" cy="2778222"/>
          </a:xfrm>
        </p:grpSpPr>
        <p:sp>
          <p:nvSpPr>
            <p:cNvPr id="16" name="Text Box 74"/>
            <p:cNvSpPr txBox="1">
              <a:spLocks noChangeArrowheads="1"/>
            </p:cNvSpPr>
            <p:nvPr/>
          </p:nvSpPr>
          <p:spPr bwMode="auto">
            <a:xfrm>
              <a:off x="2628902" y="2595465"/>
              <a:ext cx="350520" cy="398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 i="1" dirty="0"/>
                <a:t>y</a:t>
              </a:r>
              <a:endParaRPr lang="en-US" altLang="zh-CN" sz="1350" i="1" dirty="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568168" y="2782887"/>
              <a:ext cx="4305404" cy="2590800"/>
              <a:chOff x="568168" y="2782887"/>
              <a:chExt cx="4305404" cy="2590800"/>
            </a:xfrm>
          </p:grpSpPr>
          <p:sp>
            <p:nvSpPr>
              <p:cNvPr id="8" name="Line 30"/>
              <p:cNvSpPr>
                <a:spLocks noChangeShapeType="1"/>
              </p:cNvSpPr>
              <p:nvPr/>
            </p:nvSpPr>
            <p:spPr bwMode="auto">
              <a:xfrm flipV="1">
                <a:off x="2528888" y="2782887"/>
                <a:ext cx="0" cy="25908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aphicFrame>
            <p:nvGraphicFramePr>
              <p:cNvPr id="20" name="Object 82"/>
              <p:cNvGraphicFramePr>
                <a:graphicFrameLocks noChangeAspect="1"/>
              </p:cNvGraphicFramePr>
              <p:nvPr/>
            </p:nvGraphicFramePr>
            <p:xfrm>
              <a:off x="1609647" y="4171011"/>
              <a:ext cx="330200" cy="457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公式" r:id="rId2" imgW="165100" imgH="228600" progId="Equation.3">
                      <p:embed/>
                    </p:oleObj>
                  </mc:Choice>
                  <mc:Fallback>
                    <p:oleObj name="公式" r:id="rId2" imgW="165100" imgH="228600" progId="Equation.3">
                      <p:embed/>
                      <p:pic>
                        <p:nvPicPr>
                          <p:cNvPr id="0" name="Object 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09647" y="4171011"/>
                            <a:ext cx="330200" cy="457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" name="组合 2"/>
              <p:cNvGrpSpPr/>
              <p:nvPr/>
            </p:nvGrpSpPr>
            <p:grpSpPr>
              <a:xfrm>
                <a:off x="568168" y="3246641"/>
                <a:ext cx="4305404" cy="2084687"/>
                <a:chOff x="568168" y="3246641"/>
                <a:chExt cx="4305404" cy="2084687"/>
              </a:xfrm>
            </p:grpSpPr>
            <p:sp>
              <p:nvSpPr>
                <p:cNvPr id="10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2087563" y="4854574"/>
                  <a:ext cx="416560" cy="3987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50" i="1" dirty="0"/>
                    <a:t>O</a:t>
                  </a:r>
                  <a:endParaRPr lang="en-US" altLang="zh-CN" sz="1350" i="1" dirty="0"/>
                </a:p>
              </p:txBody>
            </p:sp>
            <p:grpSp>
              <p:nvGrpSpPr>
                <p:cNvPr id="7" name="组合 6"/>
                <p:cNvGrpSpPr/>
                <p:nvPr/>
              </p:nvGrpSpPr>
              <p:grpSpPr>
                <a:xfrm>
                  <a:off x="568168" y="3405960"/>
                  <a:ext cx="3960812" cy="1679575"/>
                  <a:chOff x="568168" y="3405960"/>
                  <a:chExt cx="3960812" cy="1679575"/>
                </a:xfrm>
              </p:grpSpPr>
              <p:sp>
                <p:nvSpPr>
                  <p:cNvPr id="11" name="Line 7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68168" y="4783138"/>
                    <a:ext cx="39608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12" name="Arc 57"/>
                  <p:cNvSpPr/>
                  <p:nvPr/>
                </p:nvSpPr>
                <p:spPr bwMode="auto">
                  <a:xfrm>
                    <a:off x="1020605" y="3405960"/>
                    <a:ext cx="3055937" cy="1679575"/>
                  </a:xfrm>
                  <a:custGeom>
                    <a:avLst/>
                    <a:gdLst>
                      <a:gd name="G0" fmla="+- 21285 0 0"/>
                      <a:gd name="G1" fmla="+- 21600 0 0"/>
                      <a:gd name="G2" fmla="+- 21600 0 0"/>
                      <a:gd name="T0" fmla="*/ 0 w 42430"/>
                      <a:gd name="T1" fmla="*/ 17923 h 21600"/>
                      <a:gd name="T2" fmla="*/ 42430 w 42430"/>
                      <a:gd name="T3" fmla="*/ 17188 h 21600"/>
                      <a:gd name="T4" fmla="*/ 21285 w 4243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2430" h="21600" fill="none" extrusionOk="0">
                        <a:moveTo>
                          <a:pt x="0" y="17923"/>
                        </a:moveTo>
                        <a:cubicBezTo>
                          <a:pt x="1789" y="7565"/>
                          <a:pt x="10774" y="0"/>
                          <a:pt x="21285" y="0"/>
                        </a:cubicBezTo>
                        <a:cubicBezTo>
                          <a:pt x="31513" y="0"/>
                          <a:pt x="40340" y="7174"/>
                          <a:pt x="42429" y="17188"/>
                        </a:cubicBezTo>
                      </a:path>
                      <a:path w="42430" h="21600" stroke="0" extrusionOk="0">
                        <a:moveTo>
                          <a:pt x="0" y="17923"/>
                        </a:moveTo>
                        <a:cubicBezTo>
                          <a:pt x="1789" y="7565"/>
                          <a:pt x="10774" y="0"/>
                          <a:pt x="21285" y="0"/>
                        </a:cubicBezTo>
                        <a:cubicBezTo>
                          <a:pt x="31513" y="0"/>
                          <a:pt x="40340" y="7174"/>
                          <a:pt x="42429" y="17188"/>
                        </a:cubicBezTo>
                        <a:lnTo>
                          <a:pt x="21285" y="2160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ltDnDiag">
                          <a:fgClr>
                            <a:schemeClr val="accent1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sz="1350">
                      <a:solidFill>
                        <a:srgbClr val="FF3300"/>
                      </a:solidFill>
                    </a:endParaRPr>
                  </a:p>
                </p:txBody>
              </p:sp>
            </p:grpSp>
            <p:sp>
              <p:nvSpPr>
                <p:cNvPr id="13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528979" y="4515506"/>
                  <a:ext cx="344593" cy="3987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50" i="1" dirty="0"/>
                    <a:t>x</a:t>
                  </a:r>
                  <a:endParaRPr lang="en-US" altLang="zh-CN" sz="1350" i="1" dirty="0"/>
                </a:p>
              </p:txBody>
            </p:sp>
            <p:graphicFrame>
              <p:nvGraphicFramePr>
                <p:cNvPr id="17" name="Object 93"/>
                <p:cNvGraphicFramePr>
                  <a:graphicFrameLocks noChangeAspect="1"/>
                </p:cNvGraphicFramePr>
                <p:nvPr/>
              </p:nvGraphicFramePr>
              <p:xfrm>
                <a:off x="3478849" y="3246641"/>
                <a:ext cx="431800" cy="4318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" name="公式" r:id="rId4" imgW="215900" imgH="215900" progId="Equation.3">
                        <p:embed/>
                      </p:oleObj>
                    </mc:Choice>
                    <mc:Fallback>
                      <p:oleObj name="公式" r:id="rId4" imgW="215900" imgH="215900" progId="Equation.3">
                        <p:embed/>
                        <p:pic>
                          <p:nvPicPr>
                            <p:cNvPr id="0" name="Object 9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78849" y="3246641"/>
                              <a:ext cx="431800" cy="431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8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679560" y="4930482"/>
                  <a:ext cx="490220" cy="3987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50" b="0" i="1" dirty="0"/>
                    <a:t>-R</a:t>
                  </a:r>
                  <a:endParaRPr lang="en-US" altLang="zh-CN" sz="1350" b="0" i="1" dirty="0"/>
                </a:p>
              </p:txBody>
            </p:sp>
            <p:sp>
              <p:nvSpPr>
                <p:cNvPr id="19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3896887" y="4932548"/>
                  <a:ext cx="375920" cy="3987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50" b="0" i="1" dirty="0"/>
                    <a:t>R</a:t>
                  </a:r>
                  <a:endParaRPr lang="en-US" altLang="zh-CN" sz="1350" b="0" i="1" dirty="0"/>
                </a:p>
              </p:txBody>
            </p:sp>
            <p:graphicFrame>
              <p:nvGraphicFramePr>
                <p:cNvPr id="21" name="Object 89"/>
                <p:cNvGraphicFramePr>
                  <a:graphicFrameLocks noChangeAspect="1"/>
                </p:cNvGraphicFramePr>
                <p:nvPr/>
              </p:nvGraphicFramePr>
              <p:xfrm>
                <a:off x="2679488" y="3646487"/>
                <a:ext cx="533400" cy="4318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" name="公式" r:id="rId6" imgW="165100" imgH="215900" progId="Equation.3">
                        <p:embed/>
                      </p:oleObj>
                    </mc:Choice>
                    <mc:Fallback>
                      <p:oleObj name="公式" r:id="rId6" imgW="165100" imgH="215900" progId="Equation.3">
                        <p:embed/>
                        <p:pic>
                          <p:nvPicPr>
                            <p:cNvPr id="0" name="Object 8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79488" y="3646487"/>
                              <a:ext cx="533400" cy="431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3" name="Object 91"/>
                <p:cNvGraphicFramePr>
                  <a:graphicFrameLocks noChangeAspect="1"/>
                </p:cNvGraphicFramePr>
                <p:nvPr/>
              </p:nvGraphicFramePr>
              <p:xfrm>
                <a:off x="3326449" y="4183711"/>
                <a:ext cx="304800" cy="4318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" name="公式" r:id="rId8" imgW="152400" imgH="215900" progId="Equation.3">
                        <p:embed/>
                      </p:oleObj>
                    </mc:Choice>
                    <mc:Fallback>
                      <p:oleObj name="公式" r:id="rId8" imgW="152400" imgH="215900" progId="Equation.3">
                        <p:embed/>
                        <p:pic>
                          <p:nvPicPr>
                            <p:cNvPr id="0" name="Object 9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26449" y="4183711"/>
                              <a:ext cx="304800" cy="431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2939838" y="4290859"/>
                  <a:ext cx="293793" cy="3991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50" dirty="0"/>
                    <a:t>.</a:t>
                  </a:r>
                  <a:endParaRPr lang="en-US" altLang="zh-CN" sz="1350" dirty="0"/>
                </a:p>
              </p:txBody>
            </p:sp>
            <p:sp>
              <p:nvSpPr>
                <p:cNvPr id="26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2011768" y="3895517"/>
                  <a:ext cx="293793" cy="3991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50" dirty="0"/>
                    <a:t>.</a:t>
                  </a:r>
                  <a:endParaRPr lang="en-US" altLang="zh-CN" sz="1350" dirty="0"/>
                </a:p>
              </p:txBody>
            </p:sp>
            <p:sp>
              <p:nvSpPr>
                <p:cNvPr id="27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3255078" y="3706021"/>
                  <a:ext cx="293793" cy="3991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50" dirty="0"/>
                    <a:t>.</a:t>
                  </a:r>
                  <a:endParaRPr lang="en-US" altLang="zh-CN" sz="1350" dirty="0"/>
                </a:p>
              </p:txBody>
            </p:sp>
            <p:sp>
              <p:nvSpPr>
                <p:cNvPr id="28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1978720" y="3575437"/>
                  <a:ext cx="293793" cy="3991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50" dirty="0"/>
                    <a:t>.</a:t>
                  </a:r>
                  <a:endParaRPr lang="en-US" altLang="zh-CN" sz="1350" dirty="0"/>
                </a:p>
              </p:txBody>
            </p:sp>
            <p:sp>
              <p:nvSpPr>
                <p:cNvPr id="29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1365179" y="4069512"/>
                  <a:ext cx="341312" cy="3991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350" dirty="0"/>
                    <a:t>.</a:t>
                  </a:r>
                  <a:endParaRPr lang="en-US" altLang="zh-CN" sz="1350" dirty="0"/>
                </a:p>
              </p:txBody>
            </p:sp>
          </p:grp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标题 1"/>
              <p:cNvSpPr txBox="1"/>
              <p:nvPr/>
            </p:nvSpPr>
            <p:spPr>
              <a:xfrm>
                <a:off x="3394075" y="1875155"/>
                <a:ext cx="5586095" cy="196278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如图，当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充分大时，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上半平面内所有极点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都包含在该半圆内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075" y="1875155"/>
                <a:ext cx="5586095" cy="1962785"/>
              </a:xfrm>
              <a:prstGeom prst="rect">
                <a:avLst/>
              </a:prstGeom>
              <a:blipFill rotWithShape="1">
                <a:blip r:embed="rId10"/>
                <a:stretch>
                  <a:fillRect t="-2394" b="-2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标题 1"/>
              <p:cNvSpPr txBox="1"/>
              <p:nvPr/>
            </p:nvSpPr>
            <p:spPr>
              <a:xfrm>
                <a:off x="150495" y="4188460"/>
                <a:ext cx="3784600" cy="5505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根据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留数定理，有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95" y="4188460"/>
                <a:ext cx="3784600" cy="550545"/>
              </a:xfrm>
              <a:prstGeom prst="rect">
                <a:avLst/>
              </a:prstGeom>
              <a:blipFill rotWithShape="1">
                <a:blip r:embed="rId11"/>
                <a:stretch>
                  <a:fillRect t="-14418" b="-146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标题 1"/>
              <p:cNvSpPr txBox="1"/>
              <p:nvPr/>
            </p:nvSpPr>
            <p:spPr>
              <a:xfrm>
                <a:off x="840788" y="4717159"/>
                <a:ext cx="7180678" cy="79663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𝑅</m:t>
                          </m:r>
                        </m:sub>
                        <m:sup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𝑅</m:t>
                          </m:r>
                        </m:sup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𝑑𝑥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nary>
                            <m:nary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𝑅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𝑑𝑧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=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  <m:r>
                                <a:rPr lang="zh-CN" altLang="en-US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𝜋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𝑖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𝑅𝑒𝑠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[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altLang="zh-CN" sz="3000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000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3000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000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3000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88" y="4717159"/>
                <a:ext cx="7180678" cy="796633"/>
              </a:xfrm>
              <a:prstGeom prst="rect">
                <a:avLst/>
              </a:prstGeom>
              <a:blipFill rotWithShape="1">
                <a:blip r:embed="rId12"/>
                <a:stretch>
                  <a:fillRect l="-1" t="-54729" r="-11132" b="-54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/>
          <p:cNvSpPr/>
          <p:nvPr/>
        </p:nvSpPr>
        <p:spPr>
          <a:xfrm>
            <a:off x="6087979" y="2705073"/>
            <a:ext cx="1174282" cy="456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0" grpId="0"/>
      <p:bldP spid="31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标题 1"/>
              <p:cNvSpPr txBox="1"/>
              <p:nvPr/>
            </p:nvSpPr>
            <p:spPr>
              <a:xfrm>
                <a:off x="149680" y="534904"/>
                <a:ext cx="8469296" cy="6879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∵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，只要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足够大，则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80" y="534904"/>
                <a:ext cx="8469296" cy="687900"/>
              </a:xfrm>
              <a:prstGeom prst="rect">
                <a:avLst/>
              </a:prstGeom>
              <a:blipFill rotWithShape="1">
                <a:blip r:embed="rId1"/>
                <a:stretch>
                  <a:fillRect l="-5" t="-34" r="1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标题 1"/>
              <p:cNvSpPr txBox="1"/>
              <p:nvPr/>
            </p:nvSpPr>
            <p:spPr>
              <a:xfrm>
                <a:off x="319305" y="1200781"/>
                <a:ext cx="8714740" cy="10706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  <m:r>
                          <a:rPr lang="en-US" altLang="zh-CN" sz="2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2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d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CN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p>
                          <m:sSupPr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为某一正常数</a:t>
                </a:r>
                <a:endParaRPr lang="zh-CN" altLang="en-US" sz="2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05" y="1200781"/>
                <a:ext cx="8714740" cy="1070610"/>
              </a:xfrm>
              <a:prstGeom prst="rect">
                <a:avLst/>
              </a:prstGeom>
              <a:blipFill rotWithShape="1">
                <a:blip r:embed="rId2"/>
                <a:stretch>
                  <a:fillRect l="-6" t="-59" r="6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85420" y="1873885"/>
                <a:ext cx="2620645" cy="17227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𝑑𝑧</m:t>
                            </m:r>
                          </m:e>
                        </m:nary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" y="1873885"/>
                <a:ext cx="2620645" cy="172275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920845" y="3001144"/>
                <a:ext cx="4926965" cy="12960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func>
                      <m:func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𝑅</m:t>
                            </m:r>
                            <m:groupChr>
                              <m:groupChrPr>
                                <m:chr m:val="→"/>
                                <m:vertJc m:val="bot"/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groupChrPr>
                              <m:e/>
                            </m:groupCh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nary>
                          <m:nary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𝑅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e>
                        </m:nary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845" y="3001144"/>
                <a:ext cx="4926965" cy="1296035"/>
              </a:xfrm>
              <a:prstGeom prst="rect">
                <a:avLst/>
              </a:prstGeom>
              <a:blipFill rotWithShape="1">
                <a:blip r:embed="rId4"/>
                <a:stretch>
                  <a:fillRect l="-12" t="-6870" r="12" b="-6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828909" y="4236674"/>
                <a:ext cx="6613525" cy="158051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nary>
                        <m:naryPr>
                          <m:ctrlP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𝑅𝑒𝑠</m:t>
                              </m:r>
                              <m: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09" y="4236674"/>
                <a:ext cx="6613525" cy="1580515"/>
              </a:xfrm>
              <a:prstGeom prst="rect">
                <a:avLst/>
              </a:prstGeom>
              <a:blipFill rotWithShape="1">
                <a:blip r:embed="rId5"/>
                <a:stretch>
                  <a:fillRect l="-4" t="-37" r="4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527770" y="1941964"/>
                <a:ext cx="2536825" cy="15525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𝑑𝑆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770" y="1941964"/>
                <a:ext cx="2536825" cy="1552575"/>
              </a:xfrm>
              <a:prstGeom prst="rect">
                <a:avLst/>
              </a:prstGeom>
              <a:blipFill rotWithShape="1">
                <a:blip r:embed="rId6"/>
                <a:stretch>
                  <a:fillRect l="-19" t="-9" r="19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4855243" y="2070233"/>
                <a:ext cx="1899920" cy="12960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243" y="2070233"/>
                <a:ext cx="1899920" cy="1296035"/>
              </a:xfrm>
              <a:prstGeom prst="rect">
                <a:avLst/>
              </a:prstGeom>
              <a:blipFill rotWithShape="1">
                <a:blip r:embed="rId7"/>
                <a:stretch>
                  <a:fillRect l="-2" t="-10" r="2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6361430" y="2034207"/>
                <a:ext cx="1299210" cy="13030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430" y="2034207"/>
                <a:ext cx="1299210" cy="1303020"/>
              </a:xfrm>
              <a:prstGeom prst="rect">
                <a:avLst/>
              </a:prstGeom>
              <a:blipFill rotWithShape="1">
                <a:blip r:embed="rId8"/>
                <a:stretch>
                  <a:fillRect t="-23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7" grpId="0"/>
      <p:bldP spid="8" grpId="0"/>
      <p:bldP spid="10" grpId="0"/>
      <p:bldP spid="13" grpId="0"/>
      <p:bldP spid="14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>
          <a:xfrm>
            <a:off x="168677" y="2012871"/>
            <a:ext cx="8096435" cy="79663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49680" y="534436"/>
                <a:ext cx="5450840" cy="6877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特别地，</a:t>
                </a:r>
                <a:r>
                  <a:rPr lang="en-US" altLang="zh-CN" sz="3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为偶函数，因为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80" y="534436"/>
                <a:ext cx="5450840" cy="687705"/>
              </a:xfrm>
              <a:prstGeom prst="rect">
                <a:avLst/>
              </a:prstGeom>
              <a:blipFill rotWithShape="1">
                <a:blip r:embed="rId1"/>
                <a:stretch>
                  <a:fillRect l="-8" t="-58" r="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328215" y="1179036"/>
                <a:ext cx="6226810" cy="990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15" y="1179036"/>
                <a:ext cx="6226810" cy="990522"/>
              </a:xfrm>
              <a:prstGeom prst="rect">
                <a:avLst/>
              </a:prstGeom>
              <a:blipFill rotWithShape="1">
                <a:blip r:embed="rId2"/>
                <a:stretch>
                  <a:fillRect l="-9" t="-48" r="9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45832" y="3081667"/>
                <a:ext cx="6226810" cy="1590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nary>
                        <m:nary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𝑅𝑒𝑠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245832" y="3081667"/>
                <a:ext cx="6226810" cy="1590675"/>
              </a:xfrm>
              <a:prstGeom prst="rect">
                <a:avLst/>
              </a:prstGeom>
              <a:blipFill rotWithShape="1">
                <a:blip r:embed="rId5"/>
                <a:stretch>
                  <a:fillRect l="-1" t="-1" r="1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2396043" y="2091145"/>
                <a:ext cx="3778563" cy="990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nary>
                          <m:nary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043" y="2091145"/>
                <a:ext cx="3778563" cy="990522"/>
              </a:xfrm>
              <a:prstGeom prst="rect">
                <a:avLst/>
              </a:prstGeom>
              <a:blipFill rotWithShape="1">
                <a:blip r:embed="rId6"/>
                <a:stretch>
                  <a:fillRect l="-5" t="-2509" r="13" b="-2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2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272987" y="2658584"/>
            <a:ext cx="8609123" cy="79663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27644" y="187692"/>
                <a:ext cx="4347038" cy="11023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4" y="187692"/>
                <a:ext cx="4347038" cy="1102360"/>
              </a:xfrm>
              <a:prstGeom prst="rect">
                <a:avLst/>
              </a:prstGeom>
              <a:blipFill rotWithShape="1">
                <a:blip r:embed="rId1"/>
                <a:stretch>
                  <a:fillRect l="-8" t="-33" r="4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69353" y="1301721"/>
                <a:ext cx="8896579" cy="11023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在上半平面只有奇点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二级极       点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为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偶函数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3" y="1301721"/>
                <a:ext cx="8896579" cy="1102360"/>
              </a:xfrm>
              <a:prstGeom prst="rect">
                <a:avLst/>
              </a:prstGeom>
              <a:blipFill rotWithShape="1">
                <a:blip r:embed="rId2"/>
                <a:stretch>
                  <a:fillRect l="-2" t="-3108" r="4" b="-3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632460" y="2326640"/>
                <a:ext cx="7409815" cy="11023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𝑖𝑅𝑒𝑠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" y="2326640"/>
                <a:ext cx="7409815" cy="1102360"/>
              </a:xfrm>
              <a:prstGeom prst="rect">
                <a:avLst/>
              </a:prstGeom>
              <a:blipFill rotWithShape="1">
                <a:blip r:embed="rId3"/>
                <a:stretch>
                  <a:fillRect t="-3744" b="-3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222128" y="3158540"/>
                <a:ext cx="2611284" cy="11023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sSubSup>
                      <m:sSubSup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128" y="3158540"/>
                <a:ext cx="2611284" cy="1102360"/>
              </a:xfrm>
              <a:prstGeom prst="rect">
                <a:avLst/>
              </a:prstGeom>
              <a:blipFill rotWithShape="1">
                <a:blip r:embed="rId4"/>
                <a:stretch>
                  <a:fillRect l="-15" t="-5" r="21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222128" y="3955173"/>
                <a:ext cx="1549948" cy="11023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128" y="3955173"/>
                <a:ext cx="1549948" cy="1102360"/>
              </a:xfrm>
              <a:prstGeom prst="rect">
                <a:avLst/>
              </a:prstGeom>
              <a:blipFill rotWithShape="1">
                <a:blip r:embed="rId5"/>
                <a:stretch>
                  <a:fillRect l="-25" t="-36" r="19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1222128" y="4760856"/>
                <a:ext cx="1549948" cy="11023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128" y="4760856"/>
                <a:ext cx="1549948" cy="1102360"/>
              </a:xfrm>
              <a:prstGeom prst="rect">
                <a:avLst/>
              </a:prstGeom>
              <a:blipFill rotWithShape="1">
                <a:blip r:embed="rId6"/>
                <a:stretch>
                  <a:fillRect l="-25" t="-24" r="19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272987" y="2658584"/>
            <a:ext cx="8609123" cy="79663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66107" y="0"/>
                <a:ext cx="8510270" cy="12649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)(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𝑏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7" y="0"/>
                <a:ext cx="8510270" cy="1264920"/>
              </a:xfrm>
              <a:prstGeom prst="rect">
                <a:avLst/>
              </a:prstGeom>
              <a:blipFill rotWithShape="1">
                <a:blip r:embed="rId1"/>
                <a:stretch>
                  <a:fillRect l="-1" r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66106" y="912095"/>
                <a:ext cx="8866137" cy="12649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)(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在上半平面有奇点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𝑏𝑖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6" y="912095"/>
                <a:ext cx="8866137" cy="1264920"/>
              </a:xfrm>
              <a:prstGeom prst="rect">
                <a:avLst/>
              </a:prstGeom>
              <a:blipFill rotWithShape="1">
                <a:blip r:embed="rId2"/>
                <a:stretch>
                  <a:fillRect l="-1" t="-19" r="4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688696" y="2177015"/>
                <a:ext cx="6742008" cy="69692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𝑎𝑖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𝑅𝑒𝑠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),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𝑏𝑖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]}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96" y="2177015"/>
                <a:ext cx="6742008" cy="696928"/>
              </a:xfrm>
              <a:prstGeom prst="rect">
                <a:avLst/>
              </a:prstGeom>
              <a:blipFill rotWithShape="1">
                <a:blip r:embed="rId3"/>
                <a:stretch>
                  <a:fillRect l="-5" t="-34" r="8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286987" y="2963982"/>
                <a:ext cx="6742008" cy="69692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/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𝑎𝑖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/(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987" y="2963982"/>
                <a:ext cx="6742008" cy="696928"/>
              </a:xfrm>
              <a:prstGeom prst="rect">
                <a:avLst/>
              </a:prstGeom>
              <a:blipFill rotWithShape="1">
                <a:blip r:embed="rId4"/>
                <a:stretch>
                  <a:fillRect l="-7" t="-25484" r="1" b="-25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286987" y="3867153"/>
                <a:ext cx="4415981" cy="69692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𝑎𝑖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987" y="3867153"/>
                <a:ext cx="4415981" cy="696928"/>
              </a:xfrm>
              <a:prstGeom prst="rect">
                <a:avLst/>
              </a:prstGeom>
              <a:blipFill rotWithShape="1">
                <a:blip r:embed="rId5"/>
                <a:stretch>
                  <a:fillRect l="-11" t="-26788" r="1" b="-269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1347948" y="4702946"/>
                <a:ext cx="1221998" cy="69692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948" y="4702946"/>
                <a:ext cx="1221998" cy="696928"/>
              </a:xfrm>
              <a:prstGeom prst="rect">
                <a:avLst/>
              </a:prstGeom>
              <a:blipFill rotWithShape="1">
                <a:blip r:embed="rId6"/>
                <a:stretch>
                  <a:fillRect l="-39" t="-14416" r="8" b="-14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10" grpId="0"/>
      <p:bldP spid="12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09220" y="207645"/>
                <a:ext cx="4413250" cy="986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三、形如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0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0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  <m:d>
                          <m:dPr>
                            <m:ctrlPr>
                              <a:rPr lang="en-US" altLang="zh-CN" sz="30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30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30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𝒊𝒂𝒙</m:t>
                            </m:r>
                          </m:sup>
                        </m:sSup>
                        <m:r>
                          <a:rPr lang="en-US" altLang="zh-CN" sz="30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𝒅𝒙</m:t>
                        </m:r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" y="207645"/>
                <a:ext cx="4413250" cy="98615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212090" y="1235622"/>
                <a:ext cx="8826500" cy="12934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有理函数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，且分母次数比分子次数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至少高</a:t>
                </a:r>
                <a:r>
                  <a:rPr lang="en-US" altLang="zh-CN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次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，在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实轴上没有奇点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为非零实数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90" y="1235622"/>
                <a:ext cx="8826500" cy="1293495"/>
              </a:xfrm>
              <a:prstGeom prst="rect">
                <a:avLst/>
              </a:prstGeom>
              <a:blipFill rotWithShape="1">
                <a:blip r:embed="rId2"/>
                <a:stretch>
                  <a:fillRect t="-3037" b="-30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296996" y="3306445"/>
                <a:ext cx="5979160" cy="98274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𝑖𝑎𝑥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nary>
                          <m:nary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𝑅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𝑖𝑎𝑧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e>
                        </m:nary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96" y="3306445"/>
                <a:ext cx="5979160" cy="982748"/>
              </a:xfrm>
              <a:prstGeom prst="rect">
                <a:avLst/>
              </a:prstGeom>
              <a:blipFill rotWithShape="1">
                <a:blip r:embed="rId3"/>
                <a:stretch>
                  <a:fillRect l="-8" t="-3812" r="8" b="-3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212090" y="2509520"/>
                <a:ext cx="2173605" cy="7969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90" y="2509520"/>
                <a:ext cx="2173605" cy="79692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4135020" y="3956890"/>
                <a:ext cx="4368900" cy="118841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𝑅𝑒𝑠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[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𝑖𝑎𝑧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]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020" y="3956890"/>
                <a:ext cx="4368900" cy="1188419"/>
              </a:xfrm>
              <a:prstGeom prst="rect">
                <a:avLst/>
              </a:prstGeom>
              <a:blipFill rotWithShape="1">
                <a:blip r:embed="rId5"/>
                <a:stretch>
                  <a:fillRect l="-12" t="-17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11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  <p:bldP spid="10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>
          <a:xfrm>
            <a:off x="168677" y="2012871"/>
            <a:ext cx="8096435" cy="79663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49680" y="898674"/>
                <a:ext cx="7259955" cy="11012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𝑖𝑎𝑧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𝑑𝑧</m:t>
                            </m:r>
                          </m:e>
                        </m:nary>
                      </m:e>
                    </m:d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𝑎𝐼𝑚𝑧</m:t>
                            </m:r>
                          </m:sup>
                        </m:sSup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𝑑𝑧</m:t>
                            </m:r>
                          </m:e>
                        </m:d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80" y="898674"/>
                <a:ext cx="7259955" cy="1101275"/>
              </a:xfrm>
              <a:prstGeom prst="rect">
                <a:avLst/>
              </a:prstGeom>
              <a:blipFill rotWithShape="1">
                <a:blip r:embed="rId1"/>
                <a:stretch>
                  <a:fillRect l="-6" t="-14" r="6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标题 1"/>
              <p:cNvSpPr txBox="1"/>
              <p:nvPr/>
            </p:nvSpPr>
            <p:spPr>
              <a:xfrm>
                <a:off x="96741" y="138534"/>
                <a:ext cx="5133340" cy="11023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同理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d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41" y="138534"/>
                <a:ext cx="5133340" cy="1102360"/>
              </a:xfrm>
              <a:prstGeom prst="rect">
                <a:avLst/>
              </a:prstGeom>
              <a:blipFill rotWithShape="1">
                <a:blip r:embed="rId2"/>
                <a:stretch>
                  <a:fillRect l="-4" t="-9" r="4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49680" y="2524639"/>
                <a:ext cx="5735955" cy="15024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  <m:func>
                      <m:func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groupChr>
                              <m:groupChrPr>
                                <m:chr m:val="→"/>
                                <m:vertJc m:val="bot"/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groupChrPr>
                              <m:e/>
                            </m:groupCh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𝑎𝑅𝑠𝑖𝑛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 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zh-CN" alt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zh-CN" alt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 </m:t>
                                  </m:r>
                                  <m:r>
                                    <a:rPr lang="zh-CN" alt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CN" alt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或</m:t>
                                  </m:r>
                                  <m:r>
                                    <a:rPr lang="zh-CN" altLang="en-US" sz="3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mr>
                            </m:m>
                          </m:e>
                        </m:d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80" y="2524639"/>
                <a:ext cx="5735955" cy="1502410"/>
              </a:xfrm>
              <a:prstGeom prst="rect">
                <a:avLst/>
              </a:prstGeom>
              <a:blipFill rotWithShape="1">
                <a:blip r:embed="rId3"/>
                <a:stretch>
                  <a:fillRect l="-8" t="-34" r="8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2394485" y="1885090"/>
                <a:ext cx="6874644" cy="94586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𝑎𝑅𝑠𝑖𝑛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𝑅𝑑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𝑎𝑅𝑠𝑖𝑛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485" y="1885090"/>
                <a:ext cx="6874644" cy="945862"/>
              </a:xfrm>
              <a:prstGeom prst="rect">
                <a:avLst/>
              </a:prstGeom>
              <a:blipFill rotWithShape="1">
                <a:blip r:embed="rId4"/>
                <a:stretch>
                  <a:fillRect l="-8" t="-1185" b="-11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68677" y="4027049"/>
                <a:ext cx="8236284" cy="124510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func>
                      <m:func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groupChr>
                              <m:groupChrPr>
                                <m:chr m:val="→"/>
                                <m:vertJc m:val="bot"/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groupChrPr>
                              <m:e/>
                            </m:groupCh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+∞</m:t>
                            </m:r>
                          </m:lim>
                        </m:limLow>
                      </m:fName>
                      <m:e>
                        <m:nary>
                          <m:nary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zh-CN" altLang="en-US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𝑎𝑅𝑠𝑖𝑛</m:t>
                                </m:r>
                                <m:r>
                                  <a:rPr lang="zh-CN" altLang="en-US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altLang="en-US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  <m:e>
                                <m:func>
                                  <m:func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3000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lim</m:t>
                                        </m:r>
                                      </m:e>
                                      <m:lim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  <m:groupChr>
                                          <m:groupChrPr>
                                            <m:chr m:val="→"/>
                                            <m:vertJc m:val="bot"/>
                                            <m:ctrlPr>
                                              <a:rPr lang="en-US" altLang="zh-CN" sz="3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groupChrPr>
                                          <m:e/>
                                        </m:groupChr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+∞</m:t>
                                        </m:r>
                                      </m:lim>
                                    </m:limLow>
                                  </m:fName>
                                  <m:e>
                                    <m:sSup>
                                      <m:sSupPr>
                                        <m:ctrlP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𝑎𝑅𝑠𝑖𝑛</m:t>
                                        </m:r>
                                        <m:r>
                                          <a:rPr lang="zh-CN" altLang="en-US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p>
                                    </m:sSup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zh-CN" alt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nary>
                          </m:e>
                        </m:nary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77" y="4027049"/>
                <a:ext cx="8236284" cy="1245101"/>
              </a:xfrm>
              <a:prstGeom prst="rect">
                <a:avLst/>
              </a:prstGeom>
              <a:blipFill rotWithShape="1">
                <a:blip r:embed="rId5"/>
                <a:stretch>
                  <a:fillRect l="-5" t="-1061" r="1" b="-9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56113" y="5154277"/>
                <a:ext cx="5014595" cy="117722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func>
                      <m:func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groupChr>
                              <m:groupChrPr>
                                <m:chr m:val="→"/>
                                <m:vertJc m:val="bot"/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groupChrPr>
                              <m:e/>
                            </m:groupCh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+∞</m:t>
                            </m:r>
                          </m:lim>
                        </m:limLow>
                      </m:fName>
                      <m:e>
                        <m:nary>
                          <m:nary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𝑖𝑎𝑧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nary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13" y="5154277"/>
                <a:ext cx="5014595" cy="1177223"/>
              </a:xfrm>
              <a:prstGeom prst="rect">
                <a:avLst/>
              </a:prstGeom>
              <a:blipFill rotWithShape="1">
                <a:blip r:embed="rId6"/>
                <a:stretch>
                  <a:fillRect l="-11" t="-9492" r="11" b="-94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8" grpId="0"/>
      <p:bldP spid="8" grpId="0"/>
      <p:bldP spid="12" grpId="0"/>
      <p:bldP spid="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>
          <a:xfrm>
            <a:off x="168677" y="2012871"/>
            <a:ext cx="8096435" cy="79663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35915" y="202397"/>
                <a:ext cx="8350250" cy="16503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en-US" altLang="zh-CN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nary>
                        <m:naryPr>
                          <m:ctrlPr>
                            <a:rPr lang="en-US" altLang="zh-CN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𝑖𝑎𝑥</m:t>
                              </m:r>
                            </m:sup>
                          </m:sSup>
                          <m: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𝑅𝑒𝑠</m:t>
                              </m:r>
                              <m: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𝑖𝑎𝑧</m:t>
                                  </m:r>
                                </m:sup>
                              </m:sSup>
                              <m: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15" y="202397"/>
                <a:ext cx="8350250" cy="1650365"/>
              </a:xfrm>
              <a:prstGeom prst="rect">
                <a:avLst/>
              </a:prstGeom>
              <a:blipFill rotWithShape="1">
                <a:blip r:embed="rId1"/>
                <a:stretch>
                  <a:fillRect t="-28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212223" y="1815398"/>
                <a:ext cx="8517255" cy="10807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ea typeface="Cambria Math" panose="02040503050406030204" pitchFamily="18" charset="0"/>
                  </a:rPr>
                  <a:t>当</a:t>
                </a:r>
                <a:r>
                  <a:rPr lang="en-US" altLang="zh-CN" sz="30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𝑖𝑎𝑥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nary>
                    <m:acc>
                      <m:accPr>
                        <m:chr m:val="̅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nary>
                          <m:nary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+∞</m:t>
                            </m:r>
                          </m:sup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3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e>
                    </m:acc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23" y="1815398"/>
                <a:ext cx="8517255" cy="1080770"/>
              </a:xfrm>
              <a:prstGeom prst="rect">
                <a:avLst/>
              </a:prstGeom>
              <a:blipFill rotWithShape="1">
                <a:blip r:embed="rId2"/>
                <a:stretch>
                  <a:fillRect l="-2" t="-53" r="2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272987" y="2658584"/>
            <a:ext cx="8609123" cy="79663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70920" y="138534"/>
                <a:ext cx="6462395" cy="11531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𝑐𝑜𝑠𝑥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𝑏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0" y="138534"/>
                <a:ext cx="6462395" cy="1153160"/>
              </a:xfrm>
              <a:prstGeom prst="rect">
                <a:avLst/>
              </a:prstGeom>
              <a:blipFill rotWithShape="1">
                <a:blip r:embed="rId1"/>
                <a:stretch>
                  <a:fillRect l="-7" t="-9" r="7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70920" y="1156207"/>
                <a:ext cx="4433703" cy="7202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nary>
                      <m:nary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𝑖𝑥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0" y="1156207"/>
                <a:ext cx="4433703" cy="720280"/>
              </a:xfrm>
              <a:prstGeom prst="rect">
                <a:avLst/>
              </a:prstGeom>
              <a:blipFill rotWithShape="1">
                <a:blip r:embed="rId2"/>
                <a:stretch>
                  <a:fillRect l="-10" t="-26342" r="13" b="-263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014680" y="1902550"/>
                <a:ext cx="4574873" cy="7202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𝑏𝑖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680" y="1902550"/>
                <a:ext cx="4574873" cy="720280"/>
              </a:xfrm>
              <a:prstGeom prst="rect">
                <a:avLst/>
              </a:prstGeom>
              <a:blipFill rotWithShape="1">
                <a:blip r:embed="rId3"/>
                <a:stretch>
                  <a:fillRect l="-13" t="-26284" r="6" b="-264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056390" y="2658584"/>
                <a:ext cx="4574873" cy="7202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𝑖𝑧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𝑏𝑖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390" y="2658584"/>
                <a:ext cx="4574873" cy="720280"/>
              </a:xfrm>
              <a:prstGeom prst="rect">
                <a:avLst/>
              </a:prstGeom>
              <a:blipFill rotWithShape="1">
                <a:blip r:embed="rId4"/>
                <a:stretch>
                  <a:fillRect l="-8" t="-25632" r="2" b="-25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056390" y="3414618"/>
                <a:ext cx="4574873" cy="7202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𝑏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390" y="3414618"/>
                <a:ext cx="4574873" cy="720280"/>
              </a:xfrm>
              <a:prstGeom prst="rect">
                <a:avLst/>
              </a:prstGeom>
              <a:blipFill rotWithShape="1">
                <a:blip r:embed="rId5"/>
                <a:stretch>
                  <a:fillRect l="-8" t="-25686" r="2" b="-25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1066667" y="4237314"/>
                <a:ext cx="1435902" cy="7202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𝑏</m:t>
                            </m:r>
                          </m:sup>
                        </m:sSup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667" y="4237314"/>
                <a:ext cx="1435902" cy="720280"/>
              </a:xfrm>
              <a:prstGeom prst="rect">
                <a:avLst/>
              </a:prstGeom>
              <a:blipFill rotWithShape="1">
                <a:blip r:embed="rId6"/>
                <a:stretch>
                  <a:fillRect l="-35" t="-25737" r="2" b="-25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72987" y="5041064"/>
                <a:ext cx="3692621" cy="11531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ea typeface="楷体" panose="02010609060101010101" pitchFamily="49" charset="-122"/>
                  </a:rPr>
                  <a:t>同理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87" y="5041064"/>
                <a:ext cx="3692621" cy="1153160"/>
              </a:xfrm>
              <a:prstGeom prst="rect">
                <a:avLst/>
              </a:prstGeom>
              <a:blipFill rotWithShape="1">
                <a:blip r:embed="rId7"/>
                <a:stretch>
                  <a:fillRect l="-15" t="-38" r="1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3825172" y="5360605"/>
                <a:ext cx="838268" cy="7202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172" y="5360605"/>
                <a:ext cx="838268" cy="720280"/>
              </a:xfrm>
              <a:prstGeom prst="rect">
                <a:avLst/>
              </a:prstGeom>
              <a:blipFill rotWithShape="1">
                <a:blip r:embed="rId8"/>
                <a:stretch>
                  <a:fillRect l="-68" t="-79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  <p:bldP spid="13" grpId="0"/>
      <p:bldP spid="14" grpId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272987" y="2658584"/>
            <a:ext cx="8609123" cy="79663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50016" y="138534"/>
                <a:ext cx="4855845" cy="11531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𝑥𝑠𝑖𝑛𝑥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6" y="138534"/>
                <a:ext cx="4855845" cy="1153160"/>
              </a:xfrm>
              <a:prstGeom prst="rect">
                <a:avLst/>
              </a:prstGeom>
              <a:blipFill rotWithShape="1">
                <a:blip r:embed="rId1"/>
                <a:stretch>
                  <a:fillRect l="-10" t="-9" r="10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3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72389" y="900636"/>
                <a:ext cx="3387894" cy="11531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解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𝑥𝑠𝑖𝑛𝑥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是偶函数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9" y="900636"/>
                <a:ext cx="3387894" cy="1153160"/>
              </a:xfrm>
              <a:prstGeom prst="rect">
                <a:avLst/>
              </a:prstGeom>
              <a:blipFill rotWithShape="1">
                <a:blip r:embed="rId2"/>
                <a:stretch>
                  <a:fillRect l="-19" t="-18" r="5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659618" y="1896482"/>
                <a:ext cx="3171238" cy="11531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𝑥𝑠𝑖𝑛𝑥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18" y="1896482"/>
                <a:ext cx="3171238" cy="1153160"/>
              </a:xfrm>
              <a:prstGeom prst="rect">
                <a:avLst/>
              </a:prstGeom>
              <a:blipFill rotWithShape="1">
                <a:blip r:embed="rId3"/>
                <a:stretch>
                  <a:fillRect l="-15" t="-32" r="17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3693269" y="1829143"/>
                <a:ext cx="3617117" cy="11531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𝐼𝑚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𝑖𝑥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269" y="1829143"/>
                <a:ext cx="3617117" cy="1153160"/>
              </a:xfrm>
              <a:prstGeom prst="rect">
                <a:avLst/>
              </a:prstGeom>
              <a:blipFill rotWithShape="1">
                <a:blip r:embed="rId4"/>
                <a:stretch>
                  <a:fillRect l="-3" t="-30" r="7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930807" y="2906845"/>
                <a:ext cx="4647033" cy="11531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𝐼𝑚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𝑖𝑅𝑒𝑠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807" y="2906845"/>
                <a:ext cx="4647033" cy="1153160"/>
              </a:xfrm>
              <a:prstGeom prst="rect">
                <a:avLst/>
              </a:prstGeom>
              <a:blipFill rotWithShape="1">
                <a:blip r:embed="rId5"/>
                <a:stretch>
                  <a:fillRect l="-11" t="-39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986956" y="3804340"/>
                <a:ext cx="3123032" cy="11531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𝐼𝑚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𝑖𝑧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𝑎𝑖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956" y="3804340"/>
                <a:ext cx="3123032" cy="1153160"/>
              </a:xfrm>
              <a:prstGeom prst="rect">
                <a:avLst/>
              </a:prstGeom>
              <a:blipFill rotWithShape="1">
                <a:blip r:embed="rId6"/>
                <a:stretch>
                  <a:fillRect l="-5" t="-5" r="9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4016324" y="3832548"/>
                <a:ext cx="3123032" cy="11531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𝐼𝑚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324" y="3832548"/>
                <a:ext cx="3123032" cy="1153160"/>
              </a:xfrm>
              <a:prstGeom prst="rect">
                <a:avLst/>
              </a:prstGeom>
              <a:blipFill rotWithShape="1">
                <a:blip r:embed="rId7"/>
                <a:stretch>
                  <a:fillRect l="-19" t="-28" r="2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986956" y="4758251"/>
                <a:ext cx="3123032" cy="11531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sup>
                        </m:sSup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956" y="4758251"/>
                <a:ext cx="3123032" cy="1153160"/>
              </a:xfrm>
              <a:prstGeom prst="rect">
                <a:avLst/>
              </a:prstGeom>
              <a:blipFill rotWithShape="1">
                <a:blip r:embed="rId8"/>
                <a:stretch>
                  <a:fillRect l="-5" t="-17" r="9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10" grpId="0"/>
      <p:bldP spid="12" grpId="0"/>
      <p:bldP spid="13" grpId="0"/>
      <p:bldP spid="14" grpId="0"/>
      <p:bldP spid="15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272987" y="2658584"/>
            <a:ext cx="8609123" cy="79663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273050" y="378460"/>
            <a:ext cx="4855845" cy="77470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题外话：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400050" y="1280160"/>
            <a:ext cx="8404225" cy="267398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20000"/>
              </a:lnSpc>
            </a:pP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留数理论是复变函数论中一个重要的结论，在理论研究和实际问题中有很广泛的应用，同时在实函数微积分的计算中也有重要作用。它将实函数积分化为复函数积分，达到化难为易、化繁为简的效果，从而达到实积分的高效求解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399415" y="4081145"/>
            <a:ext cx="8531860" cy="231394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20000"/>
              </a:lnSpc>
            </a:pP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另一方面，再次让我们知道掌握高科技的重要性。知识的积累会让我们掌握更多解决问题的方法，从而对遇到的问题，不但能采用多种方法解决，往往我们能造出方法高效地处理。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27644" y="399873"/>
            <a:ext cx="5342890" cy="61658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四、其他类型积分计算举例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49681" y="762635"/>
                <a:ext cx="4465634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𝐷𝑖𝑟𝑖𝑐ℎ𝑙𝑒𝑡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积分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𝑠𝑖𝑛𝑥</m:t>
                            </m:r>
                          </m:num>
                          <m:den>
                            <m:r>
                              <a:rPr lang="en-US" altLang="zh-CN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</m:oMath>
                </a14:m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81" y="762635"/>
                <a:ext cx="4465634" cy="960959"/>
              </a:xfrm>
              <a:prstGeom prst="rect">
                <a:avLst/>
              </a:prstGeom>
              <a:blipFill rotWithShape="1">
                <a:blip r:embed="rId1"/>
                <a:stretch>
                  <a:fillRect l="-10" r="3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标题 1"/>
          <p:cNvSpPr txBox="1"/>
          <p:nvPr/>
        </p:nvSpPr>
        <p:spPr>
          <a:xfrm>
            <a:off x="2211651" y="3292189"/>
            <a:ext cx="6754272" cy="74770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标题 1"/>
          <p:cNvSpPr txBox="1"/>
          <p:nvPr/>
        </p:nvSpPr>
        <p:spPr>
          <a:xfrm>
            <a:off x="4600399" y="1001132"/>
            <a:ext cx="4135166" cy="61658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与第三类区别实轴上有奇点</a:t>
            </a:r>
            <a:endParaRPr lang="zh-CN" altLang="en-US" sz="2600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1" name="墨迹 10"/>
              <p14:cNvContentPartPr/>
              <p14:nvPr/>
            </p14:nvContentPartPr>
            <p14:xfrm>
              <a:off x="147960" y="1667160"/>
              <a:ext cx="1883880" cy="121032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3"/>
            </p:blipFill>
            <p:spPr>
              <a:xfrm>
                <a:off x="147960" y="1667160"/>
                <a:ext cx="1883880" cy="121032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153878" y="1493993"/>
                <a:ext cx="3399900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𝑖𝑧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</m:acc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上解析</a:t>
                </a:r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878" y="1493993"/>
                <a:ext cx="3399900" cy="960959"/>
              </a:xfrm>
              <a:prstGeom prst="rect">
                <a:avLst/>
              </a:prstGeom>
              <a:blipFill rotWithShape="1">
                <a:blip r:embed="rId4"/>
                <a:stretch>
                  <a:fillRect l="-17" t="-2692" r="2" b="-27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5372848" y="1486330"/>
                <a:ext cx="2627451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nary>
                      <m:naryPr>
                        <m:chr m:val="∮"/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𝑖𝑧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nary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848" y="1486330"/>
                <a:ext cx="2627451" cy="960959"/>
              </a:xfrm>
              <a:prstGeom prst="rect">
                <a:avLst/>
              </a:prstGeom>
              <a:blipFill rotWithShape="1">
                <a:blip r:embed="rId5"/>
                <a:stretch>
                  <a:fillRect l="-4" t="-2688" r="22" b="-27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031839" y="2323567"/>
                <a:ext cx="4239019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28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nary>
                          <m:nary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𝑟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ℎ</m:t>
                            </m:r>
                          </m:sup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</m:e>
                        </m:nary>
                      </m:e>
                    </m:nary>
                    <m:nary>
                      <m:nary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28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</m:e>
                    </m:nary>
                    <m:nary>
                      <m:nary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</m:sup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nary>
                  </m:oMath>
                </a14:m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839" y="2323567"/>
                <a:ext cx="4239019" cy="960959"/>
              </a:xfrm>
              <a:prstGeom prst="rect">
                <a:avLst/>
              </a:prstGeom>
              <a:blipFill rotWithShape="1">
                <a:blip r:embed="rId6"/>
                <a:stretch>
                  <a:fillRect l="-11" t="-1332" r="5" b="-14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92141" y="3092995"/>
                <a:ext cx="2622183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𝑖𝑧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e>
                        </m:nary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41" y="3092995"/>
                <a:ext cx="2622183" cy="960959"/>
              </a:xfrm>
              <a:prstGeom prst="rect">
                <a:avLst/>
              </a:prstGeom>
              <a:blipFill rotWithShape="1">
                <a:blip r:embed="rId7"/>
                <a:stretch>
                  <a:fillRect l="-3" t="-3493" r="13" b="-3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1599405" y="3313582"/>
                <a:ext cx="1224490" cy="40388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2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𝑟</m:t>
                      </m:r>
                      <m:sSup>
                        <m:sSupPr>
                          <m:ctrlPr>
                            <a:rPr lang="en-US" altLang="zh-CN" sz="2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  <m:r>
                            <a:rPr lang="zh-CN" altLang="en-US" sz="2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zh-CN" altLang="en-US" sz="22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405" y="3313582"/>
                <a:ext cx="1224490" cy="403881"/>
              </a:xfrm>
              <a:prstGeom prst="rect">
                <a:avLst/>
              </a:prstGeom>
              <a:blipFill rotWithShape="1">
                <a:blip r:embed="rId8"/>
                <a:stretch>
                  <a:fillRect l="-39" t="-13873" r="4" b="-14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2636415" y="3149064"/>
                <a:ext cx="3871167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𝜋</m:t>
                            </m:r>
                          </m:sup>
                          <m:e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𝑟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𝑠𝑖𝑛</m:t>
                                    </m:r>
                                    <m:r>
                                      <a:rPr lang="zh-CN" altLang="en-US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𝜃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𝑐𝑜𝑠</m:t>
                                    </m:r>
                                    <m:r>
                                      <a:rPr lang="zh-CN" altLang="en-US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𝜃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)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𝑟</m:t>
                                </m:r>
                                <m:sSup>
                                  <m:sSup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𝑖</m:t>
                                    </m:r>
                                    <m:r>
                                      <a:rPr lang="zh-CN" altLang="en-US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𝜃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sup>
                        </m:s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415" y="3149064"/>
                <a:ext cx="3871167" cy="960959"/>
              </a:xfrm>
              <a:prstGeom prst="rect">
                <a:avLst/>
              </a:prstGeom>
              <a:blipFill rotWithShape="1">
                <a:blip r:embed="rId9"/>
                <a:stretch>
                  <a:fillRect l="-14" t="-3711" r="3" b="-3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连接符 19"/>
          <p:cNvCxnSpPr/>
          <p:nvPr/>
        </p:nvCxnSpPr>
        <p:spPr>
          <a:xfrm>
            <a:off x="3966807" y="3926081"/>
            <a:ext cx="525784" cy="21900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5153923" y="3686772"/>
            <a:ext cx="525784" cy="21900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标题 1"/>
              <p:cNvSpPr txBox="1"/>
              <p:nvPr/>
            </p:nvSpPr>
            <p:spPr>
              <a:xfrm>
                <a:off x="6314390" y="3166596"/>
                <a:ext cx="2573719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zh-CN" altLang="en-US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𝑟𝑠𝑖𝑛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sup>
                        </m:s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</m:nary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390" y="3166596"/>
                <a:ext cx="2573719" cy="960959"/>
              </a:xfrm>
              <a:prstGeom prst="rect">
                <a:avLst/>
              </a:prstGeom>
              <a:blipFill rotWithShape="1">
                <a:blip r:embed="rId10"/>
                <a:stretch>
                  <a:fillRect l="-23" t="-51" r="1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47960" y="4035584"/>
                <a:ext cx="2622183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𝑖𝑧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60" y="4035584"/>
                <a:ext cx="2622183" cy="960959"/>
              </a:xfrm>
              <a:prstGeom prst="rect">
                <a:avLst/>
              </a:prstGeom>
              <a:blipFill rotWithShape="1">
                <a:blip r:embed="rId11"/>
                <a:stretch>
                  <a:fillRect t="-2858" r="10" b="-2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1303280" y="4141936"/>
                <a:ext cx="1224490" cy="40388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2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ℎ</m:t>
                      </m:r>
                      <m:sSup>
                        <m:sSupPr>
                          <m:ctrlPr>
                            <a:rPr lang="en-US" altLang="zh-CN" sz="2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  <m:r>
                            <a:rPr lang="zh-CN" altLang="en-US" sz="2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zh-CN" altLang="en-US" sz="22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280" y="4141936"/>
                <a:ext cx="1224490" cy="403881"/>
              </a:xfrm>
              <a:prstGeom prst="rect">
                <a:avLst/>
              </a:prstGeom>
              <a:blipFill rotWithShape="1">
                <a:blip r:embed="rId12"/>
                <a:stretch>
                  <a:fillRect l="-21" t="-13951" r="38" b="-14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1782450" y="4067108"/>
                <a:ext cx="3871167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p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ℎ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𝑠𝑖𝑛</m:t>
                                </m:r>
                                <m:r>
                                  <a:rPr lang="zh-CN" altLang="en-US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𝑐𝑜𝑠</m:t>
                                </m:r>
                                <m:r>
                                  <a:rPr lang="zh-CN" altLang="en-US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ℎ</m:t>
                            </m:r>
                            <m:sSup>
                              <m:sSup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zh-CN" altLang="en-US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ℎ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450" y="4067108"/>
                <a:ext cx="3871167" cy="960959"/>
              </a:xfrm>
              <a:prstGeom prst="rect">
                <a:avLst/>
              </a:prstGeom>
              <a:blipFill rotWithShape="1">
                <a:blip r:embed="rId13"/>
                <a:stretch>
                  <a:fillRect t="-3099" r="-175" b="-3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连接符 18"/>
          <p:cNvCxnSpPr/>
          <p:nvPr/>
        </p:nvCxnSpPr>
        <p:spPr>
          <a:xfrm>
            <a:off x="2910465" y="4836274"/>
            <a:ext cx="525784" cy="21900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177018" y="4634412"/>
            <a:ext cx="525784" cy="21900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标题 1"/>
              <p:cNvSpPr txBox="1"/>
              <p:nvPr/>
            </p:nvSpPr>
            <p:spPr>
              <a:xfrm>
                <a:off x="5707753" y="4110023"/>
                <a:ext cx="3472917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nary>
                      <m:nary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p>
                      <m:e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ℎ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𝑐𝑜𝑠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sup>
                        </m:sSup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753" y="4110023"/>
                <a:ext cx="3472917" cy="960959"/>
              </a:xfrm>
              <a:prstGeom prst="rect">
                <a:avLst/>
              </a:prstGeom>
              <a:blipFill rotWithShape="1">
                <a:blip r:embed="rId14"/>
                <a:stretch>
                  <a:fillRect l="-11" t="-32" r="14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标题 1"/>
              <p:cNvSpPr txBox="1"/>
              <p:nvPr/>
            </p:nvSpPr>
            <p:spPr>
              <a:xfrm>
                <a:off x="249324" y="4853418"/>
                <a:ext cx="4071953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∵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𝑟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→+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  <m:r>
                        <m:rPr>
                          <m:nor/>
                        </m:rPr>
                        <a:rPr lang="zh-CN" altLang="en-US" sz="28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m:t>时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𝑟𝑠𝑖𝑛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𝜃</m:t>
                          </m:r>
                        </m:sup>
                      </m:sSup>
                      <m:r>
                        <a:rPr lang="zh-CN" altLang="en-US" sz="28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24" y="4853418"/>
                <a:ext cx="4071953" cy="960959"/>
              </a:xfrm>
              <a:prstGeom prst="rect">
                <a:avLst/>
              </a:prstGeom>
              <a:blipFill rotWithShape="1">
                <a:blip r:embed="rId15"/>
                <a:stretch>
                  <a:fillRect l="-10" t="-12" r="3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标题 1"/>
              <p:cNvSpPr txBox="1"/>
              <p:nvPr/>
            </p:nvSpPr>
            <p:spPr>
              <a:xfrm>
                <a:off x="4303269" y="4694186"/>
                <a:ext cx="3871167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func>
                      <m:func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𝑟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nary>
                          <m:nary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𝑖𝑧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e>
                        </m:nary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269" y="4694186"/>
                <a:ext cx="3871167" cy="960959"/>
              </a:xfrm>
              <a:prstGeom prst="rect">
                <a:avLst/>
              </a:prstGeom>
              <a:blipFill rotWithShape="1">
                <a:blip r:embed="rId16"/>
                <a:stretch>
                  <a:fillRect l="-13" t="-6041" r="2" b="-6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标题 1"/>
              <p:cNvSpPr txBox="1"/>
              <p:nvPr/>
            </p:nvSpPr>
            <p:spPr>
              <a:xfrm>
                <a:off x="230273" y="5493129"/>
                <a:ext cx="6933992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ℎ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nary>
                          <m:nary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b>
                            </m:sSub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𝑖𝑧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e>
                        </m:nary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p>
                      <m:e>
                        <m:limLow>
                          <m:limLow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ℎ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ℎ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𝑖𝑐𝑜𝑠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sup>
                        </m:sSup>
                      </m:e>
                    </m:nary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73" y="5493129"/>
                <a:ext cx="6933992" cy="960959"/>
              </a:xfrm>
              <a:prstGeom prst="rect">
                <a:avLst/>
              </a:prstGeom>
              <a:blipFill rotWithShape="1">
                <a:blip r:embed="rId17"/>
                <a:stretch>
                  <a:fillRect l="-6" t="-5656" r="3" b="-5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标题 1"/>
              <p:cNvSpPr txBox="1"/>
              <p:nvPr/>
            </p:nvSpPr>
            <p:spPr>
              <a:xfrm>
                <a:off x="7045114" y="5810066"/>
                <a:ext cx="1129322" cy="5658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114" y="5810066"/>
                <a:ext cx="1129322" cy="565855"/>
              </a:xfrm>
              <a:prstGeom prst="rect">
                <a:avLst/>
              </a:prstGeom>
              <a:blipFill rotWithShape="1">
                <a:blip r:embed="rId18"/>
                <a:stretch>
                  <a:fillRect l="-38" t="-6588" r="7" b="-6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9" grpId="0"/>
      <p:bldP spid="13" grpId="0"/>
      <p:bldP spid="14" grpId="0"/>
      <p:bldP spid="15" grpId="0"/>
      <p:bldP spid="16" grpId="0"/>
      <p:bldP spid="17" grpId="0"/>
      <p:bldP spid="18" grpId="0"/>
      <p:bldP spid="24" grpId="0"/>
      <p:bldP spid="2" grpId="0"/>
      <p:bldP spid="4" grpId="0"/>
      <p:bldP spid="5" grpId="0"/>
      <p:bldP spid="22" grpId="0"/>
      <p:bldP spid="25" grpId="0"/>
      <p:bldP spid="26" grpId="0"/>
      <p:bldP spid="27" grpId="0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27644" y="399873"/>
            <a:ext cx="5342890" cy="61658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四、其他类型积分计算举例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49681" y="762635"/>
                <a:ext cx="4465634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𝐷𝑖𝑟𝑖𝑐ℎ𝑙𝑒𝑡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积分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𝑠𝑖𝑛𝑥</m:t>
                            </m:r>
                          </m:num>
                          <m:den>
                            <m:r>
                              <a:rPr lang="en-US" altLang="zh-CN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</m:oMath>
                </a14:m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81" y="762635"/>
                <a:ext cx="4465634" cy="960959"/>
              </a:xfrm>
              <a:prstGeom prst="rect">
                <a:avLst/>
              </a:prstGeom>
              <a:blipFill rotWithShape="1">
                <a:blip r:embed="rId1"/>
                <a:stretch>
                  <a:fillRect l="-10" r="3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标题 1"/>
          <p:cNvSpPr txBox="1"/>
          <p:nvPr/>
        </p:nvSpPr>
        <p:spPr>
          <a:xfrm>
            <a:off x="2211651" y="3292189"/>
            <a:ext cx="6754272" cy="74770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标题 1"/>
          <p:cNvSpPr txBox="1"/>
          <p:nvPr/>
        </p:nvSpPr>
        <p:spPr>
          <a:xfrm>
            <a:off x="4600399" y="1001132"/>
            <a:ext cx="4135166" cy="61658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与第三类区别实轴上有奇点</a:t>
            </a:r>
            <a:endParaRPr lang="zh-CN" altLang="en-US" sz="2600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1" name="墨迹 10"/>
              <p14:cNvContentPartPr/>
              <p14:nvPr/>
            </p14:nvContentPartPr>
            <p14:xfrm>
              <a:off x="147960" y="1667160"/>
              <a:ext cx="1883880" cy="121032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3"/>
            </p:blipFill>
            <p:spPr>
              <a:xfrm>
                <a:off x="147960" y="1667160"/>
                <a:ext cx="1883880" cy="121032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183759" y="1470281"/>
                <a:ext cx="4777480" cy="96095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28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nary>
                          <m:nary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𝑟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ℎ</m:t>
                            </m:r>
                          </m:sup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</m:e>
                        </m:nary>
                      </m:e>
                    </m:nary>
                    <m:nary>
                      <m:nary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28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</m:e>
                    </m:nary>
                    <m:nary>
                      <m:nary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</m:sup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𝑖𝑧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nary>
                  </m:oMath>
                </a14:m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759" y="1470281"/>
                <a:ext cx="4777480" cy="960959"/>
              </a:xfrm>
              <a:prstGeom prst="rect">
                <a:avLst/>
              </a:prstGeom>
              <a:blipFill rotWithShape="1">
                <a:blip r:embed="rId4"/>
                <a:stretch>
                  <a:fillRect l="-13" t="-2868" r="8" b="-28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2382498" y="1723594"/>
            <a:ext cx="562263" cy="7477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标题 1"/>
              <p:cNvSpPr txBox="1"/>
              <p:nvPr/>
            </p:nvSpPr>
            <p:spPr>
              <a:xfrm>
                <a:off x="2382498" y="2609790"/>
                <a:ext cx="375450" cy="5658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498" y="2609790"/>
                <a:ext cx="375450" cy="565855"/>
              </a:xfrm>
              <a:prstGeom prst="rect">
                <a:avLst/>
              </a:prstGeom>
              <a:blipFill rotWithShape="1">
                <a:blip r:embed="rId5"/>
                <a:stretch>
                  <a:fillRect l="-163" t="-6610" r="38" b="-65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/>
          <p:cNvSpPr/>
          <p:nvPr/>
        </p:nvSpPr>
        <p:spPr>
          <a:xfrm>
            <a:off x="3279058" y="1701437"/>
            <a:ext cx="562263" cy="705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标题 1"/>
              <p:cNvSpPr txBox="1"/>
              <p:nvPr/>
            </p:nvSpPr>
            <p:spPr>
              <a:xfrm>
                <a:off x="2693035" y="2587625"/>
                <a:ext cx="3844290" cy="56578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p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</m:e>
                    </m:nary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035" y="2587625"/>
                <a:ext cx="3844290" cy="565785"/>
              </a:xfrm>
              <a:prstGeom prst="rect">
                <a:avLst/>
              </a:prstGeom>
              <a:blipFill rotWithShape="1">
                <a:blip r:embed="rId6"/>
                <a:stretch>
                  <a:fillRect t="-26599" b="-26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/>
          <p:cNvSpPr/>
          <p:nvPr/>
        </p:nvSpPr>
        <p:spPr>
          <a:xfrm>
            <a:off x="4119716" y="1723594"/>
            <a:ext cx="617636" cy="715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标题 1"/>
              <p:cNvSpPr txBox="1"/>
              <p:nvPr/>
            </p:nvSpPr>
            <p:spPr>
              <a:xfrm>
                <a:off x="3995024" y="2643948"/>
                <a:ext cx="454073" cy="5658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024" y="2643948"/>
                <a:ext cx="454073" cy="565855"/>
              </a:xfrm>
              <a:prstGeom prst="rect">
                <a:avLst/>
              </a:prstGeom>
              <a:blipFill rotWithShape="1">
                <a:blip r:embed="rId7"/>
                <a:stretch>
                  <a:fillRect l="-53" t="-6587" r="63" b="-65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 34"/>
          <p:cNvSpPr/>
          <p:nvPr/>
        </p:nvSpPr>
        <p:spPr>
          <a:xfrm>
            <a:off x="4905861" y="1701437"/>
            <a:ext cx="464673" cy="705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标题 1"/>
              <p:cNvSpPr txBox="1"/>
              <p:nvPr/>
            </p:nvSpPr>
            <p:spPr>
              <a:xfrm>
                <a:off x="4384289" y="2622083"/>
                <a:ext cx="1883880" cy="5658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</m:oMath>
                </a14:m>
                <a:r>
                  <a:rPr lang="en-US" altLang="zh-CN" sz="28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nary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289" y="2622083"/>
                <a:ext cx="1883880" cy="565855"/>
              </a:xfrm>
              <a:prstGeom prst="rect">
                <a:avLst/>
              </a:prstGeom>
              <a:blipFill rotWithShape="1">
                <a:blip r:embed="rId8"/>
                <a:stretch>
                  <a:fillRect l="-13" t="-24269" r="4" b="-244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标题 1"/>
              <p:cNvSpPr txBox="1"/>
              <p:nvPr/>
            </p:nvSpPr>
            <p:spPr>
              <a:xfrm>
                <a:off x="450473" y="3383114"/>
                <a:ext cx="3933816" cy="5658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800" b="0" dirty="0"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nary>
                      <m:nary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8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𝑖𝑥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73" y="3383114"/>
                <a:ext cx="3933816" cy="565855"/>
              </a:xfrm>
              <a:prstGeom prst="rect">
                <a:avLst/>
              </a:prstGeom>
              <a:blipFill rotWithShape="1">
                <a:blip r:embed="rId9"/>
                <a:stretch>
                  <a:fillRect l="-7" t="-39809" r="6" b="-397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标题 1"/>
              <p:cNvSpPr txBox="1"/>
              <p:nvPr/>
            </p:nvSpPr>
            <p:spPr>
              <a:xfrm>
                <a:off x="1001984" y="4196452"/>
                <a:ext cx="6573771" cy="5658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nary>
                      <m:nary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𝑐𝑜𝑠𝑥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984" y="4196452"/>
                <a:ext cx="6573771" cy="565855"/>
              </a:xfrm>
              <a:prstGeom prst="rect">
                <a:avLst/>
              </a:prstGeom>
              <a:blipFill rotWithShape="1">
                <a:blip r:embed="rId10"/>
                <a:stretch>
                  <a:fillRect l="-9" t="-30814" r="3" b="-308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标题 1"/>
              <p:cNvSpPr txBox="1"/>
              <p:nvPr/>
            </p:nvSpPr>
            <p:spPr>
              <a:xfrm>
                <a:off x="1001985" y="4918864"/>
                <a:ext cx="3903876" cy="5658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⇒−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985" y="4918864"/>
                <a:ext cx="3903876" cy="565855"/>
              </a:xfrm>
              <a:prstGeom prst="rect">
                <a:avLst/>
              </a:prstGeom>
              <a:blipFill rotWithShape="1">
                <a:blip r:embed="rId11"/>
                <a:stretch>
                  <a:fillRect l="-15" t="-30775" r="12" b="-309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标题 1"/>
              <p:cNvSpPr txBox="1"/>
              <p:nvPr/>
            </p:nvSpPr>
            <p:spPr>
              <a:xfrm>
                <a:off x="4737352" y="4918864"/>
                <a:ext cx="3663422" cy="5658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352" y="4918864"/>
                <a:ext cx="3663422" cy="565855"/>
              </a:xfrm>
              <a:prstGeom prst="rect">
                <a:avLst/>
              </a:prstGeom>
              <a:blipFill rotWithShape="1">
                <a:blip r:embed="rId12"/>
                <a:stretch>
                  <a:fillRect l="-7" t="-30775" r="10" b="-309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标题 1"/>
              <p:cNvSpPr txBox="1"/>
              <p:nvPr/>
            </p:nvSpPr>
            <p:spPr>
              <a:xfrm>
                <a:off x="1001984" y="5699415"/>
                <a:ext cx="3663422" cy="5658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𝑠𝑖𝑛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en-US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984" y="5699415"/>
                <a:ext cx="3663422" cy="565855"/>
              </a:xfrm>
              <a:prstGeom prst="rect">
                <a:avLst/>
              </a:prstGeom>
              <a:blipFill rotWithShape="1">
                <a:blip r:embed="rId13"/>
                <a:stretch>
                  <a:fillRect l="-16" t="-30799" r="2" b="-3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  <p:bldP spid="40" grpId="0"/>
      <p:bldP spid="41" grpId="0"/>
      <p:bldP spid="42" grpId="0"/>
      <p:bldP spid="43" grpId="0"/>
      <p:bldP spid="4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 txBox="1"/>
          <p:nvPr/>
        </p:nvSpPr>
        <p:spPr>
          <a:xfrm>
            <a:off x="2211651" y="3292189"/>
            <a:ext cx="6754272" cy="74770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7744" y="363187"/>
                <a:ext cx="7468235" cy="699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积分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𝑐𝑜𝑠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𝑏𝑥𝑑𝑥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4" y="363187"/>
                <a:ext cx="7468235" cy="699135"/>
              </a:xfrm>
              <a:prstGeom prst="rect">
                <a:avLst/>
              </a:prstGeom>
              <a:blipFill rotWithShape="1">
                <a:blip r:embed="rId1"/>
                <a:stretch>
                  <a:fillRect l="-6" t="-86" r="6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 txBox="1"/>
          <p:nvPr/>
        </p:nvSpPr>
        <p:spPr>
          <a:xfrm>
            <a:off x="2211651" y="3292189"/>
            <a:ext cx="6754272" cy="74770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0" y="472348"/>
                <a:ext cx="3885565" cy="750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备用题：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𝑐𝑜𝑠𝑚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𝑐𝑜𝑠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𝑑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𝜃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2348"/>
                <a:ext cx="3885565" cy="750570"/>
              </a:xfrm>
              <a:prstGeom prst="rect">
                <a:avLst/>
              </a:prstGeom>
              <a:blipFill rotWithShape="1">
                <a:blip r:embed="rId1"/>
                <a:stretch>
                  <a:fillRect t="-72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27644" y="-86119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3.6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留数定理在计算实积分中的应用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PP_MARK_KEY" val="34489b5e-fb10-45f4-8ad3-c5d8dc011f1d"/>
  <p:tag name="COMMONDATA" val="eyJoZGlkIjoiMTAyMzJkOGNiMDEyZDQzM2FkNGM4ODJmZGE4NDczMD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6294</Words>
  <Application>WPS 演示</Application>
  <PresentationFormat>全屏显示(4:3)</PresentationFormat>
  <Paragraphs>403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24</vt:i4>
      </vt:variant>
    </vt:vector>
  </HeadingPairs>
  <TitlesOfParts>
    <vt:vector size="40" baseType="lpstr">
      <vt:lpstr>Arial</vt:lpstr>
      <vt:lpstr>宋体</vt:lpstr>
      <vt:lpstr>Wingdings</vt:lpstr>
      <vt:lpstr>楷体</vt:lpstr>
      <vt:lpstr>Cambria Math</vt:lpstr>
      <vt:lpstr>等线</vt:lpstr>
      <vt:lpstr>微软雅黑</vt:lpstr>
      <vt:lpstr>Arial Unicode MS</vt:lpstr>
      <vt:lpstr>等线 Light</vt:lpstr>
      <vt:lpstr>Calibri</vt:lpstr>
      <vt:lpstr>Office 主题​​</vt:lpstr>
      <vt:lpstr>1_Office 主题​​</vt:lpstr>
      <vt:lpstr>Equation.3</vt:lpstr>
      <vt:lpstr>Equation.3</vt:lpstr>
      <vt:lpstr>Equation.3</vt:lpstr>
      <vt:lpstr>Equation.3</vt:lpstr>
      <vt:lpstr>复变函数与积分变换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复变函数与积分变换</dc:title>
  <dc:creator>dym</dc:creator>
  <cp:lastModifiedBy>DhyWay</cp:lastModifiedBy>
  <cp:revision>121</cp:revision>
  <dcterms:created xsi:type="dcterms:W3CDTF">2020-09-10T08:53:00Z</dcterms:created>
  <dcterms:modified xsi:type="dcterms:W3CDTF">2025-08-20T06:51:28Z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3CEE26E75FDE47299B305948AE408F99</vt:lpwstr>
  </property>
  <property fmtid="{D5CDD505-2E9C-101B-9397-08002B2CF9AE}" pid="3" name="KSOProductBuildVer">
    <vt:lpwstr>2052-12.1.0.21915</vt:lpwstr>
  </property>
</Properties>
</file>