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9" r:id="rId5"/>
    <p:sldId id="288" r:id="rId6"/>
    <p:sldId id="386" r:id="rId7"/>
    <p:sldId id="271" r:id="rId8"/>
    <p:sldId id="260" r:id="rId9"/>
    <p:sldId id="334" r:id="rId10"/>
    <p:sldId id="333" r:id="rId11"/>
    <p:sldId id="272" r:id="rId12"/>
    <p:sldId id="302" r:id="rId13"/>
    <p:sldId id="431" r:id="rId14"/>
    <p:sldId id="434" r:id="rId15"/>
    <p:sldId id="432" r:id="rId16"/>
    <p:sldId id="276" r:id="rId17"/>
    <p:sldId id="304" r:id="rId18"/>
    <p:sldId id="440" r:id="rId19"/>
    <p:sldId id="277" r:id="rId20"/>
    <p:sldId id="433" r:id="rId21"/>
    <p:sldId id="284" r:id="rId22"/>
    <p:sldId id="306" r:id="rId23"/>
    <p:sldId id="305" r:id="rId24"/>
    <p:sldId id="307" r:id="rId25"/>
    <p:sldId id="435" r:id="rId26"/>
    <p:sldId id="303" r:id="rId27"/>
    <p:sldId id="285" r:id="rId28"/>
    <p:sldId id="309" r:id="rId29"/>
    <p:sldId id="310" r:id="rId30"/>
    <p:sldId id="311" r:id="rId31"/>
    <p:sldId id="312" r:id="rId32"/>
    <p:sldId id="436" r:id="rId33"/>
    <p:sldId id="335" r:id="rId34"/>
    <p:sldId id="336" r:id="rId35"/>
    <p:sldId id="281" r:id="rId36"/>
    <p:sldId id="370" r:id="rId37"/>
    <p:sldId id="313" r:id="rId38"/>
    <p:sldId id="282" r:id="rId39"/>
    <p:sldId id="283" r:id="rId40"/>
    <p:sldId id="286" r:id="rId41"/>
    <p:sldId id="314" r:id="rId42"/>
    <p:sldId id="437" r:id="rId43"/>
    <p:sldId id="315" r:id="rId44"/>
    <p:sldId id="438" r:id="rId45"/>
    <p:sldId id="316" r:id="rId46"/>
    <p:sldId id="427" r:id="rId47"/>
    <p:sldId id="429" r:id="rId48"/>
    <p:sldId id="439" r:id="rId49"/>
    <p:sldId id="428" r:id="rId50"/>
    <p:sldId id="430" r:id="rId51"/>
    <p:sldId id="287" r:id="rId52"/>
    <p:sldId id="319" r:id="rId53"/>
    <p:sldId id="320" r:id="rId54"/>
    <p:sldId id="321" r:id="rId55"/>
    <p:sldId id="322" r:id="rId56"/>
    <p:sldId id="323" r:id="rId57"/>
  </p:sldIdLst>
  <p:sldSz cx="9144000" cy="6858000" type="screen4x3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-18" y="3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9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6T05:19:35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2153.000 10238.000 15663 0,'-2.000'0.000'1392'0,"-1.000"-1.000"-1120"0,2.000 1.000-272 0,1.000 0.000 0 0,0.000-1.000 576 0,-2.000-1.000 48 16,0.000 1.000 16-16,-1.000-1.000 0 0,1.000-1.000 608 0,-4.000-1.000 128 15,3.000 0.000 32-15,-2.000 0.000 0 0,2.000 1.000-448 0,1.000-2.000-64 0,-1.000 3.000-32 0,1.000-1.000 0 16,2.000 1.000-224-16,-3.000 1.000-64 0,3.000 0.000 0 0,0.000 1.000 0 15,0.000 0.000 0-15,0.000-1.000-16 0,0.000 2.000 0 0,0.000-1.000 0 16,0.000 0.000-560-16,0.000 0.000 0 0,0.000 0.000 0 0,0.000 0.000 0 16,0.000 1.000 0-16,0.000-1.000 0 0,0.000 0.000 0 0,0.000 0.000-144 15,2.000 0.000 144-15,-2.000 0.000-160 0,0.000 0.000 160 0,0.000 0.000-160 16,1.000 0.000 160-16,-1.000 0.000 0 0,0.000 0.000 0 0,2.000 0.000-128 16,0.000 0.000 128-16,-1.000 0.000-128 0,1.000 0.000 128 0,0.000 0.000-128 15,2.000 0.000 128-15,-1.000 0.000 0 0,-1.000 0.000-144 0,1.000 1.000 144 16,0.000-1.000 0-16,-1.000 1.000-144 0,1.000 0.000 144 0,-1.000-1.000 0 15,1.000 1.000-144-15,0.000 0.000 144 0,0.000 0.000 0 0,1.000-1.000-144 16,-1.000 1.000 144-16,-2.000-1.000 0 0,3.000 0.000 0 0,-1.000 1.000 0 16,0.000-1.000 0-16,0.000 0.000 0 15,2.000 0.000 0-15,-2.000 0.000 0 0,2.000-1.000 0 0,0.000 1.000 0 0,-5.000 0.000 0 0,0.000 0.000 0 0,0.000 0.000 0 16,0.000 0.000-160-16,43.000 0.000 160 0,-43.000 0.000 0 16,0.000 0.000-128-16,0.000 0.000 128 0,43.000 5.000 0 15,-43.000-5.000 0-15,0.000 0.000 0 0,0.000 0.000-128 0,0.000 0.000 128 0,45.000 7.000 0 0,-45.000-7.000 0 0,0.000 0.000 0 16,0.000 0.000 0-16,0.000 0.000 0 0,0.000 0.000 0 0,48.000 6.000 0 15,-48.000-6.000 0-15,0.000 0.000 0 0,0.000 0.000-128 0,0.000 0.000 128 16,51.000 5.000 0-16,-51.000-5.000 0 0,0.000 0.000 0 0,48.000-1.000 0 0,-48.000 1.000 0 16,39.000-1.000 0-16,-39.000 1.000 0 0,41.000 0.000 0 0,-41.000 0.000 0 15,40.000 1.000 0-15,-40.000-1.000 0 0,0.000 0.000 0 0,58.000 4.000 0 0,-58.000-4.000 0 16,43.000 5.000 0-16,-43.000-5.000 0 0,0.000 0.000 0 0,56.000 10.000 0 16,-56.000-10.000 0-16,0.000 0.000 0 0,57.000 10.000 0 0,-57.000-10.000 0 15,0.000 0.000 0-15,58.000 10.000 0 0,-58.000-10.000 0 0,0.000 0.000 0 16,50.000 9.000 0-16,-50.000-9.000 0 0,0.000 0.000 0 0,53.000 9.000 0 15,-53.000-9.000 0-15,49.000 6.000 0 16,-49.000-6.000 0-16,56.000 4.000 0 0,-56.000-4.000 0 0,54.000 1.000 0 0,-54.000-1.000 128 0,52.000-3.000-128 16,-52.000 3.000 384-16,51.000-5.000 48 0,-51.000 5.000 0 0,54.000-8.000 0 15,-54.000 8.000 592-15,66.000-9.000 128 0,-30.000 6.000 32 0,-36.000 3.000 0 16,67.000-5.000-928-16,-67.000 5.000-256 0,60.000-2.000 0 0,-60.000 2.000 0 16,50.000-1.000 0-16,-50.000 1.000 0 15,43.000 0.000 0-15,-43.000 0.000 0 0,41.000 0.000 0 0,-41.000 0.000 0 0,42.000 3.000 0 0,-42.000-3.000 0 0,50.000 3.000 0 0,-50.000-3.000 0 16,55.000 4.000 0-16,-55.000-4.000 0 15,63.000 5.000 0-15,-63.000-5.000 0 16,70.000 4.000 0-16,-70.000-4.000 0 0,77.000 2.000 0 0,-35.000-3.000 0 16,2.000 0.000 0-16,1.000-2.000 0 0,6.000 1.000 0 0,2.000-1.000 0 0,0.000 1.000 0 0,-5.000 1.000 0 15,-1.000 2.000 0-15,-47.000-1.000 0 0,60.000 1.000 0 0,-60.000-1.000 0 16,43.000 0.000 0-16,-43.000 0.000 0 0,42.000 2.000 0 0,-42.000-2.000 0 0,50.000 4.000 0 0,-50.000-4.000 0 16,68.000 7.000 0-16,-26.000-4.000 0 0,4.000 1.000 0 0,2.000-2.000 0 0,2.000 0.000 0 15,1.000-1.000 0-15,-5.000-1.000 0 0,-1.000 1.000 0 0,-8.000-1.000 0 0,-37.000 0.000 0 16,75.000 1.000 0-16,-36.000 0.000 0 15,4.000-1.000-128-15,0.000 0.000 128 16,5.000-1.000 0-16,-3.000-2.000 0 0,-10.000 1.000 0 0,0.000 0.000 0 0,-35.000 2.000 0 0,75.000-3.000 0 0,-34.000 1.000 0 0,5.000 0.000 0 31,5.000-1.000 0-31,8.000 0.000 0 0,2.000 1.000 0 0,6.000-2.000 0 0,-1.000 0.000 0 0,-1.000 1.000 0 0,1.000-1.000 0 0,1.000-1.000 0 16,-1.000 0.000 0-16,-1.000-1.000 0 0,-2.000-1.000 0 0,0.000-2.000 0 16,3.000 3.000 0-16,-3.000 1.000 0 15,2.000-1.000 0-15,-5.000 0.000 0 0,-2.000 0.000 0 0,0.000-1.000 0 0,-2.000 2.000 0 0,3.000-2.000 0 16,2.000 4.000 0-16,-2.000 0.000 0 0,-3.000 0.000 0 0,0.000 0.000 0 0,-1.000-1.000 0 15,-3.000 0.000 0 1,-7.000 3.000 0-16,6.000 0.000 0 0,4.000 2.000 0 0,2.000 0.000 0 16,-4.000 2.000 0-16,-8.000-1.000 0 0,-8.000 0.000 0 0,-37.000-2.000 0 15,67.000 4.000 0-15,-67.000-4.000 0 0,80.000-2.000 0 0,-23.000-2.000 0 16,8.000-3.000 0-16,0.000 0.000 0 0,-3.000 1.000 0 0,-4.000 0.000 0 16,-2.000-3.000 0-16,0.000 2.000 0 0,-2.000 1.000 0 0,-1.000-2.000 0 15,6.000 2.000 0-15,-3.000-1.000 0 0,-6.000 1.000 0 0,1.000-2.000 0 16,-3.000 3.000 0-16,2.000-1.000 0 0,0.000 2.000-128 0,-1.000-1.000 128 15,-1.000 2.000 0-15,-2.000 1.000 0 0,-6.000 0.000 0 0,-4.000 1.000 0 16,-3.000 0.000 0-16,4.000 0.000 0 0,3.000 1.000 0 0,1.000-1.000 0 16,4.000 0.000 0-16,-1.000 0.000 0 0,2.000 0.000 0 0,-3.000-1.000 0 0,-2.000-1.000 0 0,-2.000-1.000 128 15,-1.000 0.000 416-15,-1.000-1.000 80 0,-2.000 2.000 16 0,5.000-1.000 0 16,-3.000 0.000-400-16,3.000 0.000-80 0,-1.000 1.000-16 0,-1.000 0.000 0 16,-4.000 0.000-144-16,-3.000 1.000 0 0,-31.000 2.000 0 0,57.000-3.000 0 15,-57.000 3.000 0-15,52.000-1.000 0 0,-52.000 1.000 0 0,59.000-2.000 0 16,-26.000 1.000 0-16,0.000 0.000 0 0,4.000-1.000 0 0,-2.000-1.000 0 15,2.000 0.000 0-15,-2.000 0.000 0 0,-1.000 0.000 0 0,-34.000 3.000 0 16,54.000-5.000 0-16,-54.000 5.000 0 0,50.000-5.000 0 0,-50.000 5.000 0 16,49.000-7.000 0-16,-49.000 7.000 0 0,53.000-5.000 0 0,-23.000 2.000 0 15,-30.000 3.000 0-15,51.000-3.000 0 0,-51.000 3.000 0 0,55.000 3.000 0 16,-55.000-3.000 0-16,55.000 4.000 0 0,-55.000-4.000 0 0,51.000 5.000 0 16,-51.000-5.000-128-16,48.000 6.000 128 0,-48.000-6.000 0 0,45.000 5.000 0 15,-45.000-5.000 0-15,46.000 5.000 0 0,-46.000-5.000 0 0,57.000 4.000 0 0,-57.000-4.000 0 0,60.000 4.000 0 16,-60.000-4.000 0-16,65.000 2.000 0 0,-33.000 0.000-144 0,3.000-2.000 144 15,-3.000 0.000 0-15,-32.000 0.000 0 0,58.000 0.000 0 0,-58.000 0.000 0 16,57.000-3.000 0-16,-28.000 2.000 0 0,5.000-1.000 0 0,3.000 0.000 0 16,0.000 0.000 0-16,1.000 0.000 0 0,0.000 1.000 0 0,-1.000 0.000 0 15,-2.000 0.000 0-15,-3.000 0.000 0 0,-32.000 1.000 0 0,55.000-1.000 0 16,-55.000 1.000 0-16,53.000 0.000 0 0,-53.000 0.000 0 0,55.000 0.000 0 16,-55.000 0.000 0-16,63.000 2.000 0 0,-28.000-1.000 0 0,-3.000-1.000 0 15,0.000 1.000 0-15,1.000-1.000 0 0,-2.000 0.000 0 0,-2.000-1.000 0 16,-29.000 1.000 0-16,54.000-2.000 0 0,-54.000 2.000 0 0,51.000-4.000 0 15,-25.000 1.000 0-15,3.000-1.000 0 0,4.000 0.000 0 0,2.000-1.000 0 0,-3.000 1.000 0 16,2.000 1.000 0-16,0.000 1.000 0 0,-4.000 1.000 0 0,2.000 0.000 0 0,-3.000 0.000 0 16,-29.000 1.000 0-16,49.000-2.000 0 0,-49.000 2.000 0 0,42.000-1.000 0 15,-42.000 1.000 0-15,42.000-2.000 0 0,-42.000 2.000 0 0,46.000-2.000 0 16,-19.000 0.000 0-16,2.000 1.000 0 16,1.000 0.000 0-16,-1.000-1.000 0 0,0.000 1.000 0 0,0.000 0.000 0 0,-2.000-1.000 0 0,-27.000 2.000 0 15,57.000-3.000 0-15,-31.000 1.000 0 0,0.000-2.000 0 0,-1.000 1.000 0 16,1.000 1.000 0-16,-2.000 0.000 0 0,0.000-1.000 0 0,-2.000 1.000 0 15,2.000-1.000 0-15,2.000 1.000 0 0,-26.000 2.000 0 0,50.000-3.000 0 16,-50.000 3.000 0-16,51.000-2.000 0 0,-51.000 2.000 0 0,48.000 0.000 0 16,-48.000 0.000 0-16,46.000 1.000 0 0,-46.000-1.000 0 0,42.000 1.000 0 0,-42.000-1.000 0 0,38.000 1.000 0 15,-38.000-1.000 0-15,35.000 1.000 0 0,-35.000-1.000 0 0,37.000 0.000 0 16,-37.000 0.000 0-16,42.000 0.000 0 0,-42.000 0.000 0 0,44.000-2.000 0 16,-44.000 2.000 0-16,42.000-1.000 0 0,-42.000 1.000 0 0,43.000-4.000 0 15,-43.000 4.000 0-15,37.000-2.000 0 0,-37.000 2.000 0 0,36.000-3.000 0 16,-36.000 3.000 0-16,33.000-2.000 0 0,-33.000 2.000 0 0,25.000-1.000 0 15,-25.000 1.000 0-15,0.000 0.000 0 0,29.000-1.000 0 0,-29.000 1.000 0 16,0.000 0.000 0-16,0.000 0.000 0 0,0.000 0.000 0 0,0.000 0.000 0 16,38.000 7.000 0-16,-38.000-7.000 0 0,0.000 0.000 0 0,0.000 0.000 0 15,0.000 0.000-128-15,0.000 0.000 128 0,0.000 0.000 0 0,0.000 0.000 0 16,0.000 0.000 0-16,0.000 0.000 0 0,0.000 0.000 0 0,0.000 0.000 0 16,0.000 0.000 0-16,0.000 0.000 0 0,0.000 0.000 0 0,0.000 0.000-128 15,0.000 0.000 128-15,0.000 0.000 0 0,0.000 0.000 0 0,0.000 0.000 0 16,0.000 0.000 0-16,0.000 0.000 0 15,0.000 0.000-608-15,0.000 0.000-16 0,0.000 0.000 0 0,0.000 0.000 0 16,0.000 0.000-1120-16,0.000 0.000-240 0,0.000 0.000-32 0,0.000 0.000-16 16,0.000 0.000 176-16,0.000 0.000 16 0,0.000 0.000 16 0,0.000 0.000-8288 0</inkml:trace>
  <inkml:trace contextRef="#ctx0" brushRef="#br0">13343.000 9803.000 10127 0,'-2.000'-3.000'896'0,"1.000"2.000"-704"16,-1.000 1.000-192-16,2.000-1.000 0 0,2.000 1.000 896 0,-2.000 0.000 128 0,-2.000-1.000 48 0,2.000-1.000 0 0,-2.000 1.000 368 0,1.000-2.000 80 0,-1.000 1.000 16 0,2.000 1.000 0 0,0.000 0.000-624 0,-2.000 0.000-112 0,2.000 1.000-32 0,0.000 0.000 0 0,0.000 0.000-304 0,0.000 1.000-64 0,2.000-1.000-16 0,-2.000 1.000 0 16,0.000 1.000-256-16,0.000 1.000-128 15,0.000-3.000 0-15,0.000 0.000 128 0,0.000 0.000 384 0,0.000 0.000 80 0,0.000 0.000 16 0,0.000 0.000 0 16,0.000 0.000 432-16,0.000 0.000 96 0,17.000 45.000 16 0,-17.000-45.000 0 15,0.000 0.000-832-15,0.000 0.000-144 16,0.000 0.000-48-16,0.000 0.000 0 0,36.000 22.000 944 0,-36.000-22.000 176 0,0.000 0.000 32 0,36.000 9.000 16 16,-36.000-9.000-800-16,29.000 4.000-176 15,-29.000-4.000-16-15,31.000 4.000-16 0,-31.000-4.000-128 0,36.000 4.000-32 0,-36.000-4.000 0 0,34.000 5.000 0 0,-34.000-5.000-128 16,33.000 7.000 128-16,-33.000-7.000-128 0,0.000 0.000 128 0,36.000 17.000-128 0,-36.000-17.000 0 16,0.000 0.000 0-16,0.000 0.000 128 0,26.000 45.000-128 0,-26.000-45.000 0 15,0.000 0.000 0-15,-7.000 52.000 0 16,-1.000-29.000 0-16,-5.000 3.000 0 0,-4.000 4.000 0 0,-7.000 2.000 0 15,0.000-3.000 0-15,-2.000 0.000 0 0,-8.000 3.000 0 0,-9.000 8.000 0 0,-11.000 10.000-176 0,-12.000 3.000 176 16,-4.000 2.000-128-16,-2.000-2.000-16256 0</inkml:trace>
  <inkml:trace contextRef="#ctx0" brushRef="#br0">7296.000 3466.000 2751 0,'-2.000'-2.000'256'0,"1.000"1.000"-256"0,-1.000-1.000 0 0,2.000 1.000 0 0,0.000 1.000 2240 0,0.000 0.000 384 0,0.000 0.000 96 0,0.000 0.000 16 0,0.000 0.000-1840 0,0.000-1.000-384 15,0.000 1.000-64-15,0.000-1.000 0 0,0.000 1.000-112 0,0.000 0.000-16 0,0.000 0.000 0 0,0.000 0.000 0 16,0.000 0.000 224-16,0.000 0.000 32 0,0.000 0.000 16 0,0.000 0.000 0 15,0.000 0.000-416-15,0.000 0.000-176 0,0.000 1.000 128 0,0.000 1.000-128 16,0.000 1.000 128-16,-2.000 0.000-128 0,2.000 2.000 0 0,-1.000 1.000 128 16,-1.000 0.000 0-16,2.000 1.000-128 0,-2.000 0.000 192 0,2.000 2.000-64 15,-1.000 0.000 432-15,-1.000 2.000 80 0,2.000 1.000 0 0,0.000 1.000 16 16,-1.000-2.000-336-16,1.000-11.000-64 0,0.000 0.000 0 0,1.000 36.000-16 16,-1.000-36.000-240-16,0.000 0.000 0 0,3.000 41.000 128 0,-3.000-41.000-128 15,0.000 0.000 0-15,5.000 44.000 176 0,-5.000-44.000-176 0,0.000 0.000 160 0,2.000 43.000-160 16,-2.000-43.000 128-16,0.000 29.000-128 0,0.000-29.000 128 0,0.000 29.000 0 0,0.000-29.000 0 15,0.000 32.000 0-15,0.000-32.000 0 0,-2.000 31.000-128 16,2.000-31.000 192-16,0.000 31.000-192 0,0.000-31.000 192 0,-1.000 33.000 272 0,1.000-33.000 64 16,-2.000 33.000 16-16,2.000-33.000 0 15,0.000 33.000 528-15,0.000-33.000 96 0,3.000 34.000 32 0,-3.000-34.000 0 0,2.000 34.000-944 0,-2.000-34.000-256 16,0.000 0.000 0-16,11.000 48.000 0 0,-11.000-48.000 0 0,0.000 0.000 0 16,11.000 41.000 0-16,-11.000-41.000 0 15,0.000 0.000 0-15,0.000 0.000 0 0,16.000 50.000 0 0,-16.000-50.000 0 0,0.000 0.000 0 0,10.000 40.000 0 16,-10.000-40.000 128-16,0.000 0.000-128 0,5.000 42.000 0 0,-5.000-42.000 0 15,0.000 0.000 144-15,6.000 43.000-144 0,-6.000-43.000 0 0,0.000 0.000 0 16,3.000 43.000 0-16,-3.000-43.000 128 0,0.000 0.000-128 0,5.000 43.000 0 0,-5.000-43.000 0 16,0.000 0.000 0-16,5.000 43.000 0 0,-5.000-43.000 144 0,0.000 0.000-144 0,3.000 48.000 0 15,-3.000-48.000 160-15,4.000 34.000-160 0,-4.000-34.000 128 0,3.000 34.000-128 16,-3.000-34.000 192-16,0.000 36.000-64 0,0.000-36.000 0 0,4.000 38.000 0 16,-4.000-38.000-128-16,0.000 38.000 192 0,0.000-38.000-192 0,0.000 39.000 192 15,0.000-39.000-192-15,-4.000 38.000 192 0,4.000-38.000-192 0,-2.000 34.000 192 16,2.000-34.000-64-16,-3.000 35.000-128 15,3.000-35.000 192-15,-3.000 40.000-64 0,3.000-40.000 48 0,-4.000 48.000 0 0,4.000-22.000 0 0,-1.000 0.000 0 16,-1.000 2.000 16-16,2.000-28.000 16 0,0.000 56.000 0 0,0.000-56.000 0 16,-2.000 55.000-80-16,2.000-55.000 0 0,0.000 50.000-128 0,0.000-50.000 192 15,0.000 45.000-32-15,0.000-45.000-16 0,-1.000 40.000 0 0,1.000-40.000 0 16,-2.000 37.000-144-16,2.000-37.000 160 0,0.000 39.000-160 0,0.000-39.000 160 0,-1.000 44.000-160 0,1.000-44.000 128 16,-2.000 42.000-128-16,2.000-42.000 128 15,-3.000 50.000 32-15,3.000-21.000 0 0,-3.000 2.000 0 0,3.000 2.000 0 0,-2.000 1.000 16 0,-1.000 0.000 0 16,1.000-2.000 0-1,2.000-3.000 0-15,-3.000-5.000-176 0,3.000-24.000 0 0,0.000 44.000 144 0,0.000-44.000-144 0,0.000 42.000 0 0,0.000-42.000 128 16,-2.000 49.000-128-16,2.000-20.000 0 0,0.000 6.000 0 0,2.000-1.000 144 16,-2.000 3.000-144-16,-2.000 0.000 0 0,2.000 0.000 128 0,0.000-3.000-128 15,0.000 1.000 0 1,0.000-2.000 0-16,0.000 2.000 128 0,-1.000 0.000-128 0,1.000-2.000 144 16,-2.000 4.000-144-16,1.000 3.000 144 0,-4.000 4.000-144 0,2.000 0.000 128 0,1.000 0.000-128 15,-1.000-4.000 240-15,1.000-6.000-48 0,-1.000-2.000 0 0,1.000 2.000 0 16,-1.000 0.000-48-16,-3.000 5.000-16 0,1.000 2.000 0 0,2.000 3.000 0 15,-2.000 2.000 256-15,0.000 1.000 64 0,-1.000-2.000 0 0,3.000 1.000 0 16,-2.000 2.000-128-16,2.000 0.000 0 0,-1.000-6.000-16 0,1.000 2.000 0 0,-3.000 8.000-304 16,1.000 2.000 0-16,0.000 4.000 0 0,-3.000 3.000 0 0,1.000-3.000 0 0,0.000-2.000 0 15,2.000-7.000 0-15,0.000 4.000 0 0,-1.000 5.000 0 0,1.000 2.000 0 16,2.000-1.000 0-16,0.000-4.000 0 0,1.000-3.000 0 0,-1.000-10.000 0 0,1.000-5.000 0 0,1.000 1.000 0 31,-1.000 5.000 0-31,-4.000 7.000 0 0,1.000 8.000 0 0,0.000 1.000 0 0,-1.000-3.000 0 0,0.000-7.000 0 0,1.000-2.000 0 0,-2.000 4.000 0 0,1.000 5.000 0 16,-2.000-1.000 0-16,1.000 0.000 0 0,1.000-7.000 0 0,-2.000-8.000 0 15,5.000-5.000 0-15,-2.000-4.000 0 0,2.000 1.000 0 16,-2.000 5.000 0-16,0.000 4.000 0 0,-1.000 3.000 0 0,-1.000 7.000 0 0,1.000 9.000 144 0,-2.000 9.000-144 16,2.000 8.000 0-16,-1.000 4.000 144 0,1.000 1.000-144 0,0.000-5.000 0 15,2.000-5.000 0-15,1.000-5.000 0 0,1.000-1.000 0 0,2.000-4.000 0 32,0.000-2.000 0-32,2.000-5.000 0 0,-2.000-3.000 0 0,2.000-2.000 0 15,-1.000-2.000 0-15,-1.000 1.000 0 0,2.000 3.000 0 0,1.000 2.000 0 16,0.000 1.000 0-16,0.000 0.000 0 0,-3.000 2.000 0 0,2.000-1.000 0 15,-2.000-1.000 0-15,2.000-1.000 0 0,-1.000-1.000 0 0,1.000-1.000 0 16,-1.000 1.000 0-16,1.000 0.000 0 0,1.000-3.000 0 0,-1.000 0.000 0 0,1.000 1.000 0 0,0.000 3.000 0 16,2.000 1.000 0-16,-2.000-1.000 0 0,2.000 2.000 0 0,0.000-4.000 0 15,-2.000-3.000 0-15,3.000-4.000 0 0,-2.000-1.000 0 0,0.000 3.000 0 16,1.000 3.000 0-16,0.000 3.000 0 0,0.000 0.000 0 0,-2.000 1.000 0 16,0.000-2.000 0-16,-3.000 2.000 0 0,2.000-4.000 0 0,-2.000 1.000 0 15,0.000 4.000 0-15,-2.000 1.000 0 0,2.000 4.000 0 16,-2.000-3.000 0-16,1.000 1.000 0 0,1.000-5.000 0 0,-2.000-9.000 0 0,2.000-1.000 0 15,0.000 2.000 0-15,0.000 5.000 0 0,3.000 5.000 0 0,-1.000 0.000 0 16,1.000-1.000 0-16,1.000 0.000 0 0,-1.000-2.000 0 0,-1.000 2.000 0 16,2.000 2.000 0-16,-1.000 2.000 0 0,-1.000 1.000 0 0,1.000-2.000 0 15,2.000 0.000 0-15,-2.000-3.000 0 0,-1.000-3.000 0 0,1.000 6.000 0 16,2.000 3.000 0-16,-2.000 3.000 0 0,0.000-2.000 0 0,0.000 0.000 0 0,-1.000-1.000 0 0,0.000 2.000 0 16,-1.000 1.000 0-16,1.000 1.000 0 0,1.000-2.000 0 0,0.000-5.000 0 15,-3.000-5.000 0-15,2.000-3.000 0 0,-1.000 1.000 0 0,1.000 4.000 0 16,-1.000 4.000 0-16,1.000 0.000 0 0,1.000 0.000 0 0,-1.000-3.000 0 15,1.000-4.000 0-15,-1.000-1.000 0 0,1.000 0.000 0 0,2.000 4.000 0 16,-2.000 2.000 0-16,3.000-1.000 0 0,-1.000 2.000-128 0,-1.000-4.000 128 16,2.000-2.000 0-16,-3.000 0.000 0 0,0.000 1.000 0 0,2.000 2.000 0 15,-2.000 6.000 0-15,1.000-4.000 0 0,0.000 0.000 0 0,-1.000-5.000 0 16,-1.000-5.000 0-16,3.000-2.000 0 0,-2.000 2.000 0 0,0.000 1.000 0 16,2.000 2.000 0-16,1.000-1.000 0 0,-1.000 0.000 0 0,0.000-2.000 0 15,0.000 0.000 0-15,1.000-1.000 0 0,0.000-1.000 0 0,1.000-2.000 0 0,0.000-1.000 0 16,0.000 2.000 0-16,0.000-1.000 0 0,-1.000-1.000 0 0,2.000-1.000 0 0,-2.000 1.000 0 15,-1.000 0.000 0-15,0.000-3.000 0 16,2.000 0.000 0-16,-1.000-1.000 0 0,-1.000 3.000 0 0,0.000-2.000 0 16,0.000-2.000 0-16,0.000-3.000 0 0,0.000 2.000 0 0,0.000-1.000 0 15,0.000 2.000 0-15,0.000-2.000 0 0,-1.000 2.000 0 0,1.000-1.000 0 0,0.000-1.000 0 0,0.000-3.000 0 16,-1.000 1.000 0-16,-1.000 2.000 0 0,4.000-1.000 0 0,-3.000-1.000 0 16,1.000 1.000 0-16,-2.000-2.000 0 0,0.000 1.000 0 0,3.000 1.000 0 15,-1.000 0.000 0-15,-2.000 1.000 0 0,1.000 1.000 0 0,-3.000-1.000 0 16,3.000 1.000 0-16,-3.000-2.000 0 0,1.000-1.000 0 0,0.000 0.000 0 15,0.000-3.000 0-15,-2.000 0.000 0 0,-2.000-1.000 0 0,0.000-2.000 0 0,2.000 1.000 0 16,-2.000-1.000 0-16,1.000 0.000 0 0,-1.000-2.000 0 0,0.000-1.000 0 0,-1.000-1.000 0 16,1.000 0.000 0-16,-3.000-2.000 0 0,4.000 0.000 0 0,-1.000 0.000 0 15,-2.000 0.000 0-15,2.000-1.000 0 0,-1.000-2.000 0 0,1.000 1.000 0 16,-1.000 0.000 0-16,1.000-1.000 0 0,1.000-1.000-128 0,-3.000 0.000 128 16,1.000 0.000 0-16,-1.000-2.000 0 0,2.000-1.000-208 0,-1.000 0.000 16 15,1.000-2.000 16-15,-1.000-1.000-17600 0</inkml:trace>
  <inkml:trace contextRef="#ctx0" brushRef="#br0">7305.000 3432.000 6447 0,'-3.000'-3.000'576'0,"-1.000"0.000"-576"0,0.000 1.000 0 0,4.000 1.000 0 0,-1.000 1.000 1264 0,1.000 0.000 144 0,-2.000 0.000 16 0,2.000 0.000 16 15,-2.000 0.000 352-15,1.000 0.000 64 0,-1.000 1.000 0 0,-1.000-1.000 16 16,1.000 0.000-48-16,-1.000 1.000-16 0,0.000-1.000 0 0,2.000 0.000 0 16,-1.000 1.000-64-16,2.000-1.000-16 0,-2.000 1.000 0 0,2.000-1.000 0 15,0.000 0.000-240-15,-1.000 0.000-48 0,1.000 0.000-16 0,-2.000 2.000 0 16,2.000-2.000-768-16,-2.000 1.000-144 0,1.000 0.000-48 0,-1.000 0.000 0 15,-1.000 2.000-144-15,1.000 0.000-16 0,-4.000 1.000-16 0,1.000 2.000 0 0,0.000 2.000-288 0,0.000-1.000 0 16,-1.000 1.000 0-16,0.000 2.000 0 0,-1.000 0.000 0 0,1.000 0.000 0 16,1.000 0.000 0-16,-1.000 1.000 0 0,1.000 1.000 0 0,-2.000-1.000 0 15,3.000 1.000 0-15,-4.000 0.000-144 0,3.000 0.000 144 0,0.000 0.000 0 16,-1.000 0.000 0-16,0.000 0.000-128 0,1.000 1.000 128 0,-2.000-1.000 0 16,2.000 1.000 0-16,2.000-1.000 0 0,-3.000 0.000 0 0,1.000-2.000 0 15,3.000 0.000 0-15,-1.000-1.000-128 0,0.000 1.000 128 0,0.000-2.000 0 16,-2.000 0.000 0-16,4.000 1.000-128 0,-3.000-2.000 128 0,3.000 0.000-160 15,-1.000-1.000 160-15,0.000 1.000-160 16,1.000-2.000-864-16,-1.000 0.000-160 0,2.000-1.000-32 0,-1.000 1.000-16 16,-1.000-2.000-624-16,2.000-1.000-128 0,0.000 0.000-32 0,0.000-2.000-10912 0</inkml:trace>
  <inkml:trace contextRef="#ctx0" brushRef="#br0">7254.000 3519.000 8287 0,'-3.000'-4.000'368'0,"3.000"1.000"80"0,0.000 1.000-448 0,0.000 0.000 0 0,0.000 1.000 0 0,0.000 1.000 0 0,0.000-1.000 1760 0,0.000 0.000 272 16,0.000 0.000 48-16,0.000-1.000 16 0,0.000 1.000-624 0,0.000-2.000-112 0,0.000 2.000-16 0,0.000 0.000-16 0,0.000 0.000-784 0,0.000 1.000-160 15,3.000 0.000-16-15,-3.000 0.000-16 0,0.000 1.000-224 0,0.000 0.000-128 16,2.000 1.000 160-16,-1.000 1.000-160 0,1.000-1.000 1040 0,-2.000 1.000 112 15,3.000 1.000 32-15,0.000-1.000 0 0,-3.000-3.000-224 16,0.000 0.000-64-16,0.000 0.000 0 0,0.000 0.000 0 0,0.000 0.000-256 0,0.000 0.000-64 16,37.000 37.000-16-16,-37.000-37.000 0 0,0.000 0.000-176 0,0.000 0.000-48 15,0.000 0.000 0-15,48.000 32.000 0 0,-48.000-32.000-192 0,0.000 0.000-144 16,0.000 0.000 192-16,51.000 29.000-192 0,-51.000-29.000 992 0,0.000 0.000 96 16,39.000 23.000 0-16,-39.000-23.000 16 0,0.000 0.000-336 0,0.000 0.000-64 15,45.000 25.000 0-15,-45.000-25.000-16 0,0.000 0.000-544 0,0.000 0.000-144 16,0.000 0.000 0-16,0.000 0.000 0 15,0.000 0.000 0-15,0.000 0.000 128 0,0.000 0.000-128 0,39.000 22.000 0 0,-39.000-21.000 0 0,0.000-1.000 144 0,0.000 0.000-144 0,0.000 0.000 0 16,0.000 1.000 176-16,0.000-2.000-176 0,0.000 1.000 160 0,-1.000-1.000-160 16,1.000 1.000 0-16</inkml:trace>
  <inkml:trace contextRef="#ctx0" brushRef="#br0">7216.000 14764.000 5519 0,'-2.000'1.000'496'0,"2.000"-1.000"-496"0,0.000 0.000 0 0,0.000 0.000 0 0,0.000 0.000 1088 0,-2.000 1.000 112 0,1.000 0.000 16 0,-1.000 0.000 16 0,1.000 0.000-288 0,-1.000 1.000-64 16,-2.000-1.000-16-16,2.000 0.000 0 0,-1.000 0.000-48 0,-1.000 0.000-16 16,3.000 0.000 0-16,-3.000 0.000 0 0,1.000 0.000 48 0,0.000 0.000 16 15,-1.000-1.000 0-15,0.000 1.000 0 0,-1.000 1.000 96 0,-1.000-1.000 0 16,1.000 0.000 16-16,-1.000 0.000 0 0,-1.000 0.000-112 0,-1.000 1.000-32 0,-1.000-1.000 0 0,1.000 0.000 0 15,0.000 0.000-240-15,-3.000-1.000-48 16,-1.000 1.000-16-16,-2.000-1.000 0 0,3.000 0.000-48 0,-4.000 0.000-16 0,0.000-1.000 0 16,0.000 1.000 0-16,-3.000 0.000-288 0,-1.000 0.000-176 0,0.000 1.000 192 0,-2.000-1.000-192 15,-3.000 0.000 128-15,0.000 1.000-128 0,-3.000 1.000 0 16,0.000-1.000 0-16,0.000 1.000 128 0,0.000 0.000-128 0,-1.000 0.000 0 0,6.000-1.000 0 16,3.000 2.000 128-16,2.000-2.000-128 0,-3.000 1.000 144 0,-4.000 0.000-144 15,-2.000 0.000 832-15,-4.000 1.000 80 0,0.000 0.000 16 0,-3.000-1.000 0 16,-5.000 1.000-496-16,-1.000-1.000-112 0,0.000 0.000 0 0,-1.000 1.000-16 15,6.000-2.000-304-15,2.000 1.000 0 0,-3.000-1.000 0 0,1.000 0.000 0 16,-1.000-1.000 0-16,0.000 0.000 0 0,0.000-2.000 0 0,1.000 0.000 0 0,-1.000-2.000 0 16,0.000-1.000 0-16,1.000-2.000 0 0,-4.000 0.000 0 0,4.000-3.000 0 0,-1.000 1.000 0 15,1.000-3.000 0-15,1.000-1.000-144 16,3.000-1.000 144-16,-1.000-1.000 0 0,4.000-1.000 0 0,-1.000-1.000 0 0,-3.000 0.000 0 0,4.000-2.000 0 16,-1.000 0.000 0-16,-1.000 0.000 0 0,2.000 3.000 0 0,1.000-2.000 0 15,2.000 1.000 0-15,-2.000-3.000 0 0,-3.000-1.000 0 0,0.000-2.000 0 16,0.000-1.000 0-16,2.000 0.000-128 0,-2.000-1.000 128 0,1.000-2.000 0 15,0.000 0.000 0-15,-2.000-2.000 0 0,-2.000-1.000 0 0,-3.000-2.000 0 16,1.000 1.000 0-16,-1.000 1.000 0 0,4.000 3.000 0 0,1.000 1.000 0 16,3.000-2.000 0-16,-2.000 0.000 0 0,0.000 0.000 0 0,2.000-1.000 0 15,-2.000-2.000 0-15,5.000-2.000 0 0,0.000 1.000 0 0,2.000 3.000 0 0,1.000 1.000 0 0,-1.000-5.000 0 16,-7.000-1.000 0-16,-2.000-5.000 0 16,-5.000 1.000 0-16,2.000-2.000 0 0,-1.000 4.000 0 0,6.000 4.000 0 0,4.000 2.000 0 0,-3.000-5.000 0 15,1.000-3.000 0-15,-2.000-5.000 0 16,-1.000-4.000 0-16,0.000-1.000 0 0,-1.000-1.000 0 0,-1.000 2.000 0 0,5.000 5.000 0 15,-5.000 0.000 0-15,0.000-6.000 0 0,-3.000-3.000-128 0,4.000 2.000 128 0,1.000 2.000 0 16,4.000 2.000 0-16,2.000 6.000 0 0,5.000 6.000 0 0,0.000-1.000 0 16,2.000 1.000 0-16,-1.000-6.000 0 0,-3.000-8.000 0 15,-3.000-7.000 0-15,-2.000-7.000 0 0,-1.000-1.000 0 0,-3.000 2.000 0 0,3.000 4.000-128 0,0.000 2.000 128 16,-1.000 3.000 0-16,6.000 5.000 0 0,0.000 2.000 0 16,-1.000-1.000 0-16,1.000-5.000 0 0,-2.000-6.000 0 0,0.000-6.000 0 0,3.000 1.000 0 0,1.000-2.000 0 15,3.000 0.000 0-15,1.000 4.000 0 0,3.000-2.000 0 0,-1.000 6.000 0 16,4.000 6.000 0-16,1.000 0.000 0 0,1.000 0.000 0 0,1.000-3.000 0 15,0.000-4.000 0-15,0.000-4.000-128 0,0.000-3.000 128 0,-2.000 2.000 0 16,3.000 9.000 0-16,-1.000-2.000 0 0,2.000-2.000 0 0,-2.000 0.000 0 16,2.000 0.000 0-16,1.000-2.000 0 0,3.000-6.000 0 0,-1.000-8.000 0 15,2.000-7.000 0-15,0.000-6.000-128 0,3.000-10.000 128 0,2.000 2.000 0 0,0.000 11.000 0 16,3.000 6.000 0-16,-2.000 2.000 0 0,3.000-1.000 0 0,1.000-2.000 0 0,0.000 7.000 0 16,-1.000 21.000 0-16,-2.000 4.000 0 0,-2.000 0.000 0 0,3.000-2.000-128 15,0.000-7.000 128-15,0.000-6.000 0 0,4.000-8.000 0 0,2.000-9.000 0 16,1.000-5.000 0-16,-3.000 11.000 0 0,0.000 20.000 0 0,0.000 0.000 0 15,2.000 0.000 0-15,1.000-7.000 0 0,2.000-4.000 0 0,2.000-4.000 0 16,-1.000 5.000 0-16,1.000-1.000 0 16,8.000-3.000 0-16,4.000-9.000 0 0,4.000-8.000 0 0,2.000-4.000 0 0,-2.000 0.000 0 0,0.000 5.000 0 15,-1.000 8.000 0-15,-1.000 4.000 0 0,-4.000 2.000 0 0,-2.000 6.000 0 16,-3.000 4.000 0-16,5.000-2.000 0 0,11.000-7.000 0 0,6.000-5.000 0 16,4.000-3.000 0-16,-1.000-1.000 0 0,-4.000 2.000 0 0,-1.000 2.000 0 15,1.000-3.000 0-15,1.000 4.000 0 16,2.000 7.000 0-16,3.000 0.000 0 0,6.000 0.000 0 0,0.000 0.000 0 0,0.000-1.000 0 0,-3.000 2.000 0 0,-6.000 7.000 0 0,0.000 4.000 0 15,-1.000 4.000 0-15,2.000 0.000 0 0,7.000 1.000 0 0,2.000-1.000 0 16,4.000-2.000 0-16,-7.000 1.000-128 0,-4.000 8.000 128 0,-8.000 3.000 0 16,0.000 2.000 0-16,7.000-1.000 0 15,6.000-1.000 0-15,6.000 1.000 0 0,-2.000 2.000 0 0,-5.000 1.000 0 0,-10.000 6.000 0 0,3.000-2.000 0 16,3.000-3.000 0 0,5.000 0.000 0-16,8.000 1.000 0 0,-1.000 3.000 0 0,-2.000 4.000 0 0,-12.000 4.000 0 0,-9.000 3.000 0 0,0.000 2.000 0 15,3.000 0.000 0-15,7.000-2.000 0 16,12.000 0.000 0-16,4.000 1.000 0 0,-2.000 1.000 0 0,-4.000 2.000-128 15,-3.000-1.000 128-15,0.000 3.000 0 0,7.000-2.000 0 0,3.000 3.000 0 16,-1.000 0.000 0-16,-7.000 0.000 0 0,-11.000 2.000 0 0,-3.000-1.000 0 0,3.000 0.000 0 0,6.000-3.000 0 16,15.000 2.000 0-16,6.000 3.000 0 0,-1.000 4.000 0 0,-10.000 8.000 0 0,-22.000 3.000 0 0,-42.000-8.000 0 15,78.000 27.000 0-15,-78.000-27.000 0 16,53.000 21.000 0-16,-53.000-21.000 0 16,57.000-7.000 0-16,-17.000-7.000 0 0,5.000 2.000 0 0,3.000-1.000 0 0,2.000 0.000 0 0,2.000 1.000 0 0,6.000 3.000 0 0,1.000 1.000 0 31,2.000 3.000 0-31,14.000 4.000 0 0,0.000 3.000 0 0,0.000 3.000 0 0,-1.000 4.000 0 0,-4.000 1.000 0 0,-7.000 3.000-144 0,-4.000 0.000 144 15,-6.000 1.000 0-15,-5.000 1.000 0 0,-48.000-15.000-144 0,89.000 26.000 144 16,-89.000-26.000 0-16,80.000 22.000 0 16,-80.000-22.000 0-16,79.000 22.000 0 0,-79.000-22.000 0 0,86.000 29.000 0 0,-86.000-29.000 0 0,88.000 31.000 0 0,-88.000-31.000 0 0,77.000 32.000 0 15,-77.000-32.000 0-15,72.000 32.000 0 0,-72.000-32.000 0 0,83.000 40.000 0 16,-83.000-40.000 0-16,88.000 42.000 0 0,-88.000-42.000 0 0,82.000 43.000 0 16,-82.000-43.000 0-16,74.000 40.000 0 0,-74.000-40.000 0 0,65.000 34.000 0 15,-65.000-34.000 0-15,62.000 33.000 0 0,-62.000-33.000 0 0,61.000 34.000 0 16,-61.000-34.000 0-16,67.000 38.000 0 15,-67.000-38.000 0-15,67.000 41.000 0 0,-67.000-41.000 0 0,66.000 47.000 0 0,-66.000-47.000 0 0,62.000 47.000 0 16,-62.000-47.000 0-16,55.000 46.000 0 0,-55.000-46.000 0 0,60.000 47.000 0 16,-60.000-47.000 128-16,60.000 49.000-128 0,-60.000-49.000 0 0,56.000 43.000 0 15,-56.000-43.000 0-15,52.000 44.000 0 0,-52.000-44.000 0 0,57.000 54.000 0 16,-57.000-54.000 0-16,53.000 62.000 0 0,-53.000-62.000 0 0,44.000 63.000 0 16,-44.000-63.000 0-16,37.000 61.000 0 0,-37.000-61.000 0 0,35.000 69.000 0 0,-35.000-69.000 0 15,38.000 71.000 0 1,-38.000-71.000 0-16,33.000 55.000 0 0,-33.000-55.000 0 0,28.000 53.000 0 0,-28.000-53.000 0 0,37.000 62.000 0 0,-37.000-62.000 0 15,34.000 66.000 0-15,-34.000-66.000 0 0,36.000 64.000 0 0,-36.000-64.000 0 0,31.000 62.000 0 16,-31.000-62.000 0-16,27.000 62.000 0 0,-27.000-62.000 0 0,24.000 56.000 0 31,-24.000-56.000 0-31,19.000 51.000 0 0,-19.000-51.000 0 0,21.000 62.000 0 0,-13.000-29.000 0 0,3.000 4.000 0 0,-3.000 0.000 0 0,2.000 1.000 0 32,-1.000-2.000 0-32,1.000-1.000 0 0,-2.000-1.000 0 0,2.000 0.000 0 15,-10.000-34.000 0-15,17.000 59.000 0 0,-17.000-59.000 0 0,18.000 63.000 0 16,-7.000-29.000 0-16,-3.000 2.000 0 0,6.000 1.000 0 0,-4.000 0.000 0 15,1.000-1.000 0-15,-3.000-2.000 0 0,0.000-3.000 0 0,-8.000-31.000 0 0,13.000 55.000 0 0,-13.000-55.000 0 16,10.000 53.000 0-16,-5.000-22.000 0 0,1.000 2.000 0 0,-2.000 5.000 0 16,1.000 1.000 0-16,-1.000 4.000 0 0,-1.000 4.000 0 0,3.000 0.000 0 15,-3.000-3.000 0-15,0.000-3.000 0 0,1.000-6.000 0 0,-1.000 0.000 0 16,0.000 4.000 0-16,-1.000 1.000 0 0,1.000 0.000 0 0,2.000 2.000 0 16,-4.000 3.000 0-16,1.000-1.000 0 0,-2.000-3.000 0 0,0.000-2.000 0 15,0.000-6.000 0-15,-2.000 1.000 0 0,-1.000 1.000 0 0,0.000 2.000 0 16,-2.000 0.000 0-16,2.000 4.000 0 0,-2.000 4.000 0 0,-1.000 0.000 0 15,-2.000 1.000 0-15,1.000-3.000 0 0,1.000-8.000 0 0,-2.000 3.000 0 16,0.000 1.000 0-16,0.000 5.000 0 0,-3.000 1.000 0 0,3.000 2.000 0 16,-2.000 1.000 0-16,1.000-2.000 0 0,1.000-3.000 0 0,-2.000-4.000 0 15,2.000 0.000 0-15,0.000-1.000 0 0,0.000 1.000 0 0,0.000 0.000 0 16,0.000-2.000 0-16,0.000 1.000 0 0,0.000-1.000 0 0,0.000 2.000 0 0,0.000 3.000 0 16,-2.000-1.000 0-16,1.000 0.000 0 0,-1.000-3.000 0 0,1.000-2.000 0 0,-2.000 4.000 0 15,1.000 3.000 0-15,-3.000 1.000 0 0,2.000 4.000 0 0,-2.000-1.000 0 16,0.000 0.000 0-16,1.000-4.000 0 0,0.000-1.000 0 0,0.000-5.000 0 15,0.000-1.000 0-15,0.000 1.000 0 0,-1.000 3.000 0 0,0.000 1.000 0 16,0.000 2.000 0-16,-1.000-1.000 0 0,2.000 1.000 0 0,-2.000-2.000 0 16,3.000-5.000 0-16,-2.000-3.000-128 0,3.000-3.000 128 0,-2.000 2.000 0 15,0.000 5.000 0-15,0.000 0.000 0 0,-1.000 2.000 0 0,0.000 1.000 0 16,0.000 0.000 0-16,-1.000-1.000 0 0,0.000-2.000 0 0,2.000 0.000 0 16,-2.000-3.000 0-16,1.000-1.000 0 0,-1.000-3.000 0 0,2.000 1.000 0 0,-2.000 5.000 0 15,-1.000 0.000 0-15,1.000 3.000 0 0,0.000 0.000 0 0,-1.000-1.000 0 0,0.000 0.000 0 16,-1.000 0.000 0-16,1.000 0.000 0 0,-2.000-2.000 0 0,-1.000-1.000 0 15,5.000-3.000 0-15,-6.000 3.000 0 0,2.000 2.000 0 0,-3.000 3.000 0 16,1.000 3.000 0-16,-2.000-2.000 0 0,0.000 2.000 0 0,-1.000-4.000 0 16,3.000-5.000 0-16,3.000-3.000 0 0,-2.000-1.000 0 15,-1.000-1.000 0-15,0.000 2.000 0 0,-2.000 2.000 0 0,3.000 0.000 0 0,-1.000 0.000 0 16,0.000 1.000 0-16,0.000-1.000 0 0,-2.000 1.000 0 0,2.000 0.000 0 16,-4.000-1.000 0-16,1.000 1.000 0 0,-2.000-3.000 0 0,3.000-2.000 0 15,2.000-4.000 0-15,-2.000 2.000 0 0,-1.000 4.000 0 0,1.000-1.000 0 16,0.000 0.000 0-16,2.000-2.000 0 0,0.000-1.000 0 0,0.000-1.000 0 15,2.000 1.000 0-15,-2.000-1.000 0 0,0.000 0.000 0 0,2.000-1.000 0 0,0.000 1.000 0 16,-2.000-1.000 0-16,0.000-1.000 0 0,4.000-2.000 0 0,1.000-3.000 128 16,-3.000 1.000-128-16,1.000 2.000 0 0,-2.000 2.000 0 0,-3.000 1.000 0 15,1.000-1.000 0-15,-1.000 0.000 0 0,2.000-3.000 0 0,6.000-4.000 0 0,-3.000 0.000 0 16,0.000 2.000 0-16,0.000 0.000 0 0,0.000 0.000 0 0,0.000-2.000 0 16,3.000-2.000 0-16,-1.000 2.000 0 0,-1.000-1.000 0 0,1.000-1.000 0 15,1.000 2.000 0-15,-3.000-1.000 0 0,2.000 0.000 0 0,-1.000 0.000 0 16,1.000 1.000 0-16,-2.000-3.000 0 0,1.000 2.000 0 0,0.000-2.000 0 15,2.000-2.000 0-15,-3.000 2.000 0 0,0.000-2.000 0 0,-2.000 1.000 0 16,1.000-1.000 0-16,-1.000 1.000 0 0,1.000-1.000 0 0,0.000 1.000 0 16,0.000 0.000 0-16,-1.000 0.000 0 0,-1.000 0.000 0 0,3.000 0.000 0 0,-3.000 1.000 0 0,1.000-1.000 0 15,2.000-1.000-128-15,2.000-1.000 128 0,0.000-2.000 0 0,-1.000 1.000 0 16,1.000 0.000-128-16,-1.000 0.000 128 0,-1.000 0.000 0 0,-1.000 1.000 0 16,-1.000 0.000 0-16,2.000-1.000 0 0,0.000 1.000 0 0,0.000-2.000 0 15,0.000 0.000 0-15,0.000 0.000 0 0,-1.000-1.000 0 0,0.000 1.000 128 16,-2.000-1.000-128-16,2.000-1.000 0 0,0.000 1.000 0 0,0.000-2.000 0 15,0.000 0.000 0-15,-1.000 0.000 0 0,3.000 1.000 0 0,-4.000-1.000 0 16,2.000 1.000 0-16,-2.000 0.000 0 0,4.000 0.000 0 0,-1.000 0.000 0 16,-1.000 0.000 0-16,2.000 0.000 0 0,-1.000 0.000 0 0,-1.000-1.000 128 15,2.000 1.000-128-15,-2.000-2.000 0 0,2.000 0.000 0 0,-1.000 0.000 0 16,2.000-1.000 0-16,-1.000 1.000 0 0,-1.000 0.000 0 0,2.000-1.000 128 16,-2.000 1.000-128-16,0.000 0.000 0 0,-1.000 1.000 272 0,0.000 0.000 16 15,0.000-1.000 0-15,-1.000 1.000 0 0,2.000 2.000 480 0,-2.000-2.000 112 16,1.000 1.000 16-16,0.000-1.000 0 0,2.000 1.000-720 0,-1.000-1.000-176 0,0.000-1.000 0 0,3.000-1.000 0 15,-1.000 1.000 0-15,-1.000-2.000 0 0,3.000 0.000 0 0,0.000 0.000 0 16,-2.000-1.000 0-16,3.000 1.000 0 0,-2.000 0.000 0 0,0.000-1.000 0 16,0.000 1.000 0-16,-1.000 1.000 0 0,3.000-1.000 0 0,-3.000 0.000 0 15,2.000 0.000 0-15,-2.000 1.000 0 0,1.000 0.000 0 0,-1.000 2.000 0 16,1.000-2.000 0-16,0.000 0.000 0 16,0.000 0.000 0-16,1.000 0.000 0 0,0.000 0.000 0 0,0.000 0.000 0 0,0.000-1.000 0 0,1.000 1.000 0 15,0.000-2.000 0-15,0.000 0.000 0 0,-1.000-1.000 0 0,0.000 0.000 0 16,2.000 1.000 0-16,-1.000-1.000 0 0,3.000-1.000 144 0,-2.000 1.000-144 15,-1.000 0.000 144-15,3.000 1.000-144 0,-3.000-1.000 192 0,1.000 0.000-192 16,2.000 2.000 160-16,-3.000-1.000-160 0,1.000-1.000 128 0,1.000 1.000-128 0,-1.000-1.000 0 16,0.000 0.000 0-16,1.000 0.000 0 0,-1.000 0.000 0 0,1.000-1.000 0 0,-1.000 1.000 0 15,0.000-1.000 0-15,1.000 1.000 0 16,-1.000-1.000 0-16,0.000 1.000 0 0,0.000-1.000 0 0,-1.000 2.000 0 0,-1.000-1.000 0 0,0.000 2.000 0 16,-1.000 2.000 0-16,-1.000-1.000 0 0,0.000 1.000 0 0,-3.000 1.000 0 15,4.000-1.000 0-15,-3.000 1.000 0 0,2.000-1.000 0 0,-1.000 0.000 0 16,1.000 0.000 0-16,-2.000 0.000 0 0,3.000-1.000 0 0,-1.000-1.000 0 15,1.000-1.000 0-15,0.000 1.000 0 0,2.000-1.000 0 0,0.000 0.000 0 16,4.000-1.000 0-16,-1.000 0.000 0 0,-3.000 1.000 0 0,-2.000-1.000 0 16,-1.000 0.000 0-16,3.000 0.000 0 0,-2.000 2.000 0 0,3.000-1.000 0 15,-1.000-1.000 0-15,2.000 1.000 0 0,-4.000-1.000 0 0,3.000-1.000 0 0,-1.000 0.000 0 16,3.000 0.000 0-16,-2.000-1.000 0 0,1.000 0.000 0 0,1.000-1.000 0 16,-2.000 1.000 0-16,-1.000 1.000 0 0,0.000 0.000 0 15,-2.000 0.000-128-15,0.000 2.000-11184 0,-3.000 2.000-2224 16</inkml:trace>
  <inkml:trace contextRef="#ctx0" brushRef="#br0">11736.000 6531.000 25791 0,'-1.000'-9.000'2304'0,"-1.000"3.000"-1856"0,2.000 3.000-448 0,0.000 1.000 0 0,0.000 1.000 0 0,0.000-2.000 0 0,-3.000-4.000-128 0,3.000-3.000 128 0,-3.000-5.000 752 0,0.000 1.000 256 15,0.000-2.000 48-15,-1.000 2.000 16 0,3.000 3.000 272 0,-3.000 2.000 48 16,1.000 0.000 16-16,0.000 2.000 0 16,0.000 2.000-400-16,0.000 0.000-80 0,1.000 2.000-16 0,-1.000 0.000 0 15,1.000 1.000-304-15,-1.000 0.000-64 0,0.000 1.000-16 0,-2.000 1.000 0 0,2.000-1.000-208 0,0.000 1.000-64 16,0.000 1.000 0-16,-1.000 0.000 0 0,-1.000 1.000-128 0,-1.000 0.000-128 16,0.000 2.000 192-16,-1.000 3.000-192 0,-1.000 1.000 0 0,-1.000 1.000 0 15,1.000 3.000 0-15,-1.000 0.000 0 0,0.000 2.000 0 0,-1.000 3.000 0 16,1.000 1.000 0-16,-1.000 4.000 0 0,0.000 1.000 0 0,-2.000 2.000 0 15,2.000 2.000 0-15,-2.000 3.000 0 0,2.000-2.000 0 0,-1.000-1.000 0 16,1.000 0.000 0-16,3.000-3.000 0 0,-2.000-1.000 0 0,4.000-3.000 0 16,5.000-20.000 0-16,-6.000 35.000 0 0,6.000-35.000 0 0,-2.000 29.000 0 0,2.000-29.000 0 0,0.000 0.000 0 31,0.000 33.000 0-31,0.000-33.000 0 0,0.000 0.000 0 0,0.000 0.000 0 16,13.000 43.000 0-16,-13.000-43.000 0 0,0.000 0.000 0 0,0.000 0.000 0 0,33.000 34.000 0 0,-33.000-34.000 0 0,0.000 0.000 0 0,41.000 25.000 0 15,-41.000-25.000 0-15,0.000 0.000 0 0,55.000 19.000 0 0,-55.000-19.000 0 16,38.000 5.000 0-16,-38.000-5.000 0 0,38.000-1.000 0 0,-38.000 1.000 0 15,32.000-6.000 0-15,-32.000 6.000 0 0,30.000-10.000 0 0,-14.000 3.000 0 16,-3.000 1.000 208-16,1.000-1.000-64 16,1.000-2.000-16-16,-2.000 1.000 0 0,1.000 0.000 0 0,-3.000-1.000 0 0,0.000 1.000 0 0,-1.000 1.000 0 15,1.000-2.000-128-15,-3.000 3.000 0 0,-1.000 1.000 0 0,-2.000 1.000 0 16,1.000-1.000 0-16,-6.000 5.000 0 0,6.000-5.000 0 0,-6.000 5.000 0 16,0.000 0.000 0-16,0.000 0.000 0 0,0.000 0.000 0 0,0.000 0.000 0 0,0.000 0.000 0 0,0.000 0.000 0 15,0.000 0.000 0-15,0.000 0.000 0 0,0.000 0.000 0 16,0.000 0.000 0-16,0.000 0.000-160 0,0.000 0.000-18336 31</inkml:trace>
  <inkml:trace contextRef="#ctx0" brushRef="#br0">2252.000 17802.000 4607 0,'0.000'1.000'400'0,"-2.000"-1.000"-400"0,2.000 0.000 0 0,0.000 0.000 0 0,0.000-1.000 0 0,0.000 1.000-192 0,0.000 0.000 0 0,0.000 0.000 16 0,0.000 0.000 176 0,0.000 1.000 0 0,0.000-1.000-144 0,0.000 0.000 144 16,-1.000-1.000 0-16,1.000 1.000 0 0,0.000 1.000 0 0,0.000-1.000 0 16,0.000 0.000 0-16,0.000 1.000 0 0,-2.000 0.000 0 0,2.000 0.000 0 15,0.000 1.000 0-15,0.000 0.000 0 0,0.000 1.000 0 0,2.000 0.000 0 16,-1.000-1.000-128-16,-1.000 0.000 128 0,0.000-2.000 0 0,-3.000-5.000 0 15</inkml:trace>
  <inkml:trace contextRef="#ctx0" brushRef="#br1">6990.000 10242.000 3679 0,'-6.000'-2.000'320'0,"1.000"1.000"-320"0,2.000 0.000 0 16,1.000 0.000 0-16,1.000 1.000 320 0,-1.000 0.000-16 0,0.000 0.000 0 0,-1.000-1.000 0 0,-3.000-2.000 608 0,-2.000 1.000 128 0,1.000-2.000 32 0,-2.000 0.000 0 0,2.000 0.000 352 0,1.000-1.000 80 0,3.000-2.000 16 0,-3.000 0.000 0 0,2.000 0.000-496 0,3.000-4.000-80 16,-1.000 2.000-32-16,2.000-3.000 0 0,0.000 3.000-352 0,2.000-2.000-80 15,-1.000-1.000-16-15,3.000 2.000 0 0,0.000 0.000-144 0,3.000 2.000-48 16,-1.000 0.000 0-16,-1.000 0.000 0 0,4.000 3.000 16 0,-2.000-1.000 0 15,1.000 1.000 0-15,1.000 0.000 0 0,-2.000 1.000-288 0,1.000 0.000 0 16,3.000 0.000 0-16,-3.000 0.000 0 0,3.000 0.000 0 0,-1.000 0.000 0 16,-2.000 2.000 128-16,1.000 1.000-128 0,-1.000 1.000 0 0,2.000 1.000 0 15,-2.000 1.000 0-15,-8.000-2.000 0 0,0.000 0.000 0 0,0.000 0.000 0 0,0.000 0.000-160 16,37.000 40.000 160-16,-37.000-40.000 0 0,0.000 0.000 0 0,9.000 44.000-144 0,-10.000-27.000 144 16,-4.000 0.000 0-16,2.000 1.000 0 0,-4.000 1.000 0 0,1.000 0.000 0 15,-2.000-2.000 0-15,0.000 2.000 0 0,-2.000 0.000 0 0,-1.000 0.000 0 16,0.000 1.000 0-16,0.000-3.000 0 15,0.000 0.000 0-15,-2.000-2.000 0 0,2.000-5.000 0 0,0.000-2.000 0 0,1.000-1.000 0 0,0.000-4.000 0 16,1.000-1.000 0-16,-1.000-3.000 0 0,2.000-1.000 0 0,0.000-5.000 0 16,2.000 0.000 0-16,-1.000-2.000 128 0,1.000-2.000-128 0,3.000-2.000 144 15,1.000-5.000 1072-15,0.000-5.000 192 0,4.000-1.000 64 0,3.000-2.000 0 16,1.000 1.000-1072-16,2.000 0.000-208 0,0.000 1.000-32 0,3.000 1.000-16 0,1.000 3.000-144 16,0.000 1.000 0-16,-4.000 5.000 0 0,2.000 0.000 0 0,1.000 2.000 0 0,-1.000 1.000 0 15,-1.000 4.000 0-15,-1.000 1.000 0 0,1.000 1.000 0 0,-2.000 3.000 0 16,1.000 2.000 0-16,-1.000 1.000 0 0,1.000 4.000 0 0,-8.000-5.000 0 15,0.000 0.000 0-15,0.000 0.000 0 0,0.000 0.000 0 0,35.000 54.000 0 16,-35.000-54.000 0-16,8.000 35.000 0 0,-8.000-35.000 0 0,6.000 40.000 0 16,-6.000-22.000 0-16,-1.000-2.000 0 0,-1.000 0.000 0 0,-2.000 0.000 0 15,0.000-2.000-144-15,-2.000 0.000 144 0,1.000-2.000 0 0,-3.000 0.000 0 16,0.000-2.000 0-16,0.000-1.000 0 16,-1.000-3.000 0-16,0.000-2.000-128 0,1.000-1.000 128 0,-1.000-2.000 0 0,4.000-1.000 0 0,-1.000-2.000 0 0,-1.000-2.000 0 15,1.000-2.000 0-15,-1.000-2.000 0 0,3.000-1.000 128 0,-1.000-2.000-128 0,0.000-2.000 0 16,2.000-2.000 0-16,0.000-1.000 0 0,1.000-3.000 0 0,2.000-1.000 0 15,0.000 0.000 0-15,2.000 1.000 0 0,1.000 0.000 0 0,3.000 2.000 0 16,2.000 2.000-128-16,0.000 2.000 128 0,2.000 3.000 0 0,-2.000 3.000 0 16,0.000 3.000 0-16,1.000 2.000 0 15,-1.000 3.000 0-15,1.000 3.000 0 0,-9.000-4.000-128 0,0.000 0.000 128 0,0.000 0.000 0 0,0.000 0.000 0 16,41.000 42.000 0-16,-41.000-42.000 0 0,0.000 0.000 0 0,0.000 0.000 0 16,17.000 47.000 0-16,-15.000-36.000 0 0,0.000 1.000 0 0,-2.000-1.000 0 15,0.000 1.000 0-15,-2.000-2.000 0 0,-1.000 1.000 0 0,1.000-1.000 0 16,-1.000-1.000 0-16,-3.000 1.000 0 0,1.000-2.000-160 0,0.000-1.000 160 15,0.000 0.000 0-15,-1.000-2.000-160 0,1.000-2.000 160 0,-1.000-1.000 0 0,1.000-2.000 0 16,-3.000-1.000 0-16,3.000-2.000 0 16,0.000-1.000 0-16,1.000-1.000 0 0,-1.000-3.000 0 0,0.000 0.000 0 0,0.000-3.000 0 0,2.000 0.000 0 0,0.000-3.000 0 15,1.000 0.000 0-15,2.000-3.000 0 0,0.000 2.000 0 0,0.000-2.000 0 16,3.000 0.000 0-16,2.000 0.000 0 0,0.000 3.000 0 0,3.000 0.000-128 16,-2.000 3.000 128-16,1.000 0.000 0 0,2.000 2.000 0 0,-1.000 2.000 0 15,1.000 0.000 0-15,-2.000 4.000 0 0,1.000 3.000 0 0,1.000 1.000 0 16,-2.000 3.000 0-16,1.000 2.000 0 15,-8.000-6.000 0-15,0.000 0.000 0 0,0.000 0.000 0 0,23.000 41.000 144 0,-23.000-41.000-144 0,5.000 34.000 0 0,-4.000-17.000 0 16,-2.000-1.000 0-16,-1.000 2.000 0 0,0.000-2.000 0 0,-3.000 0.000 0 16,2.000 0.000 128-16,-3.000 0.000-128 0,-2.000-2.000 0 0,1.000 1.000 0 15,1.000-3.000 0-15,-3.000 0.000 0 0,1.000-3.000 0 0,-2.000 0.000 0 0,2.000-3.000 0 16,0.000-2.000 0-16,-1.000-2.000 0 0,2.000-1.000 0 0,-1.000-2.000 0 16,3.000-2.000 0-16,-3.000-2.000 0 0,2.000-2.000 0 0,1.000-2.000 128 15,0.000-1.000-128-15,2.000-3.000 128 0,0.000-2.000-128 0,3.000-2.000 128 16,0.000-1.000 832-16,3.000-2.000 176 0,0.000 2.000 16 0,2.000 3.000 16 15,0.000-1.000-672-15,1.000 2.000-144 0,2.000 1.000-32 0,-1.000 3.000 0 16,1.000 2.000-320-16,-2.000 3.000 0 0,4.000 2.000 0 0,-4.000 2.000 128 16,2.000 2.000-128-16,0.000 2.000 0 0,0.000 0.000 0 0,-3.000 2.000 0 15,3.000 2.000 0-15,-5.000-2.000 0 0,3.000 0.000 0 0,-4.000 2.000 0 16,-2.000-7.000 0-16,0.000 0.000-160 0,11.000 37.000 160 0,-11.000-24.000 0 16,-3.000 1.000 0-16,2.000 1.000 0 0,-3.000-2.000 0 0,-1.000 0.000 0 0,-1.000-1.000 0 0,1.000 1.000 0 15,-4.000-2.000-128-15,1.000 0.000 128 0,-2.000-3.000 0 0,2.000-2.000-128 31,-2.000 0.000 128-31,1.000-4.000 0 0,1.000 0.000 0 0,-2.000-3.000 0 0,2.000-1.000 0 0,2.000-3.000 0 0,-1.000 0.000 0 0,0.000-2.000 0 16,2.000-1.000 0-16,0.000-3.000 0 0,0.000-1.000 0 0,2.000-2.000 0 16,-2.000-3.000 0-16,4.000 1.000 0 15,-1.000-2.000 0-15,2.000 1.000 0 0,3.000 1.000 0 0,2.000 1.000 0 0,-2.000 0.000 0 0,3.000 2.000 0 16,1.000 0.000 0-16,2.000 3.000 0 0,-2.000 2.000 0 0,1.000 2.000 0 0,1.000 3.000 0 16,1.000 2.000 0-16,-2.000 3.000 0 0,2.000 0.000 0 0,-10.000-2.000 0 0,0.000 0.000 0 15,0.000 0.000 0-15,0.000 0.000 0 0,33.000 46.000 0 0,-33.000-46.000 0 16,0.000 0.000 0-16,10.000 41.000 0 0,-9.000-28.000 0 0,-1.000 0.000 0 15,0.000 1.000 0-15,0.000 0.000 0 0,-1.000-1.000 0 16,-4.000 0.000 0-16,4.000-1.000 0 0,-3.000-1.000 0 0,-1.000 2.000 0 0,1.000-3.000 0 16,-1.000 0.000 0-16,-3.000-1.000 0 0,3.000-2.000 0 0,-3.000-2.000-160 15,0.000 1.000 160-15,0.000-3.000 0 0,2.000 0.000 0 0,-1.000-1.000-128 16,-1.000-1.000 128-16,0.000 0.000 0 0,0.000-2.000 0 0,0.000-1.000 0 16,0.000 0.000 0-16,0.000-2.000 0 0,-1.000-1.000 0 0,1.000-1.000-128 15,1.000 0.000 128-15,-1.000-2.000 0 0,3.000-1.000 0 0,2.000 1.000 0 16,0.000-3.000 0-1,3.000 1.000 0-15,2.000 1.000 0 0,1.000-2.000 0 0,0.000 1.000 0 0,4.000-1.000 0 0,0.000 0.000 0 0,0.000 0.000 128 0,1.000 1.000-128 0,1.000 0.000 144 16,-1.000 1.000-144-16,1.000 2.000 160 0,-2.000 1.000-160 0,0.000 1.000 0 16,-1.000 2.000 0-16,2.000 1.000 128 0,-3.000 1.000-128 0,-2.000 2.000 0 15,2.000 0.000 0-15,-2.000 1.000 0 0,-1.000 3.000 0 0,1.000-1.000 0 16,-3.000 2.000 0-16,0.000 0.000 0 0,0.000 2.000-160 0,0.000 0.000 160 16,-3.000 0.000 0-16,1.000 1.000-144 15,-1.000 0.000 144-15,-2.000 0.000 0 0,2.000 3.000 0 0,-5.000-2.000-128 0,3.000 1.000 128 0,-3.000-2.000-128 16,2.000 0.000 128-16,-2.000-1.000-128 0,0.000-1.000 128 0,1.000-1.000-128 15,-2.000 0.000 128-15,1.000-2.000-128 0,1.000-1.000 128 0,0.000-1.000 0 32,0.000-2.000 0-32,2.000-2.000 0 0,-1.000 0.000 0 0,0.000-3.000 0 0,2.000-2.000 0 15,1.000-1.000 128-15,0.000 0.000-128 0,1.000-3.000 144 0,4.000 0.000-144 0,-2.000-2.000 160 16,3.000 0.000-160-16,2.000-1.000 0 0,1.000 2.000 0 0,-1.000 0.000 128 16,1.000 2.000-128-16,1.000 0.000 0 0,1.000 3.000 0 0,0.000-1.000 0 15,0.000-1.000 0-15,3.000 0.000 0 0,0.000-1.000-128 0,2.000-3.000 128 16,6.000-2.000-384-16</inkml:trace>
  <inkml:trace contextRef="#ctx0" brushRef="#br1">9999.000 6673.000 10127 0,'0.000'0.000'896'0,"0.000"0.000"-704"0,0.000 0.000-192 0,0.000 0.000 0 0,0.000 0.000 1024 0,0.000 0.000 160 0,0.000 0.000 32 0,0.000 0.000 16 0,0.000 1.000 1072 0,0.000-1.000 224 15,0.000 0.000 32-15,0.000 0.000 16 0,0.000 0.000-848 0,0.000 2.000-160 0,0.000-2.000-32 0,0.000 0.000-16 16,-3.000 0.000-1120-16,3.000 0.000-208 0,0.000 1.000-64 0,0.000-1.000 0 15,0.000 0.000-128-15,0.000 0.000 0 0,0.000 0.000 0 0,0.000 0.000 128 16,0.000 0.000-128-16,0.000 0.000 0 0,0.000 0.000 0 0,0.000 0.000 0 16,0.000 0.000 128-16,0.000 0.000-128 0,0.000 0.000 128 0,0.000 0.000-128 15,0.000 0.000 224-15,0.000 0.000-32 0,0.000 0.000-16 0,0.000 0.000 0 16,0.000-1.000 32-16,0.000 1.000 16 16,0.000 0.000 0-16,0.000 0.000 0 0,0.000 0.000-224 0,0.000 0.000 144 0,0.000 0.000-144 0,0.000 0.000 128 15,0.000 1.000-128-15,0.000-2.000 0 0,0.000 1.000 0 0,0.000 0.000 0 16,0.000 0.000 0-16,3.000 0.000 0 0,-3.000 0.000 0 0,0.000-2.000 0 15,0.000 1.000 0-15,0.000 1.000 0 0,2.000-1.000 0 0,-2.000 0.000 0 0,1.000 0.000 0 0,-1.000 0.000 0 16,0.000 0.000 0-16,0.000 0.000 0 0,0.000 0.000 0 0,0.000 1.000 192 16,0.000 0.000-192-16,0.000 0.000 192 15,0.000 0.000-64-15,2.000 0.000-128 0,-2.000 1.000 192 0,0.000 1.000-64 0,0.000 0.000-128 0,0.000 1.000 0 16,0.000 4.000 0-16,0.000-1.000 0 0,-2.000 2.000 0 0,2.000 3.000 0 16,0.000 0.000 128-16,-1.000 2.000-128 0,-1.000-1.000 512 0,2.000 3.000 0 15,-3.000 1.000 16-15,2.000 0.000 0 0,-1.000 0.000 624 0,2.000 1.000 112 16,0.000 0.000 16-16,0.000 1.000 16 0,-2.000 0.000-1040 0,2.000 0.000-256 15,-1.000 0.000 0-15,1.000 0.000 0 0,0.000-1.000 0 0,1.000-1.000 0 16,-1.000 1.000 0-16,0.000-17.000 0 16,5.000 33.000 0-16,-5.000-33.000 0 0,0.000 0.000 0 0,6.000 39.000 0 0,-4.000-27.000 0 0,1.000-4.000 0 0,0.000 0.000 0 0,-1.000 0.000 0 15,-2.000-2.000 0-15,2.000-1.000 0 0,-1.000-2.000 0 0,-1.000 0.000 0 16,0.000-1.000 0-16,0.000-1.000 0 0,2.000 1.000 0 0,-2.000-2.000 0 16,0.000 0.000 0-16,0.000 0.000 0 15,0.000-2.000 0-15,0.000 2.000 0 0,0.000 0.000 0 0,0.000-1.000 0 0,0.000 1.000 0 0,0.000-1.000 0 16,0.000 1.000 0-16,0.000-1.000 0 15,0.000 0.000 0-15,-2.000-1.000 0 0,2.000 0.000 0 0,0.000 0.000 0 0,0.000-2.000-160 0,0.000 0.000 160 16,0.000-3.000-448-16,0.000-1.000 0 0,0.000 0.000-16 0,2.000-4.000-16432 16</inkml:trace>
  <inkml:trace contextRef="#ctx0" brushRef="#br1">10030.000 6685.000 3679 0,'-2.000'-2.000'160'0,"2.000"0.000"32"0,0.000 0.000-192 0,-2.000 1.000 0 0,2.000 0.000 0 0,0.000 1.000 0 0,0.000-1.000 1152 0,0.000-1.000 176 0,0.000 0.000 32 0,0.000 0.000 16 31,-1.000 0.000 544-31,1.000 0.000 96 0,-2.000 1.000 32 0,2.000 0.000 0 0,0.000 0.000-544 0,0.000 0.000-96 0,0.000 1.000-32 0,-3.000 0.000 0 16,3.000 0.000-368-16,0.000 0.000-80 15,0.000 0.000-16-15,0.000 1.000 0 0,0.000-1.000-240 0,0.000 0.000-48 16,0.000 0.000-16-16,0.000 0.000 0 0,0.000 0.000-224 0,0.000 0.000-64 0,3.000 0.000 0 0,-3.000 0.000 0 16,0.000 0.000-112-16,2.000 0.000-16 0,-1.000 0.000-16 0,1.000 0.000 0 15,1.000 0.000-16-15,0.000-1.000 0 16,1.000 1.000 0-16,-1.000 0.000 0 0,3.000 0.000 96 0,-3.000 0.000 0 0,1.000-1.000 16 0,0.000 0.000 0 15,3.000 0.000-48-15,-1.000 1.000-16 16,2.000-1.000 0-16,-1.000-1.000 0 0,2.000 1.000 128 16,-1.000-1.000 32-16,0.000-1.000 0 0,3.000 1.000 0 0,-3.000-1.000 1040 0,2.000 1.000 224 0,1.000-1.000 32 0,-3.000 1.000 16 0,3.000 0.000-1344 0,-1.000 0.000-336 15,-2.000 0.000 0-15,1.000 1.000 0 0,1.000 0.000 0 0,1.000 1.000 0 16,-3.000 0.000 0-16,2.000 0.000 0 0,-1.000 0.000 0 0,0.000 0.000 0 16,0.000 0.000 0-16,-1.000-1.000 0 0,0.000 1.000 0 0,0.000 0.000 0 15,-2.000 0.000 0-15,-1.000 0.000 0 0,0.000 0.000 0 0,0.000 0.000 0 16,-1.000-1.000 0-16,0.000 1.000 0 15,-1.000 0.000 0-15,0.000 0.000 0 0,1.000-2.000 0 0,-3.000 2.000 0 0,3.000 0.000 0 0,-3.000 0.000 0 16,3.000-1.000 0-16,0.000 1.000 0 16,-3.000-1.000 0-16,3.000 1.000 0 15,-3.000-1.000 0-15,1.000 1.000 0 0,1.000-1.000 0 0,-1.000 1.000 0 16,-2.000 0.000 0-16,2.000 0.000 0 0,-1.000-1.000 0 0,-1.000 1.000 0 0,2.000 0.000 0 0,-2.000 1.000 0 16,0.000-1.000 0-16,-2.000 0.000 0 0,2.000 0.000 0 0,-1.000 2.000 0 15,-1.000 4.000-160-15,-3.000 2.000 160 0</inkml:trace>
  <inkml:trace contextRef="#ctx0" brushRef="#br2">10154.000 12528.000 9215 0,'0.000'-1.000'816'0,"-1.000"0.000"-656"0,1.000 1.000-160 0,-2.000 0.000 0 0,2.000 0.000 384 0,0.000-1.000 64 0,0.000 1.000 0 0,-3.000-1.000 0 16,1.000 0.000 496-16,1.000-1.000 96 0,-4.000 0.000 32 0,4.000 1.000 0 0,-3.000 0.000-176 0,3.000-1.000-16 15,-1.000 2.000-16-15,0.000-1.000 0 16,1.000 0.000 144-16,-1.000 0.000 16 0,0.000 0.000 16 0,1.000 0.000 0 0,1.000 1.000 48 0,0.000-1.000 16 15,0.000 1.000 0-15,0.000-1.000 0 0,0.000 1.000-144 0,0.000 0.000-16 16,0.000 1.000-16-16,0.000-1.000 0 0,0.000 0.000-320 0,0.000 0.000-64 16,0.000 0.000-16-16,0.000 0.000 0 0,0.000 0.000-288 0,0.000 0.000-64 15,0.000 0.000-16-15,0.000 0.000 0 0,0.000 0.000 80 0,0.000 1.000 16 16,0.000-1.000 0-16,0.000 0.000 0 0,0.000 0.000 112 0,0.000 0.000 16 16,0.000 0.000 16-16,0.000 0.000 0 0,0.000 0.000-192 0,0.000 0.000-32 15,0.000 1.000-16-15,0.000-1.000 0 0,0.000 0.000-160 0,0.000 1.000 128 0,0.000 0.000-128 0,-2.000 0.000 128 16,2.000 1.000-128-16,0.000 0.000 0 0,0.000 2.000 0 0,0.000-1.000 128 15,-1.000 1.000-128-15,1.000 1.000 0 0,0.000 1.000 0 16,0.000 1.000 0-16,0.000 0.000 0 0,0.000 0.000 0 0,1.000 2.000 128 0,-1.000-1.000-128 16,0.000 1.000 0-16,0.000 1.000 0 0,0.000-1.000 0 0,0.000-1.000 0 15,0.000 1.000 0-15,0.000-1.000 0 16,0.000-1.000 0-16,0.000 1.000 0 0,-1.000-2.000 0 0,-1.000 0.000 0 0,2.000 2.000 0 0,-3.000-2.000 0 16,2.000 0.000 0-16,-1.000 0.000 0 0,0.000 1.000 0 0,1.000-2.000 0 15,-1.000 0.000 0-15,0.000 0.000 0 0,2.000 0.000 144 0,-3.000 2.000-144 0,3.000-2.000 0 16,-3.000 0.000 128-16,3.000 1.000-128 0,-2.000 0.000 0 0,1.000-1.000 0 0,-1.000-1.000 0 31,2.000 1.000 0-31,-3.000-1.000 128 0,3.000 1.000-128 0,-1.000-2.000 0 0,-1.000 0.000 0 0,2.000 0.000 0 16,-2.000-1.000 0-16,1.000 1.000 144 0,-1.000-1.000-144 0,0.000 1.000 0 0,2.000 0.000 640 0,-3.000-1.000 32 15,3.000 1.000 0 1,-3.000 0.000 0-16,1.000-1.000-144 0,2.000 0.000-16 0,-3.000 0.000-16 0,3.000-1.000 0 0,-3.000 1.000-496 0,3.000 0.000 0 16,0.000 0.000 0-16,-1.000-1.000 0 0,1.000 2.000 0 0,-2.000-2.000 0 15,2.000 0.000 0-15,0.000-1.000 0 0,0.000 1.000 0 0,0.000-1.000 0 16,0.000 0.000 0-16,0.000 0.000 0 0,0.000 1.000 0 0,0.000-1.000 0 15,0.000 0.000 0-15,0.000 0.000 0 0,0.000 0.000 0 0,0.000 0.000 0 16,0.000 0.000 0-16,0.000-1.000 0 0,0.000 2.000 0 0,0.000-2.000 0 16,0.000 1.000 0-16,0.000 0.000 0 0,0.000 0.000 0 0,0.000 0.000 128 0,0.000 0.000-128 0,0.000 0.000 0 15,0.000 0.000 0-15,0.000 0.000 0 0,0.000 0.000 128 0,0.000 0.000-128 32,0.000 0.000 0-32,0.000-1.000 144 0,2.000 1.000-144 0,-2.000 0.000 128 0,0.000-1.000-128 0,0.000 1.000 0 0,1.000 0.000 0 0,-1.000-1.000 128 15,0.000 1.000-128-15,3.000-1.000 0 16,-3.000-1.000 0-16,0.000 2.000 0 0,2.000-1.000 0 0,-1.000 0.000 0 0,-1.000 1.000 0 0,2.000-1.000 0 15,-1.000 0.000 0-15,1.000 0.000 0 0,-2.000 0.000 0 0,2.000 0.000 0 16,-1.000 1.000 0-16,1.000-2.000 0 0,0.000 1.000 0 0,-1.000 0.000 0 16,1.000-1.000 0-16,0.000 1.000 0 0,-1.000-1.000 0 0,2.000 0.000 0 15,0.000 1.000 0-15,-1.000-1.000 0 0,1.000-1.000 0 0,0.000 1.000 0 16,-1.000 0.000 0-16,3.000 0.000 0 0,-2.000 0.000 0 0,3.000-1.000 0 16,-1.000 0.000 0-16,0.000-1.000 0 0,0.000 1.000 0 0,1.000-2.000 0 0,0.000 1.000 0 0,1.000 0.000 0 15,-7.000 4.000 0-15,0.000 0.000 0 0,0.000 0.000 0 16,24.000-14.000 0-16,-19.000 11.000 0 0,1.000-1.000 0 0,0.000 2.000 0 0,1.000-1.000 0 15,-2.000 1.000 0-15,3.000 0.000 0 0,-8.000 2.000 0 0,0.000 0.000 0 16,0.000 0.000 0-16,0.000 0.000 0 0,0.000 0.000 0 0,38.000-12.000 0 16,-38.000 12.000 0-16,0.000 0.000 0 0,0.000 0.000 0 0,0.000 0.000 0 31,35.000-13.000 0-31,-28.000 9.000 0 0,-1.000-1.000 0 0,-1.000 1.000 0 16,1.000 0.000 0-16,-1.000-1.000 0 0,2.000 1.000 0 0,-2.000-1.000 0 0,-2.000 1.000 0 0,4.000 0.000 0 0,-2.000 1.000 0 0,-1.000 0.000 0 15,-1.000 1.000 0-15,0.000 1.000 0 0,1.000-1.000 0 0,0.000 1.000 0 16,-3.000 1.000 0-16,3.000-1.000 0 0,-3.000 0.000 0 0,1.000 1.000 0 15,1.000-2.000 0-15,-3.000 2.000 0 0,4.000-1.000 0 0,-3.000 1.000 0 16,1.000-1.000 0-16,2.000 0.000 0 0,-2.000 0.000 0 0,-1.000 0.000 0 16,1.000 0.000 0-16,1.000-1.000 0 0,1.000 1.000 0 0,-3.000-1.000 0 0,3.000 0.000 0 0,-1.000 0.000 0 15,1.000 0.000 0-15,-2.000 0.000 0 0,-1.000 1.000 0 0,1.000-1.000 0 16,0.000 0.000 0-16,-1.000 1.000 0 0,1.000 0.000 0 0,-2.000 0.000 0 16,0.000 1.000 0-16,2.000-1.000 0 0,-2.000 1.000 0 0,1.000 0.000 0 15,-1.000 0.000 0-15,0.000 0.000 0 0,0.000 0.000 0 0,0.000 0.000 0 16,0.000 0.000 0-16,0.000 0.000 0 0,-1.000 0.000 0 0,1.000 0.000 0 15,0.000 0.000 0-15,0.000 0.000 0 0,0.000 0.000-144 0,0.000 1.000 144 16,-2.000 1.000 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74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78.png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image" Target="../media/image77.png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image" Target="../media/image76.png"/><Relationship Id="rId1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0.png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image" Target="../media/image98.png"/><Relationship Id="rId7" Type="http://schemas.openxmlformats.org/officeDocument/2006/relationships/image" Target="../media/image97.png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102.png"/><Relationship Id="rId11" Type="http://schemas.openxmlformats.org/officeDocument/2006/relationships/image" Target="../media/image101.png"/><Relationship Id="rId10" Type="http://schemas.openxmlformats.org/officeDocument/2006/relationships/image" Target="../media/image100.png"/><Relationship Id="rId1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14.png"/><Relationship Id="rId7" Type="http://schemas.openxmlformats.org/officeDocument/2006/relationships/image" Target="../media/image113.png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19.png"/><Relationship Id="rId7" Type="http://schemas.openxmlformats.org/officeDocument/2006/relationships/image" Target="../media/image113.png"/><Relationship Id="rId6" Type="http://schemas.openxmlformats.org/officeDocument/2006/relationships/image" Target="../media/image112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09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png"/><Relationship Id="rId8" Type="http://schemas.openxmlformats.org/officeDocument/2006/relationships/image" Target="../media/image132.png"/><Relationship Id="rId7" Type="http://schemas.openxmlformats.org/officeDocument/2006/relationships/image" Target="../media/image131.png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38.png"/><Relationship Id="rId13" Type="http://schemas.openxmlformats.org/officeDocument/2006/relationships/image" Target="../media/image137.png"/><Relationship Id="rId12" Type="http://schemas.openxmlformats.org/officeDocument/2006/relationships/image" Target="../media/image136.png"/><Relationship Id="rId11" Type="http://schemas.openxmlformats.org/officeDocument/2006/relationships/image" Target="../media/image135.png"/><Relationship Id="rId10" Type="http://schemas.openxmlformats.org/officeDocument/2006/relationships/image" Target="../media/image134.png"/><Relationship Id="rId1" Type="http://schemas.openxmlformats.org/officeDocument/2006/relationships/image" Target="../media/image125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image" Target="../media/image13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png"/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4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image" Target="../media/image15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68.png"/><Relationship Id="rId6" Type="http://schemas.openxmlformats.org/officeDocument/2006/relationships/image" Target="../media/image167.png"/><Relationship Id="rId5" Type="http://schemas.openxmlformats.org/officeDocument/2006/relationships/image" Target="../media/image164.png"/><Relationship Id="rId4" Type="http://schemas.openxmlformats.org/officeDocument/2006/relationships/image" Target="../media/image166.png"/><Relationship Id="rId3" Type="http://schemas.openxmlformats.org/officeDocument/2006/relationships/image" Target="../media/image165.png"/><Relationship Id="rId2" Type="http://schemas.openxmlformats.org/officeDocument/2006/relationships/image" Target="../media/image158.png"/><Relationship Id="rId1" Type="http://schemas.openxmlformats.org/officeDocument/2006/relationships/image" Target="../media/image157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6.png"/><Relationship Id="rId8" Type="http://schemas.openxmlformats.org/officeDocument/2006/relationships/image" Target="../media/image175.png"/><Relationship Id="rId7" Type="http://schemas.openxmlformats.org/officeDocument/2006/relationships/image" Target="../media/image174.png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77.png"/><Relationship Id="rId1" Type="http://schemas.openxmlformats.org/officeDocument/2006/relationships/image" Target="../media/image156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image" Target="../media/image155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image" Target="../media/image18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7.png"/><Relationship Id="rId2" Type="http://schemas.openxmlformats.org/officeDocument/2006/relationships/customXml" Target="../ink/ink1.xml"/><Relationship Id="rId1" Type="http://schemas.openxmlformats.org/officeDocument/2006/relationships/image" Target="../media/image18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94.png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image" Target="../media/image188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02.png"/><Relationship Id="rId7" Type="http://schemas.openxmlformats.org/officeDocument/2006/relationships/image" Target="../media/image201.png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image" Target="../media/image195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image" Target="../media/image203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6.png"/><Relationship Id="rId7" Type="http://schemas.openxmlformats.org/officeDocument/2006/relationships/image" Target="../media/image215.png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image" Target="../media/image209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21.png"/><Relationship Id="rId4" Type="http://schemas.openxmlformats.org/officeDocument/2006/relationships/image" Target="../media/image220.png"/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image" Target="../media/image21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27.png"/><Relationship Id="rId6" Type="http://schemas.openxmlformats.org/officeDocument/2006/relationships/image" Target="../media/image226.png"/><Relationship Id="rId5" Type="http://schemas.openxmlformats.org/officeDocument/2006/relationships/image" Target="../media/image225.png"/><Relationship Id="rId4" Type="http://schemas.openxmlformats.org/officeDocument/2006/relationships/image" Target="../media/image224.png"/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image" Target="../media/image217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6.png"/><Relationship Id="rId8" Type="http://schemas.openxmlformats.org/officeDocument/2006/relationships/image" Target="../media/image235.png"/><Relationship Id="rId7" Type="http://schemas.openxmlformats.org/officeDocument/2006/relationships/image" Target="../media/image234.png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4" Type="http://schemas.openxmlformats.org/officeDocument/2006/relationships/image" Target="../media/image231.png"/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5" Type="http://schemas.openxmlformats.org/officeDocument/2006/relationships/slideLayout" Target="../slideLayouts/slideLayout13.xml"/><Relationship Id="rId14" Type="http://schemas.openxmlformats.org/officeDocument/2006/relationships/image" Target="../media/image241.png"/><Relationship Id="rId13" Type="http://schemas.openxmlformats.org/officeDocument/2006/relationships/image" Target="../media/image240.png"/><Relationship Id="rId12" Type="http://schemas.openxmlformats.org/officeDocument/2006/relationships/image" Target="../media/image239.png"/><Relationship Id="rId11" Type="http://schemas.openxmlformats.org/officeDocument/2006/relationships/image" Target="../media/image238.png"/><Relationship Id="rId10" Type="http://schemas.openxmlformats.org/officeDocument/2006/relationships/image" Target="../media/image237.png"/><Relationship Id="rId1" Type="http://schemas.openxmlformats.org/officeDocument/2006/relationships/image" Target="../media/image228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45.png"/><Relationship Id="rId4" Type="http://schemas.openxmlformats.org/officeDocument/2006/relationships/image" Target="../media/image244.png"/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image" Target="../media/image228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4.png"/><Relationship Id="rId8" Type="http://schemas.openxmlformats.org/officeDocument/2006/relationships/image" Target="../media/image253.png"/><Relationship Id="rId7" Type="http://schemas.openxmlformats.org/officeDocument/2006/relationships/image" Target="../media/image252.png"/><Relationship Id="rId6" Type="http://schemas.openxmlformats.org/officeDocument/2006/relationships/image" Target="../media/image251.png"/><Relationship Id="rId5" Type="http://schemas.openxmlformats.org/officeDocument/2006/relationships/image" Target="../media/image250.png"/><Relationship Id="rId4" Type="http://schemas.openxmlformats.org/officeDocument/2006/relationships/image" Target="../media/image249.png"/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256.png"/><Relationship Id="rId10" Type="http://schemas.openxmlformats.org/officeDocument/2006/relationships/image" Target="../media/image255.png"/><Relationship Id="rId1" Type="http://schemas.openxmlformats.org/officeDocument/2006/relationships/image" Target="../media/image246.png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image" Target="../media/image261.png"/><Relationship Id="rId4" Type="http://schemas.openxmlformats.org/officeDocument/2006/relationships/image" Target="../media/image260.png"/><Relationship Id="rId3" Type="http://schemas.openxmlformats.org/officeDocument/2006/relationships/image" Target="../media/image259.png"/><Relationship Id="rId2" Type="http://schemas.openxmlformats.org/officeDocument/2006/relationships/image" Target="../media/image258.png"/><Relationship Id="rId1" Type="http://schemas.openxmlformats.org/officeDocument/2006/relationships/image" Target="../media/image257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9.png"/><Relationship Id="rId7" Type="http://schemas.openxmlformats.org/officeDocument/2006/relationships/image" Target="../media/image261.png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image" Target="../media/image26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5.png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Relationship Id="rId3" Type="http://schemas.openxmlformats.org/officeDocument/2006/relationships/image" Target="../media/image261.png"/><Relationship Id="rId2" Type="http://schemas.openxmlformats.org/officeDocument/2006/relationships/image" Target="../media/image271.png"/><Relationship Id="rId1" Type="http://schemas.openxmlformats.org/officeDocument/2006/relationships/image" Target="../media/image270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4.png"/><Relationship Id="rId8" Type="http://schemas.openxmlformats.org/officeDocument/2006/relationships/image" Target="../media/image283.png"/><Relationship Id="rId7" Type="http://schemas.openxmlformats.org/officeDocument/2006/relationships/image" Target="../media/image282.png"/><Relationship Id="rId6" Type="http://schemas.openxmlformats.org/officeDocument/2006/relationships/image" Target="../media/image281.png"/><Relationship Id="rId5" Type="http://schemas.openxmlformats.org/officeDocument/2006/relationships/image" Target="../media/image280.png"/><Relationship Id="rId4" Type="http://schemas.openxmlformats.org/officeDocument/2006/relationships/image" Target="../media/image279.png"/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76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2.png"/><Relationship Id="rId8" Type="http://schemas.openxmlformats.org/officeDocument/2006/relationships/image" Target="../media/image291.png"/><Relationship Id="rId7" Type="http://schemas.openxmlformats.org/officeDocument/2006/relationships/image" Target="../media/image290.png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287.png"/><Relationship Id="rId3" Type="http://schemas.openxmlformats.org/officeDocument/2006/relationships/image" Target="../media/image286.png"/><Relationship Id="rId2" Type="http://schemas.openxmlformats.org/officeDocument/2006/relationships/image" Target="../media/image28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84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7.png"/><Relationship Id="rId4" Type="http://schemas.openxmlformats.org/officeDocument/2006/relationships/image" Target="../media/image296.png"/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" Type="http://schemas.openxmlformats.org/officeDocument/2006/relationships/image" Target="../media/image29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1670810"/>
            <a:ext cx="9141714" cy="2470655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r="8214" b="45501"/>
          <a:stretch>
            <a:fillRect/>
          </a:stretch>
        </p:blipFill>
        <p:spPr>
          <a:xfrm flipV="1">
            <a:off x="0" y="857250"/>
            <a:ext cx="9143999" cy="3355020"/>
          </a:xfrm>
          <a:custGeom>
            <a:avLst/>
            <a:gdLst>
              <a:gd name="connsiteX0" fmla="*/ 0 w 12191999"/>
              <a:gd name="connsiteY0" fmla="*/ 4473360 h 4473360"/>
              <a:gd name="connsiteX1" fmla="*/ 12191999 w 12191999"/>
              <a:gd name="connsiteY1" fmla="*/ 4473360 h 4473360"/>
              <a:gd name="connsiteX2" fmla="*/ 12191999 w 12191999"/>
              <a:gd name="connsiteY2" fmla="*/ 0 h 4473360"/>
              <a:gd name="connsiteX3" fmla="*/ 0 w 12191999"/>
              <a:gd name="connsiteY3" fmla="*/ 0 h 447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73360">
                <a:moveTo>
                  <a:pt x="0" y="4473360"/>
                </a:moveTo>
                <a:lnTo>
                  <a:pt x="12191999" y="447336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5444" y="2414588"/>
            <a:ext cx="8013113" cy="1008851"/>
          </a:xfrm>
        </p:spPr>
        <p:txBody>
          <a:bodyPr anchor="ctr">
            <a:no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复变函数与积分变换</a:t>
            </a:r>
            <a:endParaRPr lang="zh-CN" altLang="en-US" sz="4200" b="1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78681" y="4212270"/>
            <a:ext cx="7101908" cy="649229"/>
          </a:xfrm>
        </p:spPr>
        <p:txBody>
          <a:bodyPr anchor="ctr">
            <a:normAutofit/>
          </a:bodyPr>
          <a:lstStyle/>
          <a:p>
            <a:r>
              <a:rPr lang="zh-CN" altLang="en-US" sz="2100" dirty="0">
                <a:solidFill>
                  <a:srgbClr val="000000"/>
                </a:solidFill>
              </a:rPr>
              <a:t>狄艳媚</a:t>
            </a:r>
            <a:endParaRPr lang="zh-CN" altLang="en-US" sz="21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0750"/>
            <a:ext cx="91440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2500126" y="692284"/>
            <a:ext cx="3199465" cy="59744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3.5</a:t>
            </a: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  留数定理</a:t>
            </a:r>
            <a:endParaRPr lang="zh-CN" altLang="en-US" sz="3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38410" y="1383040"/>
            <a:ext cx="2293620" cy="56642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教学目标：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751820" y="2003530"/>
            <a:ext cx="4524375" cy="64960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掌握留数的概念；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751820" y="2639800"/>
            <a:ext cx="7813040" cy="6762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掌握函数在奇点处留数的计算方法；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22036" y="4352395"/>
            <a:ext cx="2293620" cy="52578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难点：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83265" y="5003290"/>
            <a:ext cx="4524375" cy="57023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难点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留数的计算；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3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1"/>
          <p:cNvSpPr txBox="1"/>
          <p:nvPr/>
        </p:nvSpPr>
        <p:spPr>
          <a:xfrm>
            <a:off x="751820" y="3289405"/>
            <a:ext cx="7813040" cy="6762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掌握留数定理的内容及其在复积分中的应用。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2" grpId="0"/>
      <p:bldP spid="3" grpId="0"/>
      <p:bldP spid="4" grpId="0"/>
      <p:bldP spid="7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122036" y="598968"/>
            <a:ext cx="4333968" cy="61395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400" b="1" dirty="0">
                <a:latin typeface="楷体" panose="02010609060101010101" pitchFamily="49" charset="-122"/>
                <a:ea typeface="楷体" panose="02010609060101010101" pitchFamily="49" charset="-122"/>
              </a:rPr>
              <a:t>题外话：</a:t>
            </a:r>
            <a:endParaRPr lang="zh-CN" altLang="en-US" sz="3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464085" y="1493185"/>
            <a:ext cx="8292465" cy="423291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   1825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Cauchy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在其《关于积分限为虚数的定积分的报告》中，基于与计算实积分问题的情形类比，处理了复积分的相关问题，给出了关于留数的定义。随后，柯西进一步发展和完善留数的概念。这一定义一直沿用到现在，推广到了微分方程、级数理论及其他学科，并在相关学科中产生了深远影响，成为一个极其中重要的概念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4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122036" y="680725"/>
            <a:ext cx="4333968" cy="61395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400" b="1" dirty="0">
                <a:latin typeface="楷体" panose="02010609060101010101" pitchFamily="49" charset="-122"/>
                <a:ea typeface="楷体" panose="02010609060101010101" pitchFamily="49" charset="-122"/>
              </a:rPr>
              <a:t>一、留数的定义</a:t>
            </a:r>
            <a:endParaRPr lang="zh-CN" altLang="en-US" sz="3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05538" y="1376440"/>
                <a:ext cx="8300286" cy="9239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fontAlgn="auto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及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所围的区域内解析，则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38" y="1376440"/>
                <a:ext cx="8300286" cy="923925"/>
              </a:xfrm>
              <a:prstGeom prst="rect">
                <a:avLst/>
              </a:prstGeom>
              <a:blipFill rotWithShape="1">
                <a:blip r:embed="rId1"/>
                <a:stretch>
                  <a:fillRect l="-5" t="-43" r="8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31740" y="3207686"/>
                <a:ext cx="7467700" cy="7804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fontAlgn="auto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内有奇点，则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zh-CN" altLang="en-US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？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40" y="3207686"/>
                <a:ext cx="7467700" cy="780415"/>
              </a:xfrm>
              <a:prstGeom prst="rect">
                <a:avLst/>
              </a:prstGeom>
              <a:blipFill rotWithShape="1">
                <a:blip r:embed="rId2"/>
                <a:stretch>
                  <a:fillRect l="-8" t="-39" r="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395136" y="2115996"/>
                <a:ext cx="2997697" cy="9239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136" y="2115996"/>
                <a:ext cx="2997697" cy="923925"/>
              </a:xfrm>
              <a:prstGeom prst="rect">
                <a:avLst/>
              </a:prstGeom>
              <a:blipFill rotWithShape="1">
                <a:blip r:embed="rId3"/>
                <a:stretch>
                  <a:fillRect l="-18" t="-19" r="1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22036" y="816571"/>
            <a:ext cx="925555" cy="51684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思路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323180" y="863995"/>
                <a:ext cx="7470617" cy="5168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的一个有限孤立奇点，则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180" y="863995"/>
                <a:ext cx="7470617" cy="516848"/>
              </a:xfrm>
              <a:prstGeom prst="rect">
                <a:avLst/>
              </a:prstGeom>
              <a:blipFill rotWithShape="1">
                <a:blip r:embed="rId1"/>
                <a:stretch>
                  <a:fillRect l="-6" t="-16417" r="4" b="-16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241" y="2364673"/>
                <a:ext cx="8981440" cy="6076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C</m:t>
                    </m:r>
                    <m:r>
                      <a:rPr lang="zh-CN" altLang="en-US" sz="3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为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𝑟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内且包含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的一条简单闭曲线，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41" y="2364673"/>
                <a:ext cx="8981440" cy="607695"/>
              </a:xfrm>
              <a:prstGeom prst="rect">
                <a:avLst/>
              </a:prstGeom>
              <a:blipFill rotWithShape="1">
                <a:blip r:embed="rId2"/>
                <a:stretch>
                  <a:fillRect l="-4" t="-6572" r="4" b="-6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479236" y="1511970"/>
                <a:ext cx="7314561" cy="8477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𝑟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236" y="1511970"/>
                <a:ext cx="7314561" cy="847725"/>
              </a:xfrm>
              <a:prstGeom prst="rect">
                <a:avLst/>
              </a:prstGeom>
              <a:blipFill rotWithShape="1">
                <a:blip r:embed="rId3"/>
                <a:stretch>
                  <a:fillRect l="-4" t="-4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0" y="2753978"/>
                <a:ext cx="5683885" cy="132910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000" b="0" dirty="0"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zh-CN" altLang="ar-AE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ar-AE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zh-CN" altLang="ar-AE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zh-CN" altLang="ar-AE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ar-AE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zh-CN" altLang="ar-AE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 alt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30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30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ar-AE" sz="30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zh-CN" altLang="ar-AE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53978"/>
                <a:ext cx="5683885" cy="1329107"/>
              </a:xfrm>
              <a:prstGeom prst="rect">
                <a:avLst/>
              </a:prstGeom>
              <a:blipFill rotWithShape="1">
                <a:blip r:embed="rId4"/>
                <a:stretch>
                  <a:fillRect t="-46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4980907" y="3850150"/>
                <a:ext cx="3209290" cy="132910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zh-CN" altLang="en-US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907" y="3850150"/>
                <a:ext cx="3209290" cy="1329107"/>
              </a:xfrm>
              <a:prstGeom prst="rect">
                <a:avLst/>
              </a:prstGeom>
              <a:blipFill rotWithShape="1">
                <a:blip r:embed="rId5"/>
                <a:stretch>
                  <a:fillRect l="-19" t="-11" r="19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80726" y="4960867"/>
                <a:ext cx="5683885" cy="10452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</a:rPr>
                  <a:t>即：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zh-CN" altLang="en-US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𝑖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26" y="4960867"/>
                <a:ext cx="5683885" cy="1045210"/>
              </a:xfrm>
              <a:prstGeom prst="rect">
                <a:avLst/>
              </a:prstGeom>
              <a:blipFill rotWithShape="1">
                <a:blip r:embed="rId6"/>
                <a:stretch>
                  <a:fillRect l="-1" t="-24" r="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3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791062" y="3850151"/>
                <a:ext cx="4930391" cy="132910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ar-AE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ar-AE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ar-AE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zh-CN" altLang="ar-AE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zh-CN" altLang="ar-AE" sz="3000" i="1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ar-AE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zh-CN" altLang="ar-AE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 alt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ar-AE" sz="3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30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30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ar-AE" sz="30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sz="3000" b="0" i="1" smtClean="0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ar-AE" sz="30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zh-CN" altLang="ar-AE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62" y="3850151"/>
                <a:ext cx="4930391" cy="1329107"/>
              </a:xfrm>
              <a:prstGeom prst="rect">
                <a:avLst/>
              </a:prstGeom>
              <a:blipFill rotWithShape="1">
                <a:blip r:embed="rId7"/>
                <a:stretch>
                  <a:fillRect l="-10" t="-11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9" grpId="0"/>
      <p:bldP spid="8" grpId="0"/>
      <p:bldP spid="3" grpId="0"/>
      <p:bldP spid="4" grpId="0"/>
      <p:bldP spid="10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55289" y="531629"/>
                <a:ext cx="9137650" cy="26289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𝐷𝑒𝑓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的有限孤立奇点，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zh-CN" altLang="en-US" sz="3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的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去心邻域内任何一条围绕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的正向简单闭曲线，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的值为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处的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留数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531629"/>
                <a:ext cx="9137650" cy="2628900"/>
              </a:xfrm>
              <a:prstGeom prst="rect">
                <a:avLst/>
              </a:prstGeom>
              <a:blipFill rotWithShape="1">
                <a:blip r:embed="rId1"/>
                <a:stretch>
                  <a:fillRect t="-5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99" y="3144019"/>
                <a:ext cx="8585200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注：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1.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𝑅𝑒𝑠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𝑟𝑒𝑠𝑖𝑑𝑢𝑒</m:t>
                    </m:r>
                    <m:r>
                      <a:rPr lang="zh-CN" altLang="en-US" sz="300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的缩写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意为残留物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所以留数又称残数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.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原因：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99" y="3144019"/>
                <a:ext cx="8585200" cy="1014730"/>
              </a:xfrm>
              <a:prstGeom prst="rect">
                <a:avLst/>
              </a:prstGeom>
              <a:blipFill rotWithShape="1">
                <a:blip r:embed="rId2"/>
                <a:stretch>
                  <a:fillRect l="-1" t="-13" r="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699480" y="4103002"/>
                <a:ext cx="7158355" cy="8477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𝑟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80" y="4103002"/>
                <a:ext cx="7158355" cy="847725"/>
              </a:xfrm>
              <a:prstGeom prst="rect">
                <a:avLst/>
              </a:prstGeom>
              <a:blipFill rotWithShape="1">
                <a:blip r:embed="rId3"/>
                <a:stretch>
                  <a:fillRect l="-5" t="-31" r="5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99480" y="4613307"/>
                <a:ext cx="2040255" cy="135672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zh-CN" altLang="en-US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80" y="4613307"/>
                <a:ext cx="2040255" cy="1356728"/>
              </a:xfrm>
              <a:prstGeom prst="rect">
                <a:avLst/>
              </a:prstGeom>
              <a:blipFill rotWithShape="1">
                <a:blip r:embed="rId4"/>
                <a:stretch>
                  <a:fillRect l="-17" t="-2" r="17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610830" y="4696225"/>
                <a:ext cx="6520180" cy="11969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nary>
                          <m:naryPr>
                            <m:chr m:val="∑"/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 dirty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830" y="4696225"/>
                <a:ext cx="6520180" cy="1196975"/>
              </a:xfrm>
              <a:prstGeom prst="rect">
                <a:avLst/>
              </a:prstGeom>
              <a:blipFill rotWithShape="1">
                <a:blip r:embed="rId5"/>
                <a:stretch>
                  <a:fillRect l="-5" t="-33" r="5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61891" y="404261"/>
                <a:ext cx="2040255" cy="11658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zh-CN" altLang="en-US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1" y="404261"/>
                <a:ext cx="2040255" cy="1165860"/>
              </a:xfrm>
              <a:prstGeom prst="rect">
                <a:avLst/>
              </a:prstGeom>
              <a:blipFill rotWithShape="1">
                <a:blip r:embed="rId1"/>
                <a:stretch>
                  <a:fillRect l="-29" t="-34" r="29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53991" y="2267986"/>
                <a:ext cx="6013450" cy="14236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3000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⋯+</m:t>
                    </m:r>
                    <m:r>
                      <a:rPr lang="en-US" altLang="zh-CN" sz="3000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3000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+⋯+</m:t>
                    </m:r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nary>
                      <m:naryPr>
                        <m:chr m:val="∮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⋯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91" y="2267986"/>
                <a:ext cx="6013450" cy="1423670"/>
              </a:xfrm>
              <a:prstGeom prst="rect">
                <a:avLst/>
              </a:prstGeom>
              <a:blipFill rotWithShape="1">
                <a:blip r:embed="rId2"/>
                <a:stretch>
                  <a:fillRect l="-10" t="-28" r="10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021806" y="484271"/>
                <a:ext cx="5634355" cy="108585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3000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∮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+⋯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806" y="484271"/>
                <a:ext cx="5634355" cy="1085850"/>
              </a:xfrm>
              <a:prstGeom prst="rect">
                <a:avLst/>
              </a:prstGeom>
              <a:blipFill rotWithShape="1">
                <a:blip r:embed="rId3"/>
                <a:stretch>
                  <a:fillRect l="-11" t="-37" r="11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6357586" y="2725821"/>
                <a:ext cx="1817370" cy="8483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586" y="2725821"/>
                <a:ext cx="1817370" cy="848360"/>
              </a:xfrm>
              <a:prstGeom prst="rect">
                <a:avLst/>
              </a:prstGeom>
              <a:blipFill rotWithShape="1">
                <a:blip r:embed="rId4"/>
                <a:stretch>
                  <a:fillRect l="-33" t="-47" r="33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73651" y="1638701"/>
                <a:ext cx="838962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5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∮"/>
                        <m:ctrlPr>
                          <a:rPr lang="en-US" altLang="zh-CN" sz="25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5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5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5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5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5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5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5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5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5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5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US" altLang="zh-CN" sz="25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5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∮"/>
                        <m:ctrlPr>
                          <a:rPr lang="en-US" altLang="zh-CN" sz="25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5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500" i="1">
                            <a:latin typeface="Cambria Math" panose="02040503050406030204" charset="0"/>
                          </a:rPr>
                          <m:t>𝑑𝑧</m:t>
                        </m:r>
                      </m:e>
                    </m:nary>
                    <m:r>
                      <a:rPr lang="en-US" altLang="zh-CN" sz="250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5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∮"/>
                        <m:ctrlPr>
                          <a:rPr lang="en-US" altLang="zh-CN" sz="25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5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500" i="1">
                            <a:latin typeface="Cambria Math" panose="02040503050406030204" charset="0"/>
                          </a:rPr>
                          <m:t>(</m:t>
                        </m:r>
                        <m:r>
                          <a:rPr lang="en-US" sz="2500" i="1">
                            <a:latin typeface="Cambria Math" panose="02040503050406030204" charset="0"/>
                          </a:rPr>
                          <m:t>𝑧</m:t>
                        </m:r>
                        <m:r>
                          <a:rPr lang="en-US" sz="2500" i="1">
                            <a:latin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5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i="1">
                            <a:latin typeface="Cambria Math" panose="02040503050406030204" charset="0"/>
                          </a:rPr>
                          <m:t>)</m:t>
                        </m:r>
                      </m:e>
                    </m:nary>
                    <m:r>
                      <a:rPr lang="en-US" altLang="zh-CN" sz="25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250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⋯</m:t>
                    </m:r>
                  </m:oMath>
                </a14:m>
                <a:endParaRPr lang="en-US" altLang="zh-CN" sz="25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51" y="1638701"/>
                <a:ext cx="8389620" cy="859155"/>
              </a:xfrm>
              <a:prstGeom prst="rect">
                <a:avLst/>
              </a:prstGeom>
              <a:blipFill rotWithShape="1">
                <a:blip r:embed="rId5"/>
                <a:stretch>
                  <a:fillRect l="-7" t="-47" r="7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61891" y="3802146"/>
            <a:ext cx="862012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题外话：大家看这是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去其糟粕，存其精华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的过程。鲁迅在拿来主义中曾说，文化是不能随便拿来的。面对我们现在的自媒体时代，信息纷繁冗杂，作为大学生大家要有自己的判断能力，对信息有所取舍，做到南怀瑾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道为骨，儒为表，大度看世界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3" grpId="0"/>
      <p:bldP spid="4" grpId="0"/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202832" y="863767"/>
            <a:ext cx="8848090" cy="9975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1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注：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此定义只是对有限孤立奇点，无穷远点处的留数后面讨论；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962203" y="1443123"/>
                <a:ext cx="7474585" cy="169545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</m:e>
                    </m:nary>
                  </m:oMath>
                </a14:m>
                <a:r>
                  <a:rPr lang="en-US" altLang="zh-CN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03" y="1443123"/>
                <a:ext cx="7474585" cy="1695450"/>
              </a:xfrm>
              <a:prstGeom prst="rect">
                <a:avLst/>
              </a:prstGeom>
              <a:blipFill rotWithShape="1">
                <a:blip r:embed="rId1"/>
                <a:stretch>
                  <a:fillRect l="-2" t="-24" r="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750711" y="3606184"/>
                <a:ext cx="5986145" cy="11912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𝑅𝑒𝑠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30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711" y="3606184"/>
                <a:ext cx="5986145" cy="1191260"/>
              </a:xfrm>
              <a:prstGeom prst="rect">
                <a:avLst/>
              </a:prstGeom>
              <a:blipFill rotWithShape="1">
                <a:blip r:embed="rId2"/>
                <a:stretch>
                  <a:fillRect t="-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 txBox="1"/>
          <p:nvPr/>
        </p:nvSpPr>
        <p:spPr>
          <a:xfrm>
            <a:off x="962203" y="3105789"/>
            <a:ext cx="6670040" cy="61214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给出了计算积分的一种新方法</a:t>
            </a:r>
            <a:endParaRPr lang="en-US" altLang="zh-CN" sz="30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66303" y="418399"/>
                <a:ext cx="3991610" cy="11582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∮"/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03" y="418399"/>
                <a:ext cx="3991610" cy="1158240"/>
              </a:xfrm>
              <a:prstGeom prst="rect">
                <a:avLst/>
              </a:prstGeom>
              <a:blipFill rotWithShape="1">
                <a:blip r:embed="rId1"/>
                <a:stretch>
                  <a:fillRect l="-14" t="-49" r="14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03199" y="1608919"/>
                <a:ext cx="3991610" cy="6075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" y="1608919"/>
                <a:ext cx="3991610" cy="607591"/>
              </a:xfrm>
              <a:prstGeom prst="rect">
                <a:avLst/>
              </a:prstGeom>
              <a:blipFill rotWithShape="1">
                <a:blip r:embed="rId2"/>
                <a:stretch>
                  <a:fillRect l="-16" t="-6452" r="16" b="-6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836860" y="2420649"/>
                <a:ext cx="8138697" cy="6075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⋯]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60" y="2420649"/>
                <a:ext cx="8138697" cy="607591"/>
              </a:xfrm>
              <a:prstGeom prst="rect">
                <a:avLst/>
              </a:prstGeom>
              <a:blipFill rotWithShape="1">
                <a:blip r:embed="rId3"/>
                <a:stretch>
                  <a:fillRect l="-7" t="-44317" r="6" b="-44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978034" y="3285123"/>
                <a:ext cx="5648960" cy="11582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nary>
                      <m:naryPr>
                        <m:chr m:val="∮"/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𝑖𝑅𝑒𝑠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34" y="3285123"/>
                <a:ext cx="5648960" cy="1158240"/>
              </a:xfrm>
              <a:prstGeom prst="rect">
                <a:avLst/>
              </a:prstGeom>
              <a:blipFill rotWithShape="1">
                <a:blip r:embed="rId4"/>
                <a:stretch>
                  <a:fillRect l="-2" t="-23" r="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560813" y="4371256"/>
                <a:ext cx="1622391" cy="8021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sSub>
                        <m:sSub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813" y="4371256"/>
                <a:ext cx="1622391" cy="802196"/>
              </a:xfrm>
              <a:prstGeom prst="rect">
                <a:avLst/>
              </a:prstGeom>
              <a:blipFill rotWithShape="1">
                <a:blip r:embed="rId5"/>
                <a:stretch>
                  <a:fillRect l="-23" t="-69" r="21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508296" y="5087652"/>
                <a:ext cx="1622391" cy="8021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296" y="5087652"/>
                <a:ext cx="1622391" cy="802196"/>
              </a:xfrm>
              <a:prstGeom prst="rect">
                <a:avLst/>
              </a:prstGeom>
              <a:blipFill rotWithShape="1">
                <a:blip r:embed="rId6"/>
                <a:stretch>
                  <a:fillRect l="-34" t="-29292" r="32" b="-29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4700919" y="5087652"/>
                <a:ext cx="1622391" cy="8021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𝜋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919" y="5087652"/>
                <a:ext cx="1622391" cy="802196"/>
              </a:xfrm>
              <a:prstGeom prst="rect">
                <a:avLst/>
              </a:prstGeom>
              <a:blipFill rotWithShape="1">
                <a:blip r:embed="rId7"/>
                <a:stretch>
                  <a:fillRect l="-1" t="-28817" r="38" b="-28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31105" y="306976"/>
                <a:ext cx="8826500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05" y="306976"/>
                <a:ext cx="8826500" cy="1096010"/>
              </a:xfrm>
              <a:prstGeom prst="rect">
                <a:avLst/>
              </a:prstGeom>
              <a:blipFill rotWithShape="1">
                <a:blip r:embed="rId1"/>
                <a:stretch>
                  <a:fillRect l="-3" t="-25" r="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812806" y="2013919"/>
                <a:ext cx="5778250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806" y="2013919"/>
                <a:ext cx="5778250" cy="1096010"/>
              </a:xfrm>
              <a:prstGeom prst="rect">
                <a:avLst/>
              </a:prstGeom>
              <a:blipFill rotWithShape="1">
                <a:blip r:embed="rId2"/>
                <a:stretch>
                  <a:fillRect l="-9" t="-30" r="5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615565" y="3076575"/>
                <a:ext cx="5631180" cy="8140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=(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5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∙(−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565" y="3076575"/>
                <a:ext cx="5631180" cy="814070"/>
              </a:xfrm>
              <a:prstGeom prst="rect">
                <a:avLst/>
              </a:prstGeom>
              <a:blipFill rotWithShape="1">
                <a:blip r:embed="rId3"/>
                <a:stretch>
                  <a:fillRect t="-9594" b="-9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637488" y="4002827"/>
                <a:ext cx="5160630" cy="81404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5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2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488" y="4002827"/>
                <a:ext cx="5160630" cy="814046"/>
              </a:xfrm>
              <a:prstGeom prst="rect">
                <a:avLst/>
              </a:prstGeom>
              <a:blipFill rotWithShape="1">
                <a:blip r:embed="rId4"/>
                <a:stretch>
                  <a:fillRect l="-6" t="-286" r="6" b="-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09058" y="4816873"/>
                <a:ext cx="4719467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58" y="4816873"/>
                <a:ext cx="4719467" cy="1096010"/>
              </a:xfrm>
              <a:prstGeom prst="rect">
                <a:avLst/>
              </a:prstGeom>
              <a:blipFill rotWithShape="1">
                <a:blip r:embed="rId5"/>
                <a:stretch>
                  <a:fillRect l="-3" t="-36" r="6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757355" y="1457580"/>
                <a:ext cx="3172619" cy="76733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55" y="1457580"/>
                <a:ext cx="3172619" cy="767333"/>
              </a:xfrm>
              <a:prstGeom prst="rect">
                <a:avLst/>
              </a:prstGeom>
              <a:blipFill rotWithShape="1">
                <a:blip r:embed="rId6"/>
                <a:stretch>
                  <a:fillRect l="-14" t="-33" r="19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/>
      <p:bldP spid="11" grpId="0"/>
      <p:bldP spid="12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31105" y="306976"/>
                <a:ext cx="8826500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05" y="306976"/>
                <a:ext cx="8826500" cy="1096010"/>
              </a:xfrm>
              <a:prstGeom prst="rect">
                <a:avLst/>
              </a:prstGeom>
              <a:blipFill rotWithShape="1">
                <a:blip r:embed="rId1"/>
                <a:stretch>
                  <a:fillRect l="-3" t="-25" r="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68320" y="1285252"/>
                <a:ext cx="4403680" cy="89954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20" y="1285252"/>
                <a:ext cx="4403680" cy="899547"/>
              </a:xfrm>
              <a:prstGeom prst="rect">
                <a:avLst/>
              </a:prstGeom>
              <a:blipFill rotWithShape="1">
                <a:blip r:embed="rId2"/>
                <a:stretch>
                  <a:fillRect l="-1" t="-1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520848" y="3154611"/>
                <a:ext cx="6047014" cy="81404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∙[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(−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]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848" y="3154611"/>
                <a:ext cx="6047014" cy="814046"/>
              </a:xfrm>
              <a:prstGeom prst="rect">
                <a:avLst/>
              </a:prstGeom>
              <a:blipFill rotWithShape="1">
                <a:blip r:embed="rId3"/>
                <a:stretch>
                  <a:fillRect t="-12472" r="9" b="-12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472154" y="4051924"/>
                <a:ext cx="4160162" cy="81404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5</m:t>
                    </m:r>
                    <m:nary>
                      <m:naryPr>
                        <m:chr m:val="∑"/>
                        <m:ctrlP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(−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54" y="4051924"/>
                <a:ext cx="4160162" cy="814046"/>
              </a:xfrm>
              <a:prstGeom prst="rect">
                <a:avLst/>
              </a:prstGeom>
              <a:blipFill rotWithShape="1">
                <a:blip r:embed="rId4"/>
                <a:stretch>
                  <a:fillRect l="-5" t="-77" r="12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60710" y="4673202"/>
                <a:ext cx="4719467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10" y="4673202"/>
                <a:ext cx="4719467" cy="1096010"/>
              </a:xfrm>
              <a:prstGeom prst="rect">
                <a:avLst/>
              </a:prstGeom>
              <a:blipFill rotWithShape="1">
                <a:blip r:embed="rId5"/>
                <a:stretch>
                  <a:fillRect l="-7" t="-22" r="10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647105" y="1991596"/>
                <a:ext cx="6885155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5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+(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05" y="1991596"/>
                <a:ext cx="6885155" cy="1096010"/>
              </a:xfrm>
              <a:prstGeom prst="rect">
                <a:avLst/>
              </a:prstGeom>
              <a:blipFill rotWithShape="1">
                <a:blip r:embed="rId6"/>
                <a:stretch>
                  <a:fillRect l="-1" t="-22" r="8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5043825" y="4080188"/>
                <a:ext cx="4403680" cy="81404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3</m:t>
                    </m:r>
                    <m:nary>
                      <m:naryPr>
                        <m:chr m:val="∑"/>
                        <m:ctrlP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(−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825" y="4080188"/>
                <a:ext cx="4403680" cy="814046"/>
              </a:xfrm>
              <a:prstGeom prst="rect">
                <a:avLst/>
              </a:prstGeom>
              <a:blipFill rotWithShape="1">
                <a:blip r:embed="rId7"/>
                <a:stretch>
                  <a:fillRect t="-38" r="14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/>
      <p:bldP spid="11" grpId="0"/>
      <p:bldP spid="12" grpId="0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31105" y="306976"/>
                <a:ext cx="8826500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05" y="306976"/>
                <a:ext cx="8826500" cy="1096010"/>
              </a:xfrm>
              <a:prstGeom prst="rect">
                <a:avLst/>
              </a:prstGeom>
              <a:blipFill rotWithShape="1">
                <a:blip r:embed="rId1"/>
                <a:stretch>
                  <a:fillRect l="-3" t="-25" r="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22036" y="1158600"/>
                <a:ext cx="5607400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158600"/>
                <a:ext cx="5607400" cy="1096010"/>
              </a:xfrm>
              <a:prstGeom prst="rect">
                <a:avLst/>
              </a:prstGeom>
              <a:blipFill rotWithShape="1">
                <a:blip r:embed="rId2"/>
                <a:stretch>
                  <a:fillRect l="-2" t="-33" r="8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750349" y="2051898"/>
                <a:ext cx="2979087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49" y="2051898"/>
                <a:ext cx="2979087" cy="1096010"/>
              </a:xfrm>
              <a:prstGeom prst="rect">
                <a:avLst/>
              </a:prstGeom>
              <a:blipFill rotWithShape="1">
                <a:blip r:embed="rId3"/>
                <a:stretch>
                  <a:fillRect l="-6" t="-2163" r="16" b="-2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40594" y="3107968"/>
                <a:ext cx="8703406" cy="64206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内绕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的一条简单正向闭曲线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94" y="3107968"/>
                <a:ext cx="8703406" cy="642064"/>
              </a:xfrm>
              <a:prstGeom prst="rect">
                <a:avLst/>
              </a:prstGeom>
              <a:blipFill rotWithShape="1">
                <a:blip r:embed="rId4"/>
                <a:stretch>
                  <a:fillRect l="-6" t="-3406" b="-3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750349" y="3686440"/>
                <a:ext cx="3373786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)/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49" y="3686440"/>
                <a:ext cx="3373786" cy="1096010"/>
              </a:xfrm>
              <a:prstGeom prst="rect">
                <a:avLst/>
              </a:prstGeom>
              <a:blipFill rotWithShape="1">
                <a:blip r:embed="rId5"/>
                <a:stretch>
                  <a:fillRect l="-5" t="-2168" r="6" b="-21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750349" y="4682902"/>
                <a:ext cx="3828642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∙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2</m:t>
                    </m:r>
                    <m:r>
                      <a:rPr lang="zh-CN" altLang="en-US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𝜋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𝑖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5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49" y="4682902"/>
                <a:ext cx="3828642" cy="1096010"/>
              </a:xfrm>
              <a:prstGeom prst="rect">
                <a:avLst/>
              </a:prstGeom>
              <a:blipFill rotWithShape="1">
                <a:blip r:embed="rId6"/>
                <a:stretch>
                  <a:fillRect l="-4" t="-38" r="10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750349" y="5557444"/>
                <a:ext cx="3828642" cy="10960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49" y="5557444"/>
                <a:ext cx="3828642" cy="1096010"/>
              </a:xfrm>
              <a:prstGeom prst="rect">
                <a:avLst/>
              </a:prstGeom>
              <a:blipFill rotWithShape="1">
                <a:blip r:embed="rId7"/>
                <a:stretch>
                  <a:fillRect l="-4" t="-51" r="10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" grpId="0"/>
      <p:bldP spid="3" grpId="0"/>
      <p:bldP spid="5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45052" y="675005"/>
            <a:ext cx="4062095" cy="47117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三、留数的计算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31469" y="1308868"/>
            <a:ext cx="2180590" cy="58229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可去奇点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32989" y="1308868"/>
                <a:ext cx="4477385" cy="5822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989" y="1308868"/>
                <a:ext cx="4477385" cy="582295"/>
              </a:xfrm>
              <a:prstGeom prst="rect">
                <a:avLst/>
              </a:prstGeom>
              <a:blipFill rotWithShape="1">
                <a:blip r:embed="rId1"/>
                <a:stretch>
                  <a:fillRect l="-14" t="-8856" r="14" b="-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647699" y="1891163"/>
                <a:ext cx="3728720" cy="101606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𝑠𝑖𝑛𝑧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99" y="1891163"/>
                <a:ext cx="3728720" cy="1016068"/>
              </a:xfrm>
              <a:prstGeom prst="rect">
                <a:avLst/>
              </a:prstGeom>
              <a:blipFill rotWithShape="1">
                <a:blip r:embed="rId2"/>
                <a:stretch>
                  <a:fillRect l="-17" t="-13" r="17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/>
          <p:cNvSpPr txBox="1"/>
          <p:nvPr/>
        </p:nvSpPr>
        <p:spPr>
          <a:xfrm>
            <a:off x="553954" y="3943454"/>
            <a:ext cx="8324850" cy="58229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反之：若留数为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，则奇点为可去奇点？</a:t>
            </a: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520265" y="4739910"/>
                <a:ext cx="8324850" cy="5822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不成立，如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</a:rPr>
                  <a:t>，但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</a:rPr>
                  <a:t>为二级极点</a:t>
                </a:r>
                <a:endParaRPr lang="zh-CN" altLang="en-US" sz="3000" dirty="0">
                  <a:solidFill>
                    <a:schemeClr val="tx1"/>
                  </a:solidFill>
                  <a:latin typeface="Cambria Math" panose="02040503050406030204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5" y="4739910"/>
                <a:ext cx="8324850" cy="582295"/>
              </a:xfrm>
              <a:prstGeom prst="rect">
                <a:avLst/>
              </a:prstGeom>
              <a:blipFill rotWithShape="1">
                <a:blip r:embed="rId3"/>
                <a:stretch>
                  <a:fillRect l="-2" t="-36797" r="2" b="-36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5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97265" y="2832834"/>
                <a:ext cx="6005666" cy="101606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∞,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𝑠𝑖𝑛𝑧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65" y="2832834"/>
                <a:ext cx="6005666" cy="1016068"/>
              </a:xfrm>
              <a:prstGeom prst="rect">
                <a:avLst/>
              </a:prstGeom>
              <a:blipFill rotWithShape="1">
                <a:blip r:embed="rId4"/>
                <a:stretch>
                  <a:fillRect l="-6" t="-1885" r="3" b="-1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2" grpId="0"/>
      <p:bldP spid="9" grpId="0"/>
      <p:bldP spid="10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45052" y="675005"/>
            <a:ext cx="4062095" cy="47117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三、留数的计算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22036" y="1304022"/>
            <a:ext cx="2180590" cy="58229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本性奇点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302363" y="1304249"/>
                <a:ext cx="6632204" cy="58218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，洛朗展开式求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363" y="1304249"/>
                <a:ext cx="6632204" cy="582182"/>
              </a:xfrm>
              <a:prstGeom prst="rect">
                <a:avLst/>
              </a:prstGeom>
              <a:blipFill rotWithShape="1">
                <a:blip r:embed="rId1"/>
                <a:stretch>
                  <a:fillRect l="-7" t="-8937" r="2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466206" y="1697087"/>
                <a:ext cx="3394075" cy="13817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𝑧𝑐𝑜𝑠</m:t>
                        </m:r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06" y="1697087"/>
                <a:ext cx="3394075" cy="1381760"/>
              </a:xfrm>
              <a:prstGeom prst="rect">
                <a:avLst/>
              </a:prstGeom>
              <a:blipFill rotWithShape="1">
                <a:blip r:embed="rId2"/>
                <a:stretch>
                  <a:fillRect l="-3" t="-27" r="3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5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888114" y="2641867"/>
                <a:ext cx="8304013" cy="13817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&lt;+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∞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,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𝑧𝑐𝑜𝑠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14" y="2641867"/>
                <a:ext cx="8304013" cy="1381760"/>
              </a:xfrm>
              <a:prstGeom prst="rect">
                <a:avLst/>
              </a:prstGeom>
              <a:blipFill rotWithShape="1">
                <a:blip r:embed="rId3"/>
                <a:stretch>
                  <a:fillRect l="-5" t="-19" r="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1128587" y="3634973"/>
                <a:ext cx="6398369" cy="13817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𝑧𝑐𝑜𝑠</m:t>
                        </m:r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587" y="3634973"/>
                <a:ext cx="6398369" cy="1381760"/>
              </a:xfrm>
              <a:prstGeom prst="rect">
                <a:avLst/>
              </a:prstGeom>
              <a:blipFill rotWithShape="1">
                <a:blip r:embed="rId4"/>
                <a:stretch>
                  <a:fillRect l="-3" t="-17" r="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1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56540" y="669912"/>
                <a:ext cx="2336800" cy="5822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en-US" altLang="zh-CN" sz="3000" b="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40" y="669912"/>
                <a:ext cx="2336800" cy="582295"/>
              </a:xfrm>
              <a:prstGeom prst="rect">
                <a:avLst/>
              </a:prstGeom>
              <a:blipFill rotWithShape="1">
                <a:blip r:embed="rId1"/>
                <a:stretch>
                  <a:fillRect t="-8940" b="-8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593340" y="640790"/>
                <a:ext cx="6318250" cy="5695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级极点，则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340" y="640790"/>
                <a:ext cx="6318250" cy="569595"/>
              </a:xfrm>
              <a:prstGeom prst="rect">
                <a:avLst/>
              </a:prstGeom>
              <a:blipFill rotWithShape="1">
                <a:blip r:embed="rId2"/>
                <a:stretch>
                  <a:fillRect t="-10158" b="-102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56540" y="1128058"/>
                <a:ext cx="8679180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func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40" y="1128058"/>
                <a:ext cx="8679180" cy="964431"/>
              </a:xfrm>
              <a:prstGeom prst="rect">
                <a:avLst/>
              </a:prstGeom>
              <a:blipFill rotWithShape="1">
                <a:blip r:embed="rId3"/>
                <a:stretch>
                  <a:fillRect t="-11948" b="-11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56540" y="2011816"/>
                <a:ext cx="5085481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</m:sub>
                    </m:sSub>
                    <m:r>
                      <a:rPr lang="en-US" altLang="zh-CN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40" y="2011816"/>
                <a:ext cx="5085481" cy="964431"/>
              </a:xfrm>
              <a:prstGeom prst="rect">
                <a:avLst/>
              </a:prstGeom>
              <a:blipFill rotWithShape="1">
                <a:blip r:embed="rId4"/>
                <a:stretch>
                  <a:fillRect t="-14" r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851836" y="2795495"/>
                <a:ext cx="8154470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⋯+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36" y="2795495"/>
                <a:ext cx="8154470" cy="964431"/>
              </a:xfrm>
              <a:prstGeom prst="rect">
                <a:avLst/>
              </a:prstGeom>
              <a:blipFill rotWithShape="1">
                <a:blip r:embed="rId5"/>
                <a:stretch>
                  <a:fillRect l="-4" t="-39924" r="1" b="-39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41586" y="3735856"/>
                <a:ext cx="2336827" cy="5901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𝑚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" y="3735856"/>
                <a:ext cx="2336827" cy="590102"/>
              </a:xfrm>
              <a:prstGeom prst="rect">
                <a:avLst/>
              </a:prstGeom>
              <a:blipFill rotWithShape="1">
                <a:blip r:embed="rId6"/>
                <a:stretch>
                  <a:fillRect l="-13" t="-26" r="14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801770" y="4224484"/>
                <a:ext cx="8254602" cy="5901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⋯+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0" y="4224484"/>
                <a:ext cx="8254602" cy="590102"/>
              </a:xfrm>
              <a:prstGeom prst="rect">
                <a:avLst/>
              </a:prstGeom>
              <a:blipFill rotWithShape="1">
                <a:blip r:embed="rId7"/>
                <a:stretch>
                  <a:fillRect l="-5" t="-79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1586" y="4877723"/>
                <a:ext cx="3501056" cy="5695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两边求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阶导数：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" y="4877723"/>
                <a:ext cx="3501056" cy="569595"/>
              </a:xfrm>
              <a:prstGeom prst="rect">
                <a:avLst/>
              </a:prstGeom>
              <a:blipFill rotWithShape="1">
                <a:blip r:embed="rId8"/>
                <a:stretch>
                  <a:fillRect l="-9" t="-10195" r="-6294" b="-10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04721" y="5323172"/>
                <a:ext cx="8335478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6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6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6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26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!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+?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6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21" y="5323172"/>
                <a:ext cx="8335478" cy="964431"/>
              </a:xfrm>
              <a:prstGeom prst="rect">
                <a:avLst/>
              </a:prstGeom>
              <a:blipFill rotWithShape="1">
                <a:blip r:embed="rId9"/>
                <a:stretch>
                  <a:fillRect l="-3" t="-62" r="1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8" grpId="0"/>
      <p:bldP spid="13" grpId="0"/>
      <p:bldP spid="14" grpId="0"/>
      <p:bldP spid="2" grpId="0"/>
      <p:bldP spid="3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122036" y="497582"/>
                <a:ext cx="9365949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!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+?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?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497582"/>
                <a:ext cx="9365949" cy="964431"/>
              </a:xfrm>
              <a:prstGeom prst="rect">
                <a:avLst/>
              </a:prstGeom>
              <a:blipFill rotWithShape="1">
                <a:blip r:embed="rId1"/>
                <a:stretch>
                  <a:fillRect l="-1" t="-39" r="5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326799" y="2895705"/>
                <a:ext cx="6448926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lim>
                      </m:limLow>
                      <m:r>
                        <a:rPr lang="en-US" altLang="zh-CN" sz="28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6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6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!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99" y="2895705"/>
                <a:ext cx="6448926" cy="964431"/>
              </a:xfrm>
              <a:prstGeom prst="rect">
                <a:avLst/>
              </a:prstGeom>
              <a:blipFill rotWithShape="1">
                <a:blip r:embed="rId2"/>
                <a:stretch>
                  <a:fillRect l="-6" t="-16866" r="4" b="-16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3039895" y="1265508"/>
                <a:ext cx="6157607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!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[?+?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  <m:r>
                      <a:rPr lang="en-US" altLang="zh-CN" sz="24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895" y="1265508"/>
                <a:ext cx="6157607" cy="964431"/>
              </a:xfrm>
              <a:prstGeom prst="rect">
                <a:avLst/>
              </a:prstGeom>
              <a:blipFill rotWithShape="1">
                <a:blip r:embed="rId3"/>
                <a:stretch>
                  <a:fillRect l="-2" t="-61" r="3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968698" y="2033434"/>
                <a:ext cx="4249364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!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𝜑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698" y="2033434"/>
                <a:ext cx="4249364" cy="964431"/>
              </a:xfrm>
              <a:prstGeom prst="rect">
                <a:avLst/>
              </a:prstGeom>
              <a:blipFill rotWithShape="1">
                <a:blip r:embed="rId4"/>
                <a:stretch>
                  <a:fillRect l="-2" t="-1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363544" y="4043686"/>
                <a:ext cx="8679180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func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44" y="4043686"/>
                <a:ext cx="8679180" cy="964431"/>
              </a:xfrm>
              <a:prstGeom prst="rect">
                <a:avLst/>
              </a:prstGeom>
              <a:blipFill rotWithShape="1">
                <a:blip r:embed="rId5"/>
                <a:stretch>
                  <a:fillRect l="-4" t="-11918" r="4" b="-119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5" grpId="0"/>
      <p:bldP spid="11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90569" y="546712"/>
            <a:ext cx="612560" cy="4455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注：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761365" y="473075"/>
                <a:ext cx="7936865" cy="6489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的单极点时，则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65" y="473075"/>
                <a:ext cx="7936865" cy="648970"/>
              </a:xfrm>
              <a:prstGeom prst="rect">
                <a:avLst/>
              </a:prstGeom>
              <a:blipFill rotWithShape="1">
                <a:blip r:embed="rId1"/>
                <a:stretch>
                  <a:fillRect t="-2740" b="-2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827530" y="1150620"/>
                <a:ext cx="6358255" cy="6489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530" y="1150620"/>
                <a:ext cx="6358255" cy="648970"/>
              </a:xfrm>
              <a:prstGeom prst="rect">
                <a:avLst/>
              </a:prstGeom>
              <a:blipFill rotWithShape="1">
                <a:blip r:embed="rId2"/>
                <a:stretch>
                  <a:fillRect t="-22016" b="-22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807676" y="2088297"/>
                <a:ext cx="8281035" cy="128016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 fontAlgn="auto">
                  <a:lnSpc>
                    <a:spcPct val="110000"/>
                  </a:lnSpc>
                </a:pP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𝑄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P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𝑄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zh-CN" altLang="en-US" sz="3000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在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zh-CN" altLang="en-US" sz="3000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解析</m:t>
                    </m:r>
                    <m:r>
                      <a:rPr lang="zh-CN" altLang="en-US" sz="3000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Q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zh-CN" altLang="en-US" sz="3000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且</m:t>
                    </m:r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𝑄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  <m:r>
                      <a:rPr lang="en-US" altLang="zh-CN" sz="3000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≠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是单极点，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76" y="2088297"/>
                <a:ext cx="8281035" cy="1280160"/>
              </a:xfrm>
              <a:prstGeom prst="rect">
                <a:avLst/>
              </a:prstGeom>
              <a:blipFill rotWithShape="1">
                <a:blip r:embed="rId3"/>
                <a:stretch>
                  <a:fillRect l="-7" t="-429" r="7" b="-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272964" y="3429000"/>
                <a:ext cx="4043045" cy="10553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272964" y="3429000"/>
                <a:ext cx="4043045" cy="1055370"/>
              </a:xfrm>
              <a:prstGeom prst="rect">
                <a:avLst/>
              </a:prstGeom>
              <a:blipFill rotWithShape="1">
                <a:blip r:embed="rId6"/>
                <a:stretch>
                  <a:fillRect l="-7" r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0" y="-68676"/>
            <a:ext cx="9088711" cy="516645"/>
            <a:chOff x="0" y="82323"/>
            <a:chExt cx="9088711" cy="516645"/>
          </a:xfrm>
        </p:grpSpPr>
        <p:sp>
          <p:nvSpPr>
            <p:cNvPr id="12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38073" y="4297457"/>
                <a:ext cx="5677936" cy="10553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𝑃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𝑄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638073" y="4297457"/>
                <a:ext cx="5677936" cy="1055370"/>
              </a:xfrm>
              <a:prstGeom prst="rect">
                <a:avLst/>
              </a:prstGeom>
              <a:blipFill rotWithShape="1">
                <a:blip r:embed="rId9"/>
                <a:stretch>
                  <a:fillRect l="-9" t="-39" r="5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4649053" y="5649078"/>
                <a:ext cx="884122" cy="43892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𝑄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18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053" y="5649078"/>
                <a:ext cx="884122" cy="438929"/>
              </a:xfrm>
              <a:prstGeom prst="rect">
                <a:avLst/>
              </a:prstGeom>
              <a:blipFill rotWithShape="1">
                <a:blip r:embed="rId10"/>
                <a:stretch>
                  <a:fillRect l="-25" t="-27" r="48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305039" y="5179695"/>
                <a:ext cx="1564740" cy="10553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5305039" y="5179695"/>
                <a:ext cx="1564740" cy="1055370"/>
              </a:xfrm>
              <a:prstGeom prst="rect">
                <a:avLst/>
              </a:prstGeom>
              <a:blipFill rotWithShape="1">
                <a:blip r:embed="rId13"/>
                <a:stretch>
                  <a:fillRect l="-16" r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897574" y="5290172"/>
                <a:ext cx="2793823" cy="10553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1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𝑃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            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300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den>
                        </m:f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2897574" y="5290172"/>
                <a:ext cx="2793823" cy="1055370"/>
              </a:xfrm>
              <a:prstGeom prst="rect">
                <a:avLst/>
              </a:prstGeom>
              <a:blipFill rotWithShape="1">
                <a:blip r:embed="rId16"/>
                <a:stretch>
                  <a:fillRect l="-2" t="-59" r="19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2" grpId="0"/>
      <p:bldP spid="3" grpId="0"/>
      <p:bldP spid="8" grpId="0"/>
      <p:bldP spid="15" grpId="0"/>
      <p:bldP spid="16" grpId="0"/>
      <p:bldP spid="17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499405" y="489791"/>
                <a:ext cx="8089900" cy="1662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𝑔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𝑔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为正整数，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𝑔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≠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宋体" panose="02010600030101010101" pitchFamily="2" charset="-122"/>
                  </a:rPr>
                  <a:t>，</a:t>
                </a:r>
                <a:r>
                  <a:rPr lang="zh-CN" altLang="en-US" sz="3000" dirty="0">
                    <a:ea typeface="楷体" panose="02010609060101010101" pitchFamily="49" charset="-122"/>
                    <a:sym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𝑔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endParaRPr lang="zh-CN" altLang="en-US" sz="3000" dirty="0">
                  <a:latin typeface="Cambria Math" panose="02040503050406030204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05" y="489791"/>
                <a:ext cx="8089900" cy="1662430"/>
              </a:xfrm>
              <a:prstGeom prst="rect">
                <a:avLst/>
              </a:prstGeom>
              <a:blipFill rotWithShape="1">
                <a:blip r:embed="rId1"/>
                <a:stretch>
                  <a:fillRect l="-4" t="-12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0" y="-68676"/>
            <a:ext cx="9088711" cy="516645"/>
            <a:chOff x="0" y="82323"/>
            <a:chExt cx="9088711" cy="516645"/>
          </a:xfrm>
        </p:grpSpPr>
        <p:sp>
          <p:nvSpPr>
            <p:cNvPr id="12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93424" y="2152221"/>
                <a:ext cx="8679180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𝑔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func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24" y="2152221"/>
                <a:ext cx="8679180" cy="964431"/>
              </a:xfrm>
              <a:prstGeom prst="rect">
                <a:avLst/>
              </a:prstGeom>
              <a:blipFill rotWithShape="1">
                <a:blip r:embed="rId2"/>
                <a:stretch>
                  <a:fillRect l="-4" t="-11939" r="4" b="-11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790617" y="3222530"/>
                <a:ext cx="4284793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𝑔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)]</m:t>
                        </m:r>
                      </m:e>
                    </m:func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617" y="3222530"/>
                <a:ext cx="4284793" cy="964431"/>
              </a:xfrm>
              <a:prstGeom prst="rect">
                <a:avLst/>
              </a:prstGeom>
              <a:blipFill rotWithShape="1">
                <a:blip r:embed="rId3"/>
                <a:stretch>
                  <a:fillRect l="-10" t="-11973" r="6" b="-11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790617" y="4292839"/>
                <a:ext cx="4284793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𝑔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617" y="4292839"/>
                <a:ext cx="4284793" cy="964431"/>
              </a:xfrm>
              <a:prstGeom prst="rect">
                <a:avLst/>
              </a:prstGeom>
              <a:blipFill rotWithShape="1">
                <a:blip r:embed="rId4"/>
                <a:stretch>
                  <a:fillRect l="-10" t="-10889" r="6" b="-10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71617" y="155977"/>
                <a:ext cx="5013325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17" y="155977"/>
                <a:ext cx="5013325" cy="1181100"/>
              </a:xfrm>
              <a:prstGeom prst="rect">
                <a:avLst/>
              </a:prstGeom>
              <a:blipFill rotWithShape="1">
                <a:blip r:embed="rId1"/>
                <a:stretch>
                  <a:fillRect l="-3" t="-34" r="3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-68676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5" y="1260291"/>
                <a:ext cx="8966675" cy="9655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不同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的孤立奇点求留数的方法不同，所以首先判断奇点类型，然后再用对应方法求留数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5" y="1260291"/>
                <a:ext cx="8966675" cy="965570"/>
              </a:xfrm>
              <a:prstGeom prst="rect">
                <a:avLst/>
              </a:prstGeom>
              <a:blipFill rotWithShape="1">
                <a:blip r:embed="rId2"/>
                <a:stretch>
                  <a:fillRect l="-1" t="-47" r="7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06785" y="1991811"/>
                <a:ext cx="5903283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/(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85" y="1991811"/>
                <a:ext cx="5903283" cy="1181100"/>
              </a:xfrm>
              <a:prstGeom prst="rect">
                <a:avLst/>
              </a:prstGeom>
              <a:blipFill rotWithShape="1">
                <a:blip r:embed="rId3"/>
                <a:stretch>
                  <a:fillRect l="-7" t="-38" r="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06785" y="2838450"/>
                <a:ext cx="5242101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  <m:sup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sup>
                      </m:sSup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sSup>
                                <m:sSupPr>
                                  <m:ctrlP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85" y="2838450"/>
                <a:ext cx="5242101" cy="1181100"/>
              </a:xfrm>
              <a:prstGeom prst="rect">
                <a:avLst/>
              </a:prstGeom>
              <a:blipFill rotWithShape="1">
                <a:blip r:embed="rId4"/>
                <a:stretch>
                  <a:fillRect l="-8" r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235985" y="2815297"/>
                <a:ext cx="1666563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60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𝑧</m:t>
                              </m:r>
                              <m:sSup>
                                <m:sSupPr>
                                  <m:ctrlP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  <m:t>𝑧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𝑧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𝑖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985" y="2815297"/>
                <a:ext cx="1666563" cy="1181100"/>
              </a:xfrm>
              <a:prstGeom prst="rect">
                <a:avLst/>
              </a:prstGeom>
              <a:blipFill rotWithShape="1">
                <a:blip r:embed="rId5"/>
                <a:stretch>
                  <a:fillRect l="-25" t="-29" r="6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6746407" y="2792144"/>
                <a:ext cx="852981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6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6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407" y="2792144"/>
                <a:ext cx="852981" cy="1181100"/>
              </a:xfrm>
              <a:prstGeom prst="rect">
                <a:avLst/>
              </a:prstGeom>
              <a:blipFill rotWithShape="1">
                <a:blip r:embed="rId6"/>
                <a:stretch>
                  <a:fillRect l="-20" t="-488" r="40" b="-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06786" y="4041589"/>
                <a:ext cx="3872846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sup>
                      </m:sSup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sSup>
                                <m:sSupPr>
                                  <m:ctrlP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6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𝑃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86" y="4041589"/>
                <a:ext cx="3872846" cy="1181100"/>
              </a:xfrm>
              <a:prstGeom prst="rect">
                <a:avLst/>
              </a:prstGeom>
              <a:blipFill rotWithShape="1">
                <a:blip r:embed="rId7"/>
                <a:stretch>
                  <a:fillRect l="-11" t="-2081" r="10" b="-2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885488" y="4025470"/>
                <a:ext cx="2449663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sSup>
                            <m:sSup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|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488" y="4025470"/>
                <a:ext cx="2449663" cy="1181100"/>
              </a:xfrm>
              <a:prstGeom prst="rect">
                <a:avLst/>
              </a:prstGeom>
              <a:blipFill rotWithShape="1">
                <a:blip r:embed="rId8"/>
                <a:stretch>
                  <a:fillRect l="-23" t="-2437" r="16" b="-25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6110068" y="4025470"/>
                <a:ext cx="852981" cy="11811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6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6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068" y="4025470"/>
                <a:ext cx="852981" cy="1181100"/>
              </a:xfrm>
              <a:prstGeom prst="rect">
                <a:avLst/>
              </a:prstGeom>
              <a:blipFill rotWithShape="1">
                <a:blip r:embed="rId6"/>
                <a:stretch>
                  <a:fillRect l="-11" t="-501" r="32" b="-5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4" grpId="0"/>
      <p:bldP spid="5" grpId="0"/>
      <p:bldP spid="7" grpId="0"/>
      <p:bldP spid="11" grpId="0"/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2036" y="234984"/>
                <a:ext cx="6087745" cy="11036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是正整数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234984"/>
                <a:ext cx="6087745" cy="1103630"/>
              </a:xfrm>
              <a:prstGeom prst="rect">
                <a:avLst/>
              </a:prstGeom>
              <a:blipFill rotWithShape="1">
                <a:blip r:embed="rId1"/>
                <a:stretch>
                  <a:fillRect l="-2" t="-3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77726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130048"/>
                <a:ext cx="5359558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解：显然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130048"/>
                <a:ext cx="5359558" cy="797774"/>
              </a:xfrm>
              <a:prstGeom prst="rect">
                <a:avLst/>
              </a:prstGeom>
              <a:blipFill rotWithShape="1">
                <a:blip r:embed="rId2"/>
                <a:stretch>
                  <a:fillRect l="-2" t="-48" r="5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57205" y="1826399"/>
                <a:ext cx="5122869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{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}</m:t>
                        </m:r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05" y="1826399"/>
                <a:ext cx="5122869" cy="797774"/>
              </a:xfrm>
              <a:prstGeom prst="rect">
                <a:avLst/>
              </a:prstGeom>
              <a:blipFill rotWithShape="1">
                <a:blip r:embed="rId3"/>
                <a:stretch>
                  <a:fillRect l="-7" t="-17767" r="1" b="-17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4596622" y="1840529"/>
                <a:ext cx="2498131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622" y="1840529"/>
                <a:ext cx="2498131" cy="797774"/>
              </a:xfrm>
              <a:prstGeom prst="rect">
                <a:avLst/>
              </a:prstGeom>
              <a:blipFill rotWithShape="1">
                <a:blip r:embed="rId4"/>
                <a:stretch>
                  <a:fillRect l="-20" t="-14604" r="21" b="-14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396261" y="1813139"/>
                <a:ext cx="924894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261" y="1813139"/>
                <a:ext cx="924894" cy="797774"/>
              </a:xfrm>
              <a:prstGeom prst="rect">
                <a:avLst/>
              </a:prstGeom>
              <a:blipFill rotWithShape="1">
                <a:blip r:embed="rId5"/>
                <a:stretch>
                  <a:fillRect l="-58" t="-11011" r="26" b="-11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57206" y="2808855"/>
                <a:ext cx="2642266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𝑔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06" y="2808855"/>
                <a:ext cx="2642266" cy="797774"/>
              </a:xfrm>
              <a:prstGeom prst="rect">
                <a:avLst/>
              </a:prstGeom>
              <a:blipFill rotWithShape="1">
                <a:blip r:embed="rId6"/>
                <a:stretch>
                  <a:fillRect l="-14" t="-24627" r="15" b="-24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635349" y="2767652"/>
                <a:ext cx="1936651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349" y="2767652"/>
                <a:ext cx="1936651" cy="797774"/>
              </a:xfrm>
              <a:prstGeom prst="rect">
                <a:avLst/>
              </a:prstGeom>
              <a:blipFill rotWithShape="1">
                <a:blip r:embed="rId7"/>
                <a:stretch>
                  <a:fillRect l="-5" t="-19223" b="-19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309290" y="2760963"/>
                <a:ext cx="914514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90" y="2760963"/>
                <a:ext cx="914514" cy="797774"/>
              </a:xfrm>
              <a:prstGeom prst="rect">
                <a:avLst/>
              </a:prstGeom>
              <a:blipFill rotWithShape="1">
                <a:blip r:embed="rId8"/>
                <a:stretch>
                  <a:fillRect l="-20" t="-16156" r="32" b="-16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078495" y="2808855"/>
                <a:ext cx="924894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495" y="2808855"/>
                <a:ext cx="924894" cy="797774"/>
              </a:xfrm>
              <a:prstGeom prst="rect">
                <a:avLst/>
              </a:prstGeom>
              <a:blipFill rotWithShape="1">
                <a:blip r:embed="rId5"/>
                <a:stretch>
                  <a:fillRect l="-43" t="-11016" r="11" b="-1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06442" y="3730074"/>
                <a:ext cx="3268277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42" y="3730074"/>
                <a:ext cx="3268277" cy="797774"/>
              </a:xfrm>
              <a:prstGeom prst="rect">
                <a:avLst/>
              </a:prstGeom>
              <a:blipFill rotWithShape="1">
                <a:blip r:embed="rId9"/>
                <a:stretch>
                  <a:fillRect l="-2" t="-16248" r="19" b="-16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3284863" y="3777181"/>
                <a:ext cx="2820515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sup>
                    </m:sSup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863" y="3777181"/>
                <a:ext cx="2820515" cy="797774"/>
              </a:xfrm>
              <a:prstGeom prst="rect">
                <a:avLst/>
              </a:prstGeom>
              <a:blipFill rotWithShape="1">
                <a:blip r:embed="rId10"/>
                <a:stretch>
                  <a:fillRect t="-11010" r="17" b="-11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5807671" y="3737718"/>
                <a:ext cx="924894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671" y="3737718"/>
                <a:ext cx="924894" cy="797774"/>
              </a:xfrm>
              <a:prstGeom prst="rect">
                <a:avLst/>
              </a:prstGeom>
              <a:blipFill rotWithShape="1">
                <a:blip r:embed="rId5"/>
                <a:stretch>
                  <a:fillRect l="-64" t="-10998" r="32" b="-11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265057" y="4673315"/>
                <a:ext cx="6098229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57" y="4673315"/>
                <a:ext cx="6098229" cy="797774"/>
              </a:xfrm>
              <a:prstGeom prst="rect">
                <a:avLst/>
              </a:prstGeom>
              <a:blipFill rotWithShape="1">
                <a:blip r:embed="rId11"/>
                <a:stretch>
                  <a:fillRect l="-4" t="-14212" r="10" b="-142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722257" y="5491372"/>
                <a:ext cx="6098229" cy="79777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57" y="5491372"/>
                <a:ext cx="6098229" cy="797774"/>
              </a:xfrm>
              <a:prstGeom prst="rect">
                <a:avLst/>
              </a:prstGeom>
              <a:blipFill rotWithShape="1">
                <a:blip r:embed="rId12"/>
                <a:stretch>
                  <a:fillRect l="-4" t="-14871" r="10" b="-14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标题 1"/>
          <p:cNvSpPr txBox="1"/>
          <p:nvPr/>
        </p:nvSpPr>
        <p:spPr>
          <a:xfrm>
            <a:off x="4878217" y="5608071"/>
            <a:ext cx="3960983" cy="79777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方法很多，选择合适的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88395" y="250257"/>
                <a:ext cx="4297045" cy="1043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𝑠𝑖𝑛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5" y="250257"/>
                <a:ext cx="4297045" cy="1043940"/>
              </a:xfrm>
              <a:prstGeom prst="rect">
                <a:avLst/>
              </a:prstGeom>
              <a:blipFill rotWithShape="1">
                <a:blip r:embed="rId1"/>
                <a:stretch>
                  <a:fillRect l="-10" t="-6" r="10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-68676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88395" y="1026325"/>
                <a:ext cx="8767210" cy="1043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5" y="1026325"/>
                <a:ext cx="8767210" cy="1043940"/>
              </a:xfrm>
              <a:prstGeom prst="rect">
                <a:avLst/>
              </a:prstGeom>
              <a:blipFill rotWithShape="1">
                <a:blip r:embed="rId2"/>
                <a:stretch>
                  <a:fillRect l="-5" t="-16" r="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099229" y="3198939"/>
                <a:ext cx="4831427" cy="1043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𝑠𝑖𝑛</m:t>
                          </m:r>
                          <m:f>
                            <m:f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229" y="3198939"/>
                <a:ext cx="4831427" cy="1043940"/>
              </a:xfrm>
              <a:prstGeom prst="rect">
                <a:avLst/>
              </a:prstGeom>
              <a:blipFill rotWithShape="1">
                <a:blip r:embed="rId3"/>
                <a:stretch>
                  <a:fillRect l="-1" t="-12025" r="8" b="-12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016543" y="1823454"/>
                <a:ext cx="8767210" cy="1043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𝑠𝑖𝑛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43" y="1823454"/>
                <a:ext cx="8767210" cy="1043940"/>
              </a:xfrm>
              <a:prstGeom prst="rect">
                <a:avLst/>
              </a:prstGeom>
              <a:blipFill rotWithShape="1">
                <a:blip r:embed="rId4"/>
                <a:stretch>
                  <a:fillRect l="-6" t="-5388" r="4" b="-53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22036" y="364739"/>
                <a:ext cx="9021964" cy="150635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1)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解析且以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重零点；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2)</a:t>
                </a:r>
                <a:r>
                  <a:rPr lang="en-US" altLang="zh-CN" sz="3000" dirty="0"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64739"/>
                <a:ext cx="9021964" cy="1506354"/>
              </a:xfrm>
              <a:prstGeom prst="rect">
                <a:avLst/>
              </a:prstGeom>
              <a:blipFill rotWithShape="1">
                <a:blip r:embed="rId1"/>
                <a:stretch>
                  <a:fillRect l="-1" t="-17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-68676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5" y="1790234"/>
                <a:ext cx="9088711" cy="690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重零点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⇒</m:t>
                    </m:r>
                    <m:r>
                      <m:rPr>
                        <m:nor/>
                      </m:rPr>
                      <a:rPr lang="zh-CN" altLang="en-US" sz="28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在</m:t>
                    </m:r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  <m:sub>
                        <m:r>
                          <a:rPr lang="zh-CN" altLang="en-US" sz="28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𝛿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8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</m:sup>
                    </m:sSup>
                    <m:r>
                      <a:rPr lang="zh-CN" altLang="en-US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𝜑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5" y="1790234"/>
                <a:ext cx="9088711" cy="690356"/>
              </a:xfrm>
              <a:prstGeom prst="rect">
                <a:avLst/>
              </a:prstGeom>
              <a:blipFill rotWithShape="1">
                <a:blip r:embed="rId2"/>
                <a:stretch>
                  <a:fillRect l="-1" t="-24" r="1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762247" y="2307802"/>
                <a:ext cx="4207472" cy="6176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𝜑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解析且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𝜑</m:t>
                    </m:r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28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≠</m:t>
                    </m:r>
                    <m:r>
                      <a:rPr lang="en-US" altLang="zh-CN" sz="2800" i="1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247" y="2307802"/>
                <a:ext cx="4207472" cy="617622"/>
              </a:xfrm>
              <a:prstGeom prst="rect">
                <a:avLst/>
              </a:prstGeom>
              <a:blipFill rotWithShape="1">
                <a:blip r:embed="rId3"/>
                <a:stretch>
                  <a:fillRect l="-12" t="-34" r="11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670745" y="2987777"/>
                <a:ext cx="6933213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∴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</m:sup>
                          </m:sSup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</m:sup>
                          </m:sSup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45" y="2987777"/>
                <a:ext cx="6933213" cy="1088522"/>
              </a:xfrm>
              <a:prstGeom prst="rect">
                <a:avLst/>
              </a:prstGeom>
              <a:blipFill rotWithShape="1">
                <a:blip r:embed="rId4"/>
                <a:stretch>
                  <a:fillRect l="-3" t="-9" r="7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448786" y="4129683"/>
                <a:ext cx="2800767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𝑚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786" y="4129683"/>
                <a:ext cx="2800767" cy="1088522"/>
              </a:xfrm>
              <a:prstGeom prst="rect">
                <a:avLst/>
              </a:prstGeom>
              <a:blipFill rotWithShape="1">
                <a:blip r:embed="rId5"/>
                <a:stretch>
                  <a:fillRect l="-13" t="-26" r="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4803191" y="4138652"/>
                <a:ext cx="2800767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𝜑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zh-CN" altLang="en-US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𝜑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191" y="4138652"/>
                <a:ext cx="2800767" cy="1088522"/>
              </a:xfrm>
              <a:prstGeom prst="rect">
                <a:avLst/>
              </a:prstGeom>
              <a:blipFill rotWithShape="1">
                <a:blip r:embed="rId6"/>
                <a:stretch>
                  <a:fillRect l="-2" t="-33" r="17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70745" y="5271589"/>
                <a:ext cx="3155297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45" y="5271589"/>
                <a:ext cx="3155297" cy="1088522"/>
              </a:xfrm>
              <a:prstGeom prst="rect">
                <a:avLst/>
              </a:prstGeom>
              <a:blipFill rotWithShape="1">
                <a:blip r:embed="rId7"/>
                <a:stretch>
                  <a:fillRect l="-6" t="-42" r="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826042" y="5271589"/>
                <a:ext cx="3445844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sz="32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042" y="5271589"/>
                <a:ext cx="3445844" cy="1088522"/>
              </a:xfrm>
              <a:prstGeom prst="rect">
                <a:avLst/>
              </a:prstGeom>
              <a:blipFill rotWithShape="1">
                <a:blip r:embed="rId8"/>
                <a:stretch>
                  <a:fillRect l="-5" t="-42" r="1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8" grpId="0"/>
      <p:bldP spid="9" grpId="0"/>
      <p:bldP spid="10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6747" y="441290"/>
                <a:ext cx="7537211" cy="84175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2)</a:t>
                </a:r>
                <a:r>
                  <a:rPr lang="en-US" altLang="zh-CN" sz="3000" dirty="0"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7" y="441290"/>
                <a:ext cx="7537211" cy="841757"/>
              </a:xfrm>
              <a:prstGeom prst="rect">
                <a:avLst/>
              </a:prstGeom>
              <a:blipFill rotWithShape="1">
                <a:blip r:embed="rId1"/>
                <a:stretch>
                  <a:fillRect l="-1" t="-71" r="6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-68676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250061"/>
                <a:ext cx="8083501" cy="6903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级极点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⇒</m:t>
                    </m:r>
                    <m:r>
                      <m:rPr>
                        <m:nor/>
                      </m:rPr>
                      <a:rPr lang="zh-CN" altLang="en-US" sz="28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在</m:t>
                    </m:r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𝐵</m:t>
                        </m:r>
                      </m:e>
                      <m:sub>
                        <m:r>
                          <a:rPr lang="zh-CN" altLang="en-US" sz="280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𝛿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:r>
                  <a:rPr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28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𝜑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250061"/>
                <a:ext cx="8083501" cy="690356"/>
              </a:xfrm>
              <a:prstGeom prst="rect">
                <a:avLst/>
              </a:prstGeom>
              <a:blipFill rotWithShape="1">
                <a:blip r:embed="rId2"/>
                <a:stretch>
                  <a:fillRect l="-1" t="-55" r="1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651556" y="1920440"/>
                <a:ext cx="4207472" cy="6176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𝜑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解析且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𝜑</m:t>
                    </m:r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28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≠</m:t>
                    </m:r>
                    <m:r>
                      <a:rPr lang="en-US" altLang="zh-CN" sz="2800" i="1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556" y="1920440"/>
                <a:ext cx="4207472" cy="617622"/>
              </a:xfrm>
              <a:prstGeom prst="rect">
                <a:avLst/>
              </a:prstGeom>
              <a:blipFill rotWithShape="1">
                <a:blip r:embed="rId3"/>
                <a:stretch>
                  <a:fillRect l="-7" t="-32" r="6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632244" y="2596259"/>
                <a:ext cx="7400038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∴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4" y="2596259"/>
                <a:ext cx="7400038" cy="1088522"/>
              </a:xfrm>
              <a:prstGeom prst="rect">
                <a:avLst/>
              </a:prstGeom>
              <a:blipFill rotWithShape="1">
                <a:blip r:embed="rId4"/>
                <a:stretch>
                  <a:fillRect l="-6" t="-35" r="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429535" y="3594391"/>
                <a:ext cx="2800767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535" y="3594391"/>
                <a:ext cx="2800767" cy="1088522"/>
              </a:xfrm>
              <a:prstGeom prst="rect">
                <a:avLst/>
              </a:prstGeom>
              <a:blipFill rotWithShape="1">
                <a:blip r:embed="rId5"/>
                <a:stretch>
                  <a:fillRect l="-5" t="-27" r="20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4668437" y="3594391"/>
                <a:ext cx="2800767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en-US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𝜑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zh-CN" altLang="en-US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𝜑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解析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437" y="3594391"/>
                <a:ext cx="2800767" cy="1088522"/>
              </a:xfrm>
              <a:prstGeom prst="rect">
                <a:avLst/>
              </a:prstGeom>
              <a:blipFill rotWithShape="1">
                <a:blip r:embed="rId6"/>
                <a:stretch>
                  <a:fillRect l="-20" t="-27" r="12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32244" y="4968393"/>
                <a:ext cx="3155297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4" y="4968393"/>
                <a:ext cx="3155297" cy="1088522"/>
              </a:xfrm>
              <a:prstGeom prst="rect">
                <a:avLst/>
              </a:prstGeom>
              <a:blipFill rotWithShape="1">
                <a:blip r:embed="rId7"/>
                <a:stretch>
                  <a:fillRect l="-13" t="-14" r="13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802872" y="4929892"/>
                <a:ext cx="3632643" cy="10885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sz="32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32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872" y="4929892"/>
                <a:ext cx="3632643" cy="1088522"/>
              </a:xfrm>
              <a:prstGeom prst="rect">
                <a:avLst/>
              </a:prstGeom>
              <a:blipFill rotWithShape="1">
                <a:blip r:embed="rId8"/>
                <a:stretch>
                  <a:fillRect l="-14" t="-36" r="8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8" grpId="0"/>
      <p:bldP spid="9" grpId="0"/>
      <p:bldP spid="10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6" y="1172887"/>
                <a:ext cx="8826500" cy="11118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𝑇</m:t>
                    </m:r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ℎ</m:t>
                    </m:r>
                    <m:r>
                      <a:rPr lang="en-US" altLang="zh-CN" sz="3000" b="0" i="1" dirty="0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𝑚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是一条逐段光滑的简单闭曲线，</a:t>
                </a:r>
                <a:r>
                  <a:rPr lang="en-US" altLang="zh-CN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上解析，在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内只有有限个奇点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⋯,</m:t>
                    </m:r>
                    <m:sSub>
                      <m:sSubPr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172887"/>
                <a:ext cx="8826500" cy="1111885"/>
              </a:xfrm>
              <a:prstGeom prst="rect">
                <a:avLst/>
              </a:prstGeom>
              <a:blipFill rotWithShape="1">
                <a:blip r:embed="rId1"/>
                <a:stretch>
                  <a:fillRect l="-1" t="-4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 txBox="1"/>
          <p:nvPr/>
        </p:nvSpPr>
        <p:spPr>
          <a:xfrm>
            <a:off x="55289" y="549940"/>
            <a:ext cx="8207126" cy="57261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二、留数定理</a:t>
            </a:r>
            <a:endParaRPr lang="zh-CN" altLang="en-US" sz="3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17596" y="2017265"/>
                <a:ext cx="6149574" cy="11118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  <m:nary>
                          <m:naryPr>
                            <m:chr m:val="∑"/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𝑅𝑒𝑠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[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]</m:t>
                            </m:r>
                          </m:e>
                        </m:nary>
                      </m:e>
                    </m:nary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596" y="2017265"/>
                <a:ext cx="6149574" cy="1111885"/>
              </a:xfrm>
              <a:prstGeom prst="rect">
                <a:avLst/>
              </a:prstGeom>
              <a:blipFill rotWithShape="1">
                <a:blip r:embed="rId2"/>
                <a:stretch>
                  <a:fillRect l="-5" t="-45" r="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5289" y="3294947"/>
            <a:ext cx="2144084" cy="57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简单证明</a:t>
            </a:r>
            <a:r>
              <a:rPr lang="en-US" altLang="zh-CN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: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3227672" y="3581340"/>
                <a:ext cx="5034743" cy="11118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zh-CN" altLang="en-US" sz="300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∮"/>
                                <m:ctrlPr>
                                  <a:rPr lang="zh-CN" altLang="en-US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altLang="zh-CN" sz="300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  <m:sup/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𝑑𝑧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72" y="3581340"/>
                <a:ext cx="5034743" cy="1111885"/>
              </a:xfrm>
              <a:prstGeom prst="rect">
                <a:avLst/>
              </a:prstGeom>
              <a:blipFill rotWithShape="1">
                <a:blip r:embed="rId3"/>
                <a:stretch>
                  <a:fillRect l="-12" t="-52" r="9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199009" y="4001427"/>
            <a:ext cx="2884944" cy="57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由复合闭路定理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: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5156" y="4808345"/>
            <a:ext cx="2300351" cy="57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由留数定义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: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415017" y="4405257"/>
                <a:ext cx="5371822" cy="11118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zh-CN" altLang="en-US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𝑖𝑅𝑒𝑠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17" y="4405257"/>
                <a:ext cx="5371822" cy="1111885"/>
              </a:xfrm>
              <a:prstGeom prst="rect">
                <a:avLst/>
              </a:prstGeom>
              <a:blipFill rotWithShape="1">
                <a:blip r:embed="rId4"/>
                <a:stretch>
                  <a:fillRect l="-2" t="-24" r="9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903026" y="5294377"/>
                <a:ext cx="6778714" cy="111188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∴</m:t>
                    </m:r>
                    <m:nary>
                      <m:naryPr>
                        <m:chr m:val="∮"/>
                        <m:ctrlPr>
                          <a:rPr lang="zh-CN" altLang="en-US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𝑅𝑒𝑠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nary>
                  </m:oMath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26" y="5294377"/>
                <a:ext cx="6778714" cy="1111885"/>
              </a:xfrm>
              <a:prstGeom prst="rect">
                <a:avLst/>
              </a:prstGeom>
              <a:blipFill rotWithShape="1">
                <a:blip r:embed="rId5"/>
                <a:stretch>
                  <a:fillRect l="-1" t="-34" r="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5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150995" y="224653"/>
                <a:ext cx="5222240" cy="12153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95" y="224653"/>
                <a:ext cx="5222240" cy="1215390"/>
              </a:xfrm>
              <a:prstGeom prst="rect">
                <a:avLst/>
              </a:prstGeom>
              <a:blipFill rotWithShape="1">
                <a:blip r:embed="rId1"/>
                <a:stretch>
                  <a:fillRect l="-10" t="-41" r="10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50996" y="1241918"/>
                <a:ext cx="8842009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m:rPr>
                        <m:brk m:alnAt="23"/>
                      </m:rP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内有       和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96" y="1241918"/>
                <a:ext cx="8842009" cy="929200"/>
              </a:xfrm>
              <a:prstGeom prst="rect">
                <a:avLst/>
              </a:prstGeom>
              <a:blipFill rotWithShape="1">
                <a:blip r:embed="rId2"/>
                <a:stretch>
                  <a:fillRect l="-6" t="-9620" r="2" b="-95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683594" y="2794259"/>
                <a:ext cx="5284070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[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]=</m:t>
                      </m:r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∙</m:t>
                          </m:r>
                        </m:e>
                      </m:func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94" y="2794259"/>
                <a:ext cx="5284070" cy="929200"/>
              </a:xfrm>
              <a:prstGeom prst="rect">
                <a:avLst/>
              </a:prstGeom>
              <a:blipFill rotWithShape="1">
                <a:blip r:embed="rId3"/>
                <a:stretch>
                  <a:fillRect l="-6" t="-27158" r="11" b="-27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821880" y="2754154"/>
                <a:ext cx="2426970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880" y="2754154"/>
                <a:ext cx="2426970" cy="929200"/>
              </a:xfrm>
              <a:prstGeom prst="rect">
                <a:avLst/>
              </a:prstGeom>
              <a:blipFill rotWithShape="1">
                <a:blip r:embed="rId4"/>
                <a:stretch>
                  <a:fillRect l="-8" t="-27147" r="8" b="-27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8192903" y="2835349"/>
                <a:ext cx="734528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903" y="2835349"/>
                <a:ext cx="734528" cy="929200"/>
              </a:xfrm>
              <a:prstGeom prst="rect">
                <a:avLst/>
              </a:prstGeom>
              <a:blipFill rotWithShape="1">
                <a:blip r:embed="rId5"/>
                <a:stretch>
                  <a:fillRect l="-18" t="-8" r="82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83594" y="3900347"/>
                <a:ext cx="7127307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[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]=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[(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∙</m:t>
                          </m:r>
                        </m:e>
                      </m:func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]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94" y="3900347"/>
                <a:ext cx="7127307" cy="929200"/>
              </a:xfrm>
              <a:prstGeom prst="rect">
                <a:avLst/>
              </a:prstGeom>
              <a:blipFill rotWithShape="1">
                <a:blip r:embed="rId6"/>
                <a:stretch>
                  <a:fillRect l="-5" t="-27149" r="6" b="-27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742865" y="4877311"/>
                <a:ext cx="2037147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</m:e>
                      </m:func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den>
                      </m:f>
                      <m:sSup>
                        <m:sSup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865" y="4877311"/>
                <a:ext cx="2037147" cy="929200"/>
              </a:xfrm>
              <a:prstGeom prst="rect">
                <a:avLst/>
              </a:prstGeom>
              <a:blipFill rotWithShape="1">
                <a:blip r:embed="rId7"/>
                <a:stretch>
                  <a:fillRect l="-15" t="-19736" r="18" b="-19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977398" y="5006435"/>
                <a:ext cx="960227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398" y="5006435"/>
                <a:ext cx="960227" cy="929200"/>
              </a:xfrm>
              <a:prstGeom prst="rect">
                <a:avLst/>
              </a:prstGeom>
              <a:blipFill rotWithShape="1">
                <a:blip r:embed="rId8"/>
                <a:stretch>
                  <a:fillRect l="-2" t="-10" r="13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632053" y="2165316"/>
                <a:ext cx="6467482" cy="7588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𝐼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[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53" y="2165316"/>
                <a:ext cx="6467482" cy="758891"/>
              </a:xfrm>
              <a:prstGeom prst="rect">
                <a:avLst/>
              </a:prstGeom>
              <a:blipFill rotWithShape="1">
                <a:blip r:embed="rId9"/>
                <a:stretch>
                  <a:fillRect l="-4" t="-79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695111" y="5806511"/>
                <a:ext cx="2701981" cy="7588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" y="5806511"/>
                <a:ext cx="2701981" cy="758891"/>
              </a:xfrm>
              <a:prstGeom prst="rect">
                <a:avLst/>
              </a:prstGeom>
              <a:blipFill rotWithShape="1">
                <a:blip r:embed="rId10"/>
                <a:stretch>
                  <a:fillRect l="-16" t="-9" r="18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3148354" y="5806511"/>
                <a:ext cx="1194240" cy="7588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354" y="5806511"/>
                <a:ext cx="1194240" cy="758891"/>
              </a:xfrm>
              <a:prstGeom prst="rect">
                <a:avLst/>
              </a:prstGeom>
              <a:blipFill rotWithShape="1">
                <a:blip r:embed="rId11"/>
                <a:stretch>
                  <a:fillRect l="-2" t="-9" r="39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1"/>
          <p:cNvSpPr txBox="1"/>
          <p:nvPr/>
        </p:nvSpPr>
        <p:spPr>
          <a:xfrm>
            <a:off x="4516548" y="590116"/>
            <a:ext cx="4757393" cy="75889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2600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也先用复合闭路定理，然后用柯西积分公式和高阶导数公式</a:t>
            </a:r>
            <a:endParaRPr lang="zh-CN" altLang="en-US" sz="2600" dirty="0">
              <a:solidFill>
                <a:schemeClr val="accent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6457777" y="1422478"/>
                <a:ext cx="446062" cy="7588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777" y="1422478"/>
                <a:ext cx="446062" cy="758891"/>
              </a:xfrm>
              <a:prstGeom prst="rect">
                <a:avLst/>
              </a:prstGeom>
              <a:blipFill rotWithShape="1">
                <a:blip r:embed="rId12"/>
                <a:stretch>
                  <a:fillRect l="-104" t="-10" r="27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8560167" y="1422478"/>
                <a:ext cx="446062" cy="7588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167" y="1422478"/>
                <a:ext cx="446062" cy="758891"/>
              </a:xfrm>
              <a:prstGeom prst="rect">
                <a:avLst/>
              </a:prstGeom>
              <a:blipFill rotWithShape="1">
                <a:blip r:embed="rId13"/>
                <a:stretch>
                  <a:fillRect l="-82" t="-10" r="5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标题 1"/>
          <p:cNvSpPr txBox="1"/>
          <p:nvPr/>
        </p:nvSpPr>
        <p:spPr>
          <a:xfrm>
            <a:off x="5373235" y="1472930"/>
            <a:ext cx="1387153" cy="56846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单极点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7099535" y="1488358"/>
            <a:ext cx="1735367" cy="56846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二级极点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4604914" y="4877311"/>
                <a:ext cx="2037147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sup>
                              </m:sSup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300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914" y="4877311"/>
                <a:ext cx="2037147" cy="929200"/>
              </a:xfrm>
              <a:prstGeom prst="rect">
                <a:avLst/>
              </a:prstGeom>
              <a:blipFill rotWithShape="1">
                <a:blip r:embed="rId14"/>
                <a:stretch>
                  <a:fillRect l="-26" t="-20420" r="-14465" b="-20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72014" y="224653"/>
                <a:ext cx="5222240" cy="1113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𝑐𝑜𝑠𝑧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4" y="224653"/>
                <a:ext cx="5222240" cy="1113155"/>
              </a:xfrm>
              <a:prstGeom prst="rect">
                <a:avLst/>
              </a:prstGeom>
              <a:blipFill rotWithShape="1">
                <a:blip r:embed="rId1"/>
                <a:stretch>
                  <a:fillRect l="-4" t="-45" r="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50996" y="1241918"/>
                <a:ext cx="8842009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m:rPr>
                        <m:brk m:alnAt="23"/>
                      </m:rP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内有三级极点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96" y="1241918"/>
                <a:ext cx="8842009" cy="929200"/>
              </a:xfrm>
              <a:prstGeom prst="rect">
                <a:avLst/>
              </a:prstGeom>
              <a:blipFill rotWithShape="1">
                <a:blip r:embed="rId2"/>
                <a:stretch>
                  <a:fillRect l="-6" t="-53" r="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85174" y="2820180"/>
                <a:ext cx="4287854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func>
                        <m:func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∙</m:t>
                          </m:r>
                        </m:e>
                      </m:func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𝑐𝑜𝑠𝑧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]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174" y="2820180"/>
                <a:ext cx="4287854" cy="929200"/>
              </a:xfrm>
              <a:prstGeom prst="rect">
                <a:avLst/>
              </a:prstGeom>
              <a:blipFill rotWithShape="1">
                <a:blip r:embed="rId3"/>
                <a:stretch>
                  <a:fillRect l="-13" t="-19219" r="6" b="-19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632053" y="2165316"/>
                <a:ext cx="3872570" cy="75889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𝐼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53" y="2165316"/>
                <a:ext cx="3872570" cy="758891"/>
              </a:xfrm>
              <a:prstGeom prst="rect">
                <a:avLst/>
              </a:prstGeom>
              <a:blipFill rotWithShape="1">
                <a:blip r:embed="rId4"/>
                <a:stretch>
                  <a:fillRect l="-6" t="-79" r="15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85174" y="3862917"/>
                <a:ext cx="2641933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zh-CN" altLang="en-US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∙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(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𝑐𝑜𝑠𝑧</m:t>
                      </m:r>
                      <m:sSup>
                        <m:sSup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174" y="3862917"/>
                <a:ext cx="2641933" cy="929200"/>
              </a:xfrm>
              <a:prstGeom prst="rect">
                <a:avLst/>
              </a:prstGeom>
              <a:blipFill rotWithShape="1">
                <a:blip r:embed="rId5"/>
                <a:stretch>
                  <a:fillRect l="-22" t="-23" r="10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326884" y="4583208"/>
                <a:ext cx="1411504" cy="929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a:rPr lang="zh-CN" altLang="en-US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884" y="4583208"/>
                <a:ext cx="1411504" cy="929200"/>
              </a:xfrm>
              <a:prstGeom prst="rect">
                <a:avLst/>
              </a:prstGeom>
              <a:blipFill rotWithShape="1">
                <a:blip r:embed="rId6"/>
                <a:stretch>
                  <a:fillRect l="-26" t="-44" r="19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5" grpId="0"/>
      <p:bldP spid="9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55289" y="274321"/>
                <a:ext cx="8328025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𝑡𝑎𝑛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，</m:t>
                    </m:r>
                    <m:r>
                      <a:rPr lang="zh-CN" altLang="en-US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其中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zh-CN" altLang="en-US" sz="3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为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正整数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274321"/>
                <a:ext cx="8328025" cy="887430"/>
              </a:xfrm>
              <a:prstGeom prst="rect">
                <a:avLst/>
              </a:prstGeom>
              <a:blipFill rotWithShape="1">
                <a:blip r:embed="rId1"/>
                <a:stretch>
                  <a:fillRect l="-1" t="-8801" r="1" b="-8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55290" y="1122536"/>
                <a:ext cx="3140298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𝑡𝑎𝑛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0" y="1122536"/>
                <a:ext cx="3140298" cy="887430"/>
              </a:xfrm>
              <a:prstGeom prst="rect">
                <a:avLst/>
              </a:prstGeom>
              <a:blipFill rotWithShape="1">
                <a:blip r:embed="rId2"/>
                <a:stretch>
                  <a:fillRect l="-1" t="-4563" r="9" b="-4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040165" y="1161751"/>
                <a:ext cx="2455860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165" y="1161751"/>
                <a:ext cx="2455860" cy="887430"/>
              </a:xfrm>
              <a:prstGeom prst="rect">
                <a:avLst/>
              </a:prstGeom>
              <a:blipFill rotWithShape="1">
                <a:blip r:embed="rId3"/>
                <a:stretch>
                  <a:fillRect l="-17" t="-4760" r="4" b="-4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 txBox="1"/>
          <p:nvPr/>
        </p:nvSpPr>
        <p:spPr>
          <a:xfrm>
            <a:off x="5247558" y="1193549"/>
            <a:ext cx="1312059" cy="88743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单极点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782128" y="1931510"/>
                <a:ext cx="5705300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brk m:alnAt="7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&lt;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𝑅𝑒𝑠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𝑡𝑎𝑛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28" y="1931510"/>
                <a:ext cx="5705300" cy="887430"/>
              </a:xfrm>
              <a:prstGeom prst="rect">
                <a:avLst/>
              </a:prstGeom>
              <a:blipFill rotWithShape="1">
                <a:blip r:embed="rId4"/>
                <a:stretch>
                  <a:fillRect l="-8" t="-13792" r="5" b="-137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040406" y="2818940"/>
                <a:ext cx="5705300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brk m:alnAt="7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&lt;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𝑠𝑖𝑛</m:t>
                            </m:r>
                            <m:r>
                              <a:rPr lang="zh-CN" altLang="en-US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𝑐𝑜𝑠</m:t>
                            </m:r>
                            <m:r>
                              <a:rPr lang="zh-CN" altLang="en-US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406" y="2818940"/>
                <a:ext cx="5705300" cy="887430"/>
              </a:xfrm>
              <a:prstGeom prst="rect">
                <a:avLst/>
              </a:prstGeom>
              <a:blipFill rotWithShape="1">
                <a:blip r:embed="rId5"/>
                <a:stretch>
                  <a:fillRect l="-5" t="-14188" r="2" b="-14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040406" y="3832801"/>
                <a:ext cx="5705300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brk m:alnAt="7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&lt;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𝜋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406" y="3832801"/>
                <a:ext cx="5705300" cy="887430"/>
              </a:xfrm>
              <a:prstGeom prst="rect">
                <a:avLst/>
              </a:prstGeom>
              <a:blipFill rotWithShape="1">
                <a:blip r:embed="rId6"/>
                <a:stretch>
                  <a:fillRect l="-5" t="-13803" r="2" b="-137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040406" y="4808819"/>
                <a:ext cx="2155182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406" y="4808819"/>
                <a:ext cx="2155182" cy="887430"/>
              </a:xfrm>
              <a:prstGeom prst="rect">
                <a:avLst/>
              </a:prstGeom>
              <a:blipFill rotWithShape="1">
                <a:blip r:embed="rId7"/>
                <a:stretch>
                  <a:fillRect l="-13" t="-22035" r="12" b="-22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040406" y="5735464"/>
                <a:ext cx="1481413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𝑛𝑖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406" y="5735464"/>
                <a:ext cx="1481413" cy="887430"/>
              </a:xfrm>
              <a:prstGeom prst="rect">
                <a:avLst/>
              </a:prstGeom>
              <a:blipFill rotWithShape="1">
                <a:blip r:embed="rId8"/>
                <a:stretch>
                  <a:fillRect l="-19" t="-16" r="16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4003400" y="3959232"/>
                <a:ext cx="4611210" cy="8874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,⋯−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,⋯,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𝑛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−</m:t>
                      </m:r>
                      <m:r>
                        <a:rPr lang="en-US" altLang="zh-CN" sz="3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solidFill>
                    <a:schemeClr val="accent2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400" y="3959232"/>
                <a:ext cx="4611210" cy="887430"/>
              </a:xfrm>
              <a:prstGeom prst="rect">
                <a:avLst/>
              </a:prstGeom>
              <a:blipFill rotWithShape="1">
                <a:blip r:embed="rId9"/>
                <a:stretch>
                  <a:fillRect l="-8" t="-1" r="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5" grpId="0"/>
      <p:bldP spid="8" grpId="0"/>
      <p:bldP spid="10" grpId="0"/>
      <p:bldP spid="11" grpId="0"/>
      <p:bldP spid="12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5289" y="344432"/>
                <a:ext cx="4389755" cy="1113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练习：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344432"/>
                <a:ext cx="4389755" cy="1113155"/>
              </a:xfrm>
              <a:prstGeom prst="rect">
                <a:avLst/>
              </a:prstGeom>
              <a:blipFill rotWithShape="1">
                <a:blip r:embed="rId1"/>
                <a:stretch>
                  <a:fillRect l="-1" t="-24" r="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176453" y="2407420"/>
                <a:ext cx="4050665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53" y="2407420"/>
                <a:ext cx="4050665" cy="1104265"/>
              </a:xfrm>
              <a:prstGeom prst="rect">
                <a:avLst/>
              </a:prstGeom>
              <a:blipFill rotWithShape="1">
                <a:blip r:embed="rId2"/>
                <a:stretch>
                  <a:fillRect l="-11" t="-12" r="1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176454" y="1332565"/>
                <a:ext cx="4050665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𝑧𝑠𝑖𝑛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54" y="1332565"/>
                <a:ext cx="4050665" cy="1104265"/>
              </a:xfrm>
              <a:prstGeom prst="rect">
                <a:avLst/>
              </a:prstGeom>
              <a:blipFill rotWithShape="1">
                <a:blip r:embed="rId3"/>
                <a:stretch>
                  <a:fillRect l="-11" t="-1755" r="11" b="-1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6747" y="253408"/>
                <a:ext cx="4389755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7" y="253408"/>
                <a:ext cx="4389755" cy="992505"/>
              </a:xfrm>
              <a:prstGeom prst="rect">
                <a:avLst/>
              </a:prstGeom>
              <a:blipFill rotWithShape="1">
                <a:blip r:embed="rId1"/>
                <a:stretch>
                  <a:fillRect l="-2" t="-4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2036" y="1009605"/>
                <a:ext cx="4389755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的三级极点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009605"/>
                <a:ext cx="4389755" cy="992505"/>
              </a:xfrm>
              <a:prstGeom prst="rect">
                <a:avLst/>
              </a:prstGeom>
              <a:blipFill rotWithShape="1">
                <a:blip r:embed="rId2"/>
                <a:stretch>
                  <a:fillRect l="-3" t="-59" r="3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0" y="1833631"/>
                <a:ext cx="6001352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𝑠𝑖𝑛𝑧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)]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′′</m:t>
                        </m:r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33631"/>
                <a:ext cx="6001352" cy="992505"/>
              </a:xfrm>
              <a:prstGeom prst="rect">
                <a:avLst/>
              </a:prstGeom>
              <a:blipFill rotWithShape="1">
                <a:blip r:embed="rId3"/>
                <a:stretch>
                  <a:fillRect t="-3110" r="10" b="-30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766391" y="1833631"/>
                <a:ext cx="3322320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𝑠𝑖𝑛𝑧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′′</m:t>
                        </m:r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391" y="1833631"/>
                <a:ext cx="3322320" cy="992505"/>
              </a:xfrm>
              <a:prstGeom prst="rect">
                <a:avLst/>
              </a:prstGeom>
              <a:blipFill rotWithShape="1">
                <a:blip r:embed="rId4"/>
                <a:stretch>
                  <a:fillRect l="-18" t="-1958" r="18" b="-1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63629" y="2659832"/>
                <a:ext cx="8154470" cy="8389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⋯+</m:t>
                    </m:r>
                    <m:f>
                      <m:f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6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29" y="2659832"/>
                <a:ext cx="8154470" cy="838952"/>
              </a:xfrm>
              <a:prstGeom prst="rect">
                <a:avLst/>
              </a:prstGeom>
              <a:blipFill rotWithShape="1">
                <a:blip r:embed="rId5"/>
                <a:stretch>
                  <a:fillRect l="-5" t="-4065" r="3" b="-4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63629" y="3615536"/>
                <a:ext cx="8989062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p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p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</m:sSup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                                                             </m:t>
                    </m:r>
                    <m:r>
                      <a:rPr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⋯+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𝑚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</m:sSup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6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29" y="3615536"/>
                <a:ext cx="8989062" cy="964431"/>
              </a:xfrm>
              <a:prstGeom prst="rect">
                <a:avLst/>
              </a:prstGeom>
              <a:blipFill rotWithShape="1">
                <a:blip r:embed="rId6"/>
                <a:stretch>
                  <a:fillRect l="-5" t="-14930" r="5" b="-14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-377492" y="4579967"/>
                <a:ext cx="7880385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[</m:t>
                      </m:r>
                      <m:sSup>
                        <m:sSupPr>
                          <m:ctrlPr>
                            <a:rPr lang="en-US" altLang="zh-CN" sz="26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𝑘</m:t>
                          </m:r>
                        </m:sup>
                      </m:sSup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sSup>
                        <m:sSupPr>
                          <m:ctrl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]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  <m: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𝑘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!+∗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6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6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26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</m:t>
                      </m:r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7492" y="4579967"/>
                <a:ext cx="7880385" cy="964431"/>
              </a:xfrm>
              <a:prstGeom prst="rect">
                <a:avLst/>
              </a:prstGeom>
              <a:blipFill rotWithShape="1">
                <a:blip r:embed="rId7"/>
                <a:stretch>
                  <a:fillRect l="4" t="-36" r="5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66747" y="5661150"/>
                <a:ext cx="7550045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func>
                        <m:func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]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𝑚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𝑘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7" y="5661150"/>
                <a:ext cx="7550045" cy="964431"/>
              </a:xfrm>
              <a:prstGeom prst="rect">
                <a:avLst/>
              </a:prstGeom>
              <a:blipFill rotWithShape="1">
                <a:blip r:embed="rId8"/>
                <a:stretch>
                  <a:fillRect l="-1" t="-13" r="8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5" grpId="0"/>
      <p:bldP spid="9" grpId="0"/>
      <p:bldP spid="10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6747" y="253408"/>
                <a:ext cx="4389755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7" y="253408"/>
                <a:ext cx="4389755" cy="992505"/>
              </a:xfrm>
              <a:prstGeom prst="rect">
                <a:avLst/>
              </a:prstGeom>
              <a:blipFill rotWithShape="1">
                <a:blip r:embed="rId1"/>
                <a:stretch>
                  <a:fillRect l="-2" t="-4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122036" y="5583223"/>
            <a:ext cx="864301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由定理的推导知：将</a:t>
            </a:r>
            <a:r>
              <a:rPr lang="en-US" altLang="zh-CN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m</a:t>
            </a: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取得比实际级数高，有时计算比较简单。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2036" y="1009605"/>
                <a:ext cx="4389755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的三级极点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009605"/>
                <a:ext cx="4389755" cy="992505"/>
              </a:xfrm>
              <a:prstGeom prst="rect">
                <a:avLst/>
              </a:prstGeom>
              <a:blipFill rotWithShape="1">
                <a:blip r:embed="rId2"/>
                <a:stretch>
                  <a:fillRect l="-3" t="-59" r="3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0" y="2648352"/>
                <a:ext cx="6001352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𝑠𝑖𝑛𝑧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6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sup>
                        </m:sSup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48352"/>
                <a:ext cx="6001352" cy="992505"/>
              </a:xfrm>
              <a:prstGeom prst="rect">
                <a:avLst/>
              </a:prstGeom>
              <a:blipFill rotWithShape="1">
                <a:blip r:embed="rId3"/>
                <a:stretch>
                  <a:fillRect t="-3112" r="10" b="-3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508239" y="3567565"/>
                <a:ext cx="3493113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𝑠𝑖𝑛𝑧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sup>
                        </m:sSup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239" y="3567565"/>
                <a:ext cx="3493113" cy="992505"/>
              </a:xfrm>
              <a:prstGeom prst="rect">
                <a:avLst/>
              </a:prstGeom>
              <a:blipFill rotWithShape="1">
                <a:blip r:embed="rId4"/>
                <a:stretch>
                  <a:fillRect l="-18" t="-1933" r="17" b="-1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-72819" y="1843016"/>
                <a:ext cx="7550045" cy="96443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func>
                        <m:func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ea typeface="楷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+</m:t>
                              </m:r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]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𝑚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𝑘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819" y="1843016"/>
                <a:ext cx="7550045" cy="964431"/>
              </a:xfrm>
              <a:prstGeom prst="rect">
                <a:avLst/>
              </a:prstGeom>
              <a:blipFill rotWithShape="1">
                <a:blip r:embed="rId5"/>
                <a:stretch>
                  <a:fillRect l="6" t="-26" r="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508238" y="4446193"/>
                <a:ext cx="3493113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238" y="4446193"/>
                <a:ext cx="3493113" cy="992505"/>
              </a:xfrm>
              <a:prstGeom prst="rect">
                <a:avLst/>
              </a:prstGeom>
              <a:blipFill rotWithShape="1">
                <a:blip r:embed="rId6"/>
                <a:stretch>
                  <a:fillRect l="-18" t="-1976" r="17" b="-1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5155185" y="4431516"/>
                <a:ext cx="3493113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185" y="4431516"/>
                <a:ext cx="3493113" cy="992505"/>
              </a:xfrm>
              <a:prstGeom prst="rect">
                <a:avLst/>
              </a:prstGeom>
              <a:blipFill rotWithShape="1">
                <a:blip r:embed="rId7"/>
                <a:stretch>
                  <a:fillRect l="-7" t="-49" r="7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2" grpId="1"/>
      <p:bldP spid="3" grpId="0"/>
      <p:bldP spid="4" grpId="0"/>
      <p:bldP spid="5" grpId="0"/>
      <p:bldP spid="13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57213" y="272415"/>
                <a:ext cx="4050665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𝑧𝑠𝑖𝑛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13" y="272415"/>
                <a:ext cx="4050665" cy="1104265"/>
              </a:xfrm>
              <a:prstGeom prst="rect">
                <a:avLst/>
              </a:prstGeom>
              <a:blipFill rotWithShape="1">
                <a:blip r:embed="rId1"/>
                <a:stretch>
                  <a:fillRect l="-9" t="-1725" r="9" b="-1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57213" y="1096963"/>
                <a:ext cx="5314749" cy="107689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m:rPr>
                        <m:brk m:alnAt="23"/>
                      </m:rP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内有奇点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13" y="1096963"/>
                <a:ext cx="5314749" cy="1076894"/>
              </a:xfrm>
              <a:prstGeom prst="rect">
                <a:avLst/>
              </a:prstGeom>
              <a:blipFill rotWithShape="1">
                <a:blip r:embed="rId2"/>
                <a:stretch>
                  <a:fillRect l="-7" t="-30" r="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4247951" y="641193"/>
                <a:ext cx="4896049" cy="62053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zh-CN" altLang="en-US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在单位圆外</a:t>
                </a:r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不考虑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951" y="641193"/>
                <a:ext cx="4896049" cy="620539"/>
              </a:xfrm>
              <a:prstGeom prst="rect">
                <a:avLst/>
              </a:prstGeom>
              <a:blipFill rotWithShape="1">
                <a:blip r:embed="rId3"/>
                <a:stretch>
                  <a:fillRect l="-9" t="-77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512066" y="1162701"/>
                <a:ext cx="3189172" cy="107689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den>
                    </m:f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⇒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066" y="1162701"/>
                <a:ext cx="3189172" cy="1076894"/>
              </a:xfrm>
              <a:prstGeom prst="rect">
                <a:avLst/>
              </a:prstGeom>
              <a:blipFill rotWithShape="1">
                <a:blip r:embed="rId4"/>
                <a:stretch>
                  <a:fillRect l="-8" t="-1" r="1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97286" y="2265492"/>
                <a:ext cx="4050665" cy="728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𝐼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𝑧𝑠𝑖𝑛𝑧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86" y="2265492"/>
                <a:ext cx="4050665" cy="728270"/>
              </a:xfrm>
              <a:prstGeom prst="rect">
                <a:avLst/>
              </a:prstGeom>
              <a:blipFill rotWithShape="1">
                <a:blip r:embed="rId5"/>
                <a:stretch>
                  <a:fillRect l="-11" t="-21336" r="11" b="-2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796337" y="2241258"/>
                <a:ext cx="3465923" cy="728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𝑧𝑠𝑖𝑛𝑧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300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3000" i="1">
                                            <a:latin typeface="Cambria Math" panose="02040503050406030204" charset="0"/>
                                            <a:ea typeface="楷体" panose="02010609060101010101" pitchFamily="49" charset="-122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  <m: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 </m:t>
                        </m:r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337" y="2241258"/>
                <a:ext cx="3465923" cy="728270"/>
              </a:xfrm>
              <a:prstGeom prst="rect">
                <a:avLst/>
              </a:prstGeom>
              <a:blipFill rotWithShape="1">
                <a:blip r:embed="rId6"/>
                <a:stretch>
                  <a:fillRect l="-9" t="-21322" r="12" b="-2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07706" y="3158562"/>
                <a:ext cx="4487806" cy="728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4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+⋯)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2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!</m:t>
                                    </m:r>
                                  </m:den>
                                </m:f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3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!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+⋯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06" y="3158562"/>
                <a:ext cx="4487806" cy="728270"/>
              </a:xfrm>
              <a:prstGeom prst="rect">
                <a:avLst/>
              </a:prstGeom>
              <a:blipFill rotWithShape="1">
                <a:blip r:embed="rId7"/>
                <a:stretch>
                  <a:fillRect l="-8" t="-55988" r="13" b="-55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501290" y="5331164"/>
                <a:ext cx="5928385" cy="728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𝜑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sz="300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 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  <m:r>
                              <a:rPr lang="zh-CN" altLang="en-US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𝜓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𝜓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90" y="5331164"/>
                <a:ext cx="5928385" cy="728270"/>
              </a:xfrm>
              <a:prstGeom prst="rect">
                <a:avLst/>
              </a:prstGeom>
              <a:blipFill rotWithShape="1">
                <a:blip r:embed="rId8"/>
                <a:stretch>
                  <a:fillRect l="-5" t="-28123" r="5" b="-28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21315" y="4273739"/>
                <a:ext cx="4426070" cy="728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 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!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4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+⋯)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[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2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!</m:t>
                                    </m:r>
                                  </m:den>
                                </m:f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3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Cambria Math" panose="02040503050406030204" charset="0"/>
                                      </a:rPr>
                                      <m:t>!</m:t>
                                    </m:r>
                                  </m:den>
                                </m:f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+⋯)]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15" y="4273739"/>
                <a:ext cx="4426070" cy="728270"/>
              </a:xfrm>
              <a:prstGeom prst="rect">
                <a:avLst/>
              </a:prstGeom>
              <a:blipFill rotWithShape="1">
                <a:blip r:embed="rId9"/>
                <a:stretch>
                  <a:fillRect l="-14" t="-56004" r="2" b="-55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6160167" y="5440410"/>
                <a:ext cx="1232033" cy="7282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167" y="5440410"/>
                <a:ext cx="1232033" cy="728270"/>
              </a:xfrm>
              <a:prstGeom prst="rect">
                <a:avLst/>
              </a:prstGeom>
              <a:blipFill rotWithShape="1">
                <a:blip r:embed="rId10"/>
                <a:stretch>
                  <a:fillRect l="-3" t="-50" r="13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25755" y="193675"/>
                <a:ext cx="4050665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55" y="193675"/>
                <a:ext cx="4050665" cy="11042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776554" y="995362"/>
                <a:ext cx="4247833" cy="992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的九级极点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54" y="995362"/>
                <a:ext cx="4247833" cy="992505"/>
              </a:xfrm>
              <a:prstGeom prst="rect">
                <a:avLst/>
              </a:prstGeom>
              <a:blipFill rotWithShape="1">
                <a:blip r:embed="rId2"/>
                <a:stretch>
                  <a:fillRect l="-14" t="-2975" r="6" b="-3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776554" y="1712863"/>
                <a:ext cx="6947736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]=</m:t>
                    </m:r>
                    <m:f>
                      <m:fPr>
                        <m:ctrlPr>
                          <a:rPr lang="en-US" altLang="zh-CN" sz="320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20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8</m:t>
                        </m:r>
                        <m: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20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2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</m:t>
                        </m:r>
                        <m:sSup>
                          <m:sSupPr>
                            <m:ctrlP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]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8</m:t>
                                </m:r>
                              </m:e>
                            </m:d>
                          </m:sup>
                        </m:sSup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计算麻烦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54" y="1712863"/>
                <a:ext cx="6947736" cy="1104265"/>
              </a:xfrm>
              <a:prstGeom prst="rect">
                <a:avLst/>
              </a:prstGeom>
              <a:blipFill rotWithShape="1">
                <a:blip r:embed="rId3"/>
                <a:stretch>
                  <a:fillRect l="-8" t="-369" r="2" b="-3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813450" y="2705368"/>
                <a:ext cx="5293779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𝑐𝑜𝑠</m:t>
                          </m:r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9</m:t>
                              </m:r>
                            </m:sup>
                          </m:sSup>
                        </m:den>
                      </m:f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⋯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0" y="2705368"/>
                <a:ext cx="5293779" cy="1104265"/>
              </a:xfrm>
              <a:prstGeom prst="rect">
                <a:avLst/>
              </a:prstGeom>
              <a:blipFill rotWithShape="1">
                <a:blip r:embed="rId4"/>
                <a:stretch>
                  <a:fillRect t="-11985" r="8" b="-12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5913988" y="2761248"/>
                <a:ext cx="2003544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988" y="2761248"/>
                <a:ext cx="2003544" cy="1104265"/>
              </a:xfrm>
              <a:prstGeom prst="rect">
                <a:avLst/>
              </a:prstGeom>
              <a:blipFill rotWithShape="1">
                <a:blip r:embed="rId5"/>
                <a:stretch>
                  <a:fillRect l="-12" t="-7615" r="18" b="-7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776554" y="3913533"/>
                <a:ext cx="4993941" cy="11042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𝑐𝑜𝑠</m:t>
                              </m:r>
                              <m:sSup>
                                <m:sSupPr>
                                  <m:ctrlP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9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4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54" y="3913533"/>
                <a:ext cx="4993941" cy="1104265"/>
              </a:xfrm>
              <a:prstGeom prst="rect">
                <a:avLst/>
              </a:prstGeom>
              <a:blipFill rotWithShape="1">
                <a:blip r:embed="rId6"/>
                <a:stretch>
                  <a:fillRect l="-12" t="-19266" r="5" b="-19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标题 1"/>
          <p:cNvSpPr txBox="1"/>
          <p:nvPr/>
        </p:nvSpPr>
        <p:spPr>
          <a:xfrm>
            <a:off x="1010768" y="5272187"/>
            <a:ext cx="4903220" cy="99250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方法归纳总结，灵活应用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3" grpId="0"/>
      <p:bldP spid="5" grpId="0"/>
      <p:bldP spid="8" grpId="0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62560" y="419702"/>
            <a:ext cx="4677410" cy="62484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</a:rPr>
              <a:t>四、无穷远点的留数</a:t>
            </a:r>
            <a:endParaRPr lang="zh-CN" altLang="en-US" sz="3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97815" y="1043272"/>
                <a:ext cx="8713470" cy="18700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𝐷𝑒𝑓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设无穷远点是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的孤立奇点，</a:t>
                </a:r>
                <a:r>
                  <a:rPr lang="en-US" altLang="zh-CN" sz="300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的解析环域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内绕原点的任何一条简单逐段光滑曲线，称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15" y="1043272"/>
                <a:ext cx="8713470" cy="1870075"/>
              </a:xfrm>
              <a:prstGeom prst="rect">
                <a:avLst/>
              </a:prstGeom>
              <a:blipFill rotWithShape="1">
                <a:blip r:embed="rId1"/>
                <a:stretch>
                  <a:fillRect t="-5024" b="-4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684346" y="1970389"/>
                <a:ext cx="5925452" cy="12479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=−</m:t>
                        </m:r>
                      </m:e>
                    </m:nary>
                  </m:oMath>
                </a14:m>
                <a:r>
                  <a:rPr lang="en-US" altLang="zh-CN" sz="300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zh-CN" altLang="en-US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46" y="1970389"/>
                <a:ext cx="5925452" cy="1247909"/>
              </a:xfrm>
              <a:prstGeom prst="rect">
                <a:avLst/>
              </a:prstGeom>
              <a:blipFill rotWithShape="1">
                <a:blip r:embed="rId2"/>
                <a:stretch>
                  <a:fillRect l="-3" t="-50" r="8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97815" y="3030688"/>
                <a:ext cx="8358505" cy="7645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为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在无穷远点的留数，记为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∞]</m:t>
                    </m:r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15" y="3030688"/>
                <a:ext cx="8358505" cy="764540"/>
              </a:xfrm>
              <a:prstGeom prst="rect">
                <a:avLst/>
              </a:prstGeom>
              <a:blipFill rotWithShape="1">
                <a:blip r:embed="rId3"/>
                <a:stretch>
                  <a:fillRect t="-61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1"/>
          <p:cNvSpPr txBox="1"/>
          <p:nvPr/>
        </p:nvSpPr>
        <p:spPr>
          <a:xfrm>
            <a:off x="297815" y="4033487"/>
            <a:ext cx="8548370" cy="201739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注：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在有限奇点留数定义中，积分曲线选取绕奇点逆时针方向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沿曲线走奇点在左侧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，因此为了保持一致性，此处曲线取顺时针</a:t>
            </a:r>
            <a:r>
              <a:rPr lang="en-US" altLang="zh-CN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13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97815" y="320040"/>
            <a:ext cx="8548370" cy="9588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题外话：这里利用哲学中的对立统一，更好理解。</a:t>
            </a:r>
            <a:endParaRPr lang="zh-CN" altLang="en-US" sz="3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5511800" y="1278255"/>
                <a:ext cx="3334385" cy="43300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是互相对立的，曲线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对于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点的正向是逆时针的，那对于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的正向就是顺时针</a:t>
                </a:r>
                <a:endParaRPr lang="zh-CN" altLang="en-US" sz="3000" dirty="0">
                  <a:solidFill>
                    <a:schemeClr val="tx1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1278255"/>
                <a:ext cx="3334385" cy="4330065"/>
              </a:xfrm>
              <a:prstGeom prst="rect">
                <a:avLst/>
              </a:prstGeom>
              <a:blipFill rotWithShape="1">
                <a:blip r:embed="rId1"/>
                <a:stretch>
                  <a:fillRect r="-8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759960" y="1232280"/>
              <a:ext cx="4153320" cy="518328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759960" y="1232280"/>
                <a:ext cx="4153320" cy="51832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0" y="885670"/>
                <a:ext cx="767394" cy="36178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0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注</m:t>
                      </m:r>
                    </m:oMath>
                  </m:oMathPara>
                </a14:m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85670"/>
                <a:ext cx="767394" cy="361784"/>
              </a:xfrm>
              <a:prstGeom prst="rect">
                <a:avLst/>
              </a:prstGeom>
              <a:blipFill rotWithShape="1">
                <a:blip r:embed="rId1"/>
                <a:stretch>
                  <a:fillRect t="-48225" r="41" b="-481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839169" y="635953"/>
                <a:ext cx="7265303" cy="14344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zh-CN" altLang="en-US" sz="30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若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dirty="0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的洛朗展开式为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=−∞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=−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69" y="635953"/>
                <a:ext cx="7265303" cy="1434465"/>
              </a:xfrm>
              <a:prstGeom prst="rect">
                <a:avLst/>
              </a:prstGeom>
              <a:blipFill rotWithShape="1">
                <a:blip r:embed="rId2"/>
                <a:stretch>
                  <a:fillRect l="-5" t="-1970" r="8" b="-2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805479" y="2992503"/>
                <a:ext cx="7857356" cy="6934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的可去奇点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不一定为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79" y="2992503"/>
                <a:ext cx="7857356" cy="693420"/>
              </a:xfrm>
              <a:prstGeom prst="rect">
                <a:avLst/>
              </a:prstGeom>
              <a:blipFill rotWithShape="1">
                <a:blip r:embed="rId3"/>
                <a:stretch>
                  <a:fillRect l="-4" t="-55" r="2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05479" y="2183230"/>
                <a:ext cx="2340129" cy="948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𝐸𝑔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:</m:t>
                      </m:r>
                      <m:r>
                        <a:rPr lang="en-US" altLang="zh-CN" sz="3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𝑅𝑒𝑠</m:t>
                      </m:r>
                      <m:r>
                        <a:rPr lang="en-US" altLang="zh-CN" sz="3000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f>
                        <m:fPr>
                          <m:ctrlPr>
                            <a:rPr lang="en-US" altLang="zh-CN" sz="3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3000" i="1">
                          <a:latin typeface="Cambria Math" panose="02040503050406030204" charset="0"/>
                          <a:cs typeface="Cambria Math" panose="02040503050406030204" charset="0"/>
                        </a:rPr>
                        <m:t>,∞]</m:t>
                      </m:r>
                    </m:oMath>
                  </m:oMathPara>
                </a14:m>
                <a:endParaRPr lang="en-US" altLang="zh-CN" sz="30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79" y="2183230"/>
                <a:ext cx="2340129" cy="948690"/>
              </a:xfrm>
              <a:prstGeom prst="rect">
                <a:avLst/>
              </a:prstGeom>
              <a:blipFill rotWithShape="1">
                <a:blip r:embed="rId4"/>
                <a:stretch>
                  <a:fillRect l="-13" t="-11" r="-299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145608" y="2448025"/>
                <a:ext cx="1099820" cy="55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latin typeface="Cambria Math" panose="02040503050406030204" charset="0"/>
                          <a:cs typeface="Cambria Math" panose="02040503050406030204" charset="0"/>
                        </a:rPr>
                        <m:t>=−</m:t>
                      </m:r>
                      <m:r>
                        <a:rPr lang="en-US" altLang="zh-CN" sz="3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en-US" altLang="zh-CN" sz="30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608" y="2448025"/>
                <a:ext cx="1099820" cy="553085"/>
              </a:xfrm>
              <a:prstGeom prst="rect">
                <a:avLst/>
              </a:prstGeom>
              <a:blipFill rotWithShape="1">
                <a:blip r:embed="rId5"/>
                <a:stretch>
                  <a:fillRect l="-41" t="-18" r="41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781464" y="3871262"/>
                <a:ext cx="7905385" cy="11493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𝑄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: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奇点类型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6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6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𝜉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奇点类型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问：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𝜉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26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?</m:t>
                    </m:r>
                  </m:oMath>
                </a14:m>
                <a:endParaRPr lang="zh-CN" altLang="en-US" sz="2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64" y="3871262"/>
                <a:ext cx="7905385" cy="1149309"/>
              </a:xfrm>
              <a:prstGeom prst="rect">
                <a:avLst/>
              </a:prstGeom>
              <a:blipFill rotWithShape="1">
                <a:blip r:embed="rId6"/>
                <a:stretch>
                  <a:fillRect l="-5" t="-4336" r="1" b="-4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39169" y="5287326"/>
                <a:ext cx="6288338" cy="859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8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𝜉</m:t>
                            </m:r>
                          </m:den>
                        </m:f>
                      </m:e>
                    </m:d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𝜉</m:t>
                    </m:r>
                    <m:r>
                      <a:rPr lang="zh-CN" altLang="en-US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⇒</m:t>
                    </m:r>
                    <m:r>
                      <a:rPr lang="en-US" altLang="zh-CN" sz="28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28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𝜉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en-US" altLang="zh-CN" sz="2800" dirty="0"/>
                  <a:t> </a:t>
                </a:r>
                <a:endParaRPr lang="en-US" altLang="zh-CN" sz="2800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69" y="5287326"/>
                <a:ext cx="6288338" cy="859210"/>
              </a:xfrm>
              <a:prstGeom prst="rect">
                <a:avLst/>
              </a:prstGeom>
              <a:blipFill rotWithShape="1">
                <a:blip r:embed="rId7"/>
                <a:stretch>
                  <a:fillRect l="-5" t="-37" r="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1" grpId="0"/>
      <p:bldP spid="2" grpId="0"/>
      <p:bldP spid="2" grpId="1"/>
      <p:bldP spid="3" grpId="0"/>
      <p:bldP spid="3" grpId="1"/>
      <p:bldP spid="5" grpId="0"/>
      <p:bldP spid="10" grpId="0"/>
      <p:bldP spid="10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77756" y="381970"/>
                <a:ext cx="8910955" cy="14408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作为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的奇点类型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=0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作为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的奇点类型相同，但留数不一定相等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56" y="381970"/>
                <a:ext cx="8910955" cy="1440815"/>
              </a:xfrm>
              <a:prstGeom prst="rect">
                <a:avLst/>
              </a:prstGeom>
              <a:blipFill rotWithShape="1">
                <a:blip r:embed="rId1"/>
                <a:stretch>
                  <a:fillRect l="-7" t="-23" r="-3079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61141" y="5155364"/>
                <a:ext cx="7822565" cy="11512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41" y="5155364"/>
                <a:ext cx="7822565" cy="1151255"/>
              </a:xfrm>
              <a:prstGeom prst="rect">
                <a:avLst/>
              </a:prstGeom>
              <a:blipFill rotWithShape="1">
                <a:blip r:embed="rId2"/>
                <a:stretch>
                  <a:fillRect l="-6" t="-38" r="6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77756" y="1598826"/>
                <a:ext cx="7911168" cy="659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∞,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=⋯+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+⋯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56" y="1598826"/>
                <a:ext cx="7911168" cy="659314"/>
              </a:xfrm>
              <a:prstGeom prst="rect">
                <a:avLst/>
              </a:prstGeom>
              <a:blipFill rotWithShape="1">
                <a:blip r:embed="rId3"/>
                <a:stretch>
                  <a:fillRect l="-7" t="-81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817749" y="2150070"/>
                <a:ext cx="4223087" cy="659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⇒</m:t>
                      </m:r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,∞</m:t>
                          </m:r>
                        </m:e>
                      </m:d>
                      <m:r>
                        <a:rPr lang="en-US" altLang="zh-CN" sz="3000" b="0" i="1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Cambria Math" panose="02040503050406030204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749" y="2150070"/>
                <a:ext cx="4223087" cy="659314"/>
              </a:xfrm>
              <a:prstGeom prst="rect">
                <a:avLst/>
              </a:prstGeom>
              <a:blipFill rotWithShape="1">
                <a:blip r:embed="rId4"/>
                <a:stretch>
                  <a:fillRect t="-90" r="8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16840" y="2706506"/>
                <a:ext cx="7911168" cy="659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𝜔</m:t>
                            </m:r>
                          </m:den>
                        </m:f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=⋯+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zh-CN" altLang="en-US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𝜔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CN" altLang="en-US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𝜔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+⋯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" y="2706506"/>
                <a:ext cx="7911168" cy="659314"/>
              </a:xfrm>
              <a:prstGeom prst="rect">
                <a:avLst/>
              </a:prstGeom>
              <a:blipFill rotWithShape="1">
                <a:blip r:embed="rId5"/>
                <a:stretch>
                  <a:fillRect t="-6474" r="4" b="-6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817749" y="3377846"/>
                <a:ext cx="4223087" cy="659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zh-CN" sz="3000" b="0" dirty="0">
                    <a:solidFill>
                      <a:schemeClr val="tx1"/>
                    </a:solidFill>
                    <a:ea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⇒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𝜔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749" y="3377846"/>
                <a:ext cx="4223087" cy="659314"/>
              </a:xfrm>
              <a:prstGeom prst="rect">
                <a:avLst/>
              </a:prstGeom>
              <a:blipFill rotWithShape="1">
                <a:blip r:embed="rId6"/>
                <a:stretch>
                  <a:fillRect t="-6496" r="8" b="-6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77756" y="3982374"/>
                <a:ext cx="5697805" cy="659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𝜔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=⋯+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CN" altLang="en-US" sz="300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𝜔</m:t>
                        </m:r>
                      </m:den>
                    </m:f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+⋯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56" y="3982374"/>
                <a:ext cx="5697805" cy="659314"/>
              </a:xfrm>
              <a:prstGeom prst="rect">
                <a:avLst/>
              </a:prstGeom>
              <a:blipFill rotWithShape="1">
                <a:blip r:embed="rId7"/>
                <a:stretch>
                  <a:fillRect l="-10" t="-6497" r="9" b="-6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4653407" y="4598928"/>
                <a:ext cx="4516164" cy="65931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fontAlgn="auto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⇒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3000" i="1">
                                    <a:latin typeface="Cambria Math" panose="02040503050406030204" charset="0"/>
                                    <a:ea typeface="Cambria Math" panose="02040503050406030204" charset="0"/>
                                  </a:rPr>
                                  <m:t>𝜔</m:t>
                                </m:r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407" y="4598928"/>
                <a:ext cx="4516164" cy="659314"/>
              </a:xfrm>
              <a:prstGeom prst="rect">
                <a:avLst/>
              </a:prstGeom>
              <a:blipFill rotWithShape="1">
                <a:blip r:embed="rId8"/>
                <a:stretch>
                  <a:fillRect l="-3" t="-6492" r="4" b="-6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" grpId="0"/>
      <p:bldP spid="3" grpId="0"/>
      <p:bldP spid="5" grpId="0"/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9049" y="491128"/>
                <a:ext cx="8630285" cy="28276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扩充复平面上的留数定理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：若函数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在复平面上只有有限个奇点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⋯,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在扩充复平面上包括无穷远点在内的所有奇点处的留数之和为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49" y="491128"/>
                <a:ext cx="8630285" cy="2827655"/>
              </a:xfrm>
              <a:prstGeom prst="rect">
                <a:avLst/>
              </a:prstGeom>
              <a:blipFill rotWithShape="1">
                <a:blip r:embed="rId1"/>
                <a:stretch>
                  <a:fillRect l="-2" t="-10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829043" y="2403815"/>
                <a:ext cx="6673215" cy="9736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𝑘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𝑅𝑒𝑠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[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,</m:t>
                        </m:r>
                      </m:e>
                    </m:nary>
                    <m:sSub>
                      <m:sSubPr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]=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43" y="2403815"/>
                <a:ext cx="6673215" cy="973622"/>
              </a:xfrm>
              <a:prstGeom prst="rect">
                <a:avLst/>
              </a:prstGeom>
              <a:blipFill rotWithShape="1">
                <a:blip r:embed="rId2"/>
                <a:stretch>
                  <a:fillRect l="-6" t="-35" r="6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09048" y="3213227"/>
                <a:ext cx="8630285" cy="8007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有限个奇点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则存在封闭曲线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奇点均在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</a:t>
                </a:r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48" y="3213227"/>
                <a:ext cx="8630285" cy="800756"/>
              </a:xfrm>
              <a:prstGeom prst="rect">
                <a:avLst/>
              </a:prstGeom>
              <a:blipFill rotWithShape="1">
                <a:blip r:embed="rId3"/>
                <a:stretch>
                  <a:fillRect l="-2" t="-16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750654" y="3861990"/>
                <a:ext cx="8630285" cy="8007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由留数定理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𝑅𝑒𝑠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nary>
                  </m:oMath>
                </a14:m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54" y="3861990"/>
                <a:ext cx="8630285" cy="800756"/>
              </a:xfrm>
              <a:prstGeom prst="rect">
                <a:avLst/>
              </a:prstGeom>
              <a:blipFill rotWithShape="1">
                <a:blip r:embed="rId4"/>
                <a:stretch>
                  <a:fillRect l="-1" t="-11251" r="1"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829044" y="4656233"/>
                <a:ext cx="6115708" cy="8007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∵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𝜋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44" y="4656233"/>
                <a:ext cx="6115708" cy="800756"/>
              </a:xfrm>
              <a:prstGeom prst="rect">
                <a:avLst/>
              </a:prstGeom>
              <a:blipFill rotWithShape="1">
                <a:blip r:embed="rId5"/>
                <a:stretch>
                  <a:fillRect l="-6" t="-15991" r="6" b="-16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892348" y="5614987"/>
                <a:ext cx="7529509" cy="8007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𝑅𝑒𝑠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48" y="5614987"/>
                <a:ext cx="7529509" cy="800756"/>
              </a:xfrm>
              <a:prstGeom prst="rect">
                <a:avLst/>
              </a:prstGeom>
              <a:blipFill rotWithShape="1">
                <a:blip r:embed="rId6"/>
                <a:stretch>
                  <a:fillRect l="-2" t="-753" r="6" b="-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" grpId="0"/>
      <p:bldP spid="3" grpId="0"/>
      <p:bldP spid="5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25859" y="224653"/>
                <a:ext cx="3568700" cy="11214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9" y="224653"/>
                <a:ext cx="3568700" cy="1121410"/>
              </a:xfrm>
              <a:prstGeom prst="rect">
                <a:avLst/>
              </a:prstGeom>
              <a:blipFill rotWithShape="1">
                <a:blip r:embed="rId1"/>
                <a:stretch>
                  <a:fillRect l="-12" t="-44" r="12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25859" y="937093"/>
                <a:ext cx="8692282" cy="90158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9" y="937093"/>
                <a:ext cx="8692282" cy="901584"/>
              </a:xfrm>
              <a:prstGeom prst="rect">
                <a:avLst/>
              </a:prstGeom>
              <a:blipFill rotWithShape="1">
                <a:blip r:embed="rId2"/>
                <a:stretch>
                  <a:fillRect l="-5" t="-11532" r="2" b="-11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701708" y="1570716"/>
                <a:ext cx="5281750" cy="11214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 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8" y="1570716"/>
                <a:ext cx="5281750" cy="1121410"/>
              </a:xfrm>
              <a:prstGeom prst="rect">
                <a:avLst/>
              </a:prstGeom>
              <a:blipFill rotWithShape="1">
                <a:blip r:embed="rId3"/>
                <a:stretch>
                  <a:fillRect l="-1" t="-4449" r="9" b="-4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25859" y="2472300"/>
                <a:ext cx="4589981" cy="90158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 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9" y="2472300"/>
                <a:ext cx="4589981" cy="901584"/>
              </a:xfrm>
              <a:prstGeom prst="rect">
                <a:avLst/>
              </a:prstGeom>
              <a:blipFill rotWithShape="1">
                <a:blip r:embed="rId4"/>
                <a:stretch>
                  <a:fillRect l="-9" t="-17776" r="14" b="-17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589167" y="3334017"/>
                <a:ext cx="7274674" cy="90158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∞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=−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 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67" y="3334017"/>
                <a:ext cx="7274674" cy="901584"/>
              </a:xfrm>
              <a:prstGeom prst="rect">
                <a:avLst/>
              </a:prstGeom>
              <a:blipFill rotWithShape="1">
                <a:blip r:embed="rId5"/>
                <a:stretch>
                  <a:fillRect l="-7" t="-17778" b="-17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83655" y="4171186"/>
                <a:ext cx="8997858" cy="90158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∞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55" y="4171186"/>
                <a:ext cx="8997858" cy="901584"/>
              </a:xfrm>
              <a:prstGeom prst="rect">
                <a:avLst/>
              </a:prstGeom>
              <a:blipFill rotWithShape="1">
                <a:blip r:embed="rId6"/>
                <a:stretch>
                  <a:fillRect l="-2" t="-17805" r="1" b="-17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89167" y="5228525"/>
                <a:ext cx="6149258" cy="746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/>
                  <a:t> </a:t>
                </a:r>
                <a:endParaRPr lang="zh-CN" altLang="en-US" sz="3000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67" y="5228525"/>
                <a:ext cx="6149258" cy="746615"/>
              </a:xfrm>
              <a:prstGeom prst="rect">
                <a:avLst/>
              </a:prstGeom>
              <a:blipFill rotWithShape="1">
                <a:blip r:embed="rId7"/>
                <a:stretch>
                  <a:fillRect l="-8" t="-76" r="7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664681" y="5271174"/>
                <a:ext cx="1380845" cy="746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/>
                  <a:t> </a:t>
                </a:r>
                <a:endParaRPr lang="zh-CN" altLang="en-US" sz="30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681" y="5271174"/>
                <a:ext cx="1380845" cy="746615"/>
              </a:xfrm>
              <a:prstGeom prst="rect">
                <a:avLst/>
              </a:prstGeom>
              <a:blipFill rotWithShape="1">
                <a:blip r:embed="rId8"/>
                <a:stretch>
                  <a:fillRect l="-17" t="-5" r="42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5" grpId="0"/>
      <p:bldP spid="9" grpId="0"/>
      <p:bldP spid="10" grpId="0"/>
      <p:bldP spid="12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89830" y="203383"/>
                <a:ext cx="4454525" cy="12328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0" y="203383"/>
                <a:ext cx="4454525" cy="1232826"/>
              </a:xfrm>
              <a:prstGeom prst="rect">
                <a:avLst/>
              </a:prstGeom>
              <a:blipFill rotWithShape="1">
                <a:blip r:embed="rId1"/>
                <a:stretch>
                  <a:fillRect l="-7" t="-4651" r="7" b="-4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639592"/>
                <a:ext cx="6034796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:</m:t>
                      </m:r>
                      <m:func>
                        <m:func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i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  <m:t>+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300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300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/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∞,</m:t>
                      </m:r>
                      <m:func>
                        <m:func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Cambria Math" panose="02040503050406030204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CN" sz="3000" b="0" i="1" smtClean="0">
                                      <a:latin typeface="Cambria Math" panose="02040503050406030204" charset="0"/>
                                      <a:ea typeface="Cambria Math" panose="02040503050406030204" charset="0"/>
                                    </a:rPr>
                                    <m:t>−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/</m:t>
                                  </m:r>
                                  <m:r>
                                    <a:rPr lang="en-US" altLang="zh-CN" sz="3000" i="1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639592"/>
                <a:ext cx="6034796" cy="647326"/>
              </a:xfrm>
              <a:prstGeom prst="rect">
                <a:avLst/>
              </a:prstGeom>
              <a:blipFill rotWithShape="1">
                <a:blip r:embed="rId2"/>
                <a:stretch>
                  <a:fillRect l="-2" t="-57389" r="8" b="-575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646676" y="2589441"/>
                <a:ext cx="3340832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是本性奇点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76" y="2589441"/>
                <a:ext cx="3340832" cy="647326"/>
              </a:xfrm>
              <a:prstGeom prst="rect">
                <a:avLst/>
              </a:prstGeom>
              <a:blipFill rotWithShape="1">
                <a:blip r:embed="rId3"/>
                <a:stretch>
                  <a:fillRect l="-7" t="-3027" r="10" b="-29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646677" y="3224833"/>
                <a:ext cx="6992082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  <m:r>
                      <a:rPr lang="en-US" altLang="zh-CN" sz="3000" b="0" i="0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77" y="3224833"/>
                <a:ext cx="6992082" cy="647326"/>
              </a:xfrm>
              <a:prstGeom prst="rect">
                <a:avLst/>
              </a:prstGeom>
              <a:blipFill rotWithShape="1">
                <a:blip r:embed="rId4"/>
                <a:stretch>
                  <a:fillRect l="-4" t="-54294" r="5" b="-54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46676" y="4211917"/>
                <a:ext cx="7545411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r>
                      <a:rPr lang="en-US" altLang="zh-CN" sz="3000" b="0" i="0" smtClean="0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  <m:r>
                      <a:rPr lang="en-US" altLang="zh-CN" sz="3000" b="0" i="0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!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3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!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+⋯=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76" y="4211917"/>
                <a:ext cx="7545411" cy="647326"/>
              </a:xfrm>
              <a:prstGeom prst="rect">
                <a:avLst/>
              </a:prstGeom>
              <a:blipFill rotWithShape="1">
                <a:blip r:embed="rId5"/>
                <a:stretch>
                  <a:fillRect l="-3" t="-25303" r="8" b="-25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5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89830" y="203383"/>
                <a:ext cx="4454525" cy="12328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0" y="203383"/>
                <a:ext cx="4454525" cy="1232826"/>
              </a:xfrm>
              <a:prstGeom prst="rect">
                <a:avLst/>
              </a:prstGeom>
              <a:blipFill rotWithShape="1">
                <a:blip r:embed="rId1"/>
                <a:stretch>
                  <a:fillRect l="-7" t="-4651" r="7" b="-4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5661" y="1478031"/>
                <a:ext cx="8521198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: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" y="1478031"/>
                <a:ext cx="8521198" cy="647326"/>
              </a:xfrm>
              <a:prstGeom prst="rect">
                <a:avLst/>
              </a:prstGeom>
              <a:blipFill rotWithShape="1">
                <a:blip r:embed="rId2"/>
                <a:stretch>
                  <a:fillRect l="-1" t="-3003" r="3"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567513" y="2309012"/>
                <a:ext cx="2628074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13" y="2309012"/>
                <a:ext cx="2628074" cy="647326"/>
              </a:xfrm>
              <a:prstGeom prst="rect">
                <a:avLst/>
              </a:prstGeom>
              <a:blipFill rotWithShape="1">
                <a:blip r:embed="rId3"/>
                <a:stretch>
                  <a:fillRect l="-17" t="-2966" r="10" b="-2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3366859" y="2125357"/>
                <a:ext cx="4862741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m:rPr>
                        <m:lit/>
                      </m:rP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𝑒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859" y="2125357"/>
                <a:ext cx="4862741" cy="647326"/>
              </a:xfrm>
              <a:prstGeom prst="rect">
                <a:avLst/>
              </a:prstGeom>
              <a:blipFill rotWithShape="1">
                <a:blip r:embed="rId4"/>
                <a:stretch>
                  <a:fillRect l="-2" t="-54053" b="-54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567513" y="3187152"/>
                <a:ext cx="8383982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  <m:r>
                      <m:rPr>
                        <m:lit/>
                      </m:rP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func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13" y="3187152"/>
                <a:ext cx="8383982" cy="647326"/>
              </a:xfrm>
              <a:prstGeom prst="rect">
                <a:avLst/>
              </a:prstGeom>
              <a:blipFill rotWithShape="1">
                <a:blip r:embed="rId5"/>
                <a:stretch>
                  <a:fillRect l="-5" t="-33268" r="6" b="-33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67513" y="4248947"/>
                <a:ext cx="8383982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∴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  <m:r>
                      <m:rPr>
                        <m:lit/>
                      </m:rP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]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13" y="4248947"/>
                <a:ext cx="8383982" cy="647326"/>
              </a:xfrm>
              <a:prstGeom prst="rect">
                <a:avLst/>
              </a:prstGeom>
              <a:blipFill rotWithShape="1">
                <a:blip r:embed="rId6"/>
                <a:stretch>
                  <a:fillRect l="-5" t="-2968" r="6" b="-3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895223" y="5119527"/>
                <a:ext cx="1575712" cy="647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223" y="5119527"/>
                <a:ext cx="1575712" cy="647326"/>
              </a:xfrm>
              <a:prstGeom prst="rect">
                <a:avLst/>
              </a:prstGeom>
              <a:blipFill rotWithShape="1">
                <a:blip r:embed="rId7"/>
                <a:stretch>
                  <a:fillRect l="-16" t="-2967" r="34" b="-2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10" grpId="0"/>
      <p:bldP spid="11" grpId="0"/>
      <p:bldP spid="12" grpId="0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7" y="128401"/>
                <a:ext cx="2837732" cy="12071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128401"/>
                <a:ext cx="2837732" cy="1207135"/>
              </a:xfrm>
              <a:prstGeom prst="rect">
                <a:avLst/>
              </a:prstGeom>
              <a:blipFill rotWithShape="1">
                <a:blip r:embed="rId1"/>
                <a:stretch>
                  <a:fillRect l="-4" t="-11" r="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180764"/>
                <a:ext cx="7404918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5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个单极点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𝑐𝑜𝑠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zh-CN" altLang="en-US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𝑖𝑠𝑖𝑛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zh-CN" altLang="en-US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𝜋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den>
                    </m:f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180764"/>
                <a:ext cx="7404918" cy="842902"/>
              </a:xfrm>
              <a:prstGeom prst="rect">
                <a:avLst/>
              </a:prstGeom>
              <a:blipFill rotWithShape="1">
                <a:blip r:embed="rId2"/>
                <a:stretch>
                  <a:fillRect l="-2" t="-8398" r="4" b="-8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73371" y="1990786"/>
                <a:ext cx="4704846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𝑖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𝑅𝑒𝑠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71" y="1990786"/>
                <a:ext cx="4704846" cy="842902"/>
              </a:xfrm>
              <a:prstGeom prst="rect">
                <a:avLst/>
              </a:prstGeom>
              <a:blipFill rotWithShape="1">
                <a:blip r:embed="rId3"/>
                <a:stretch>
                  <a:fillRect t="-7" r="3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4763017" y="1990786"/>
                <a:ext cx="3918970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𝑖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017" y="1990786"/>
                <a:ext cx="3918970" cy="842902"/>
              </a:xfrm>
              <a:prstGeom prst="rect">
                <a:avLst/>
              </a:prstGeom>
              <a:blipFill rotWithShape="1">
                <a:blip r:embed="rId4"/>
                <a:stretch>
                  <a:fillRect l="-13" t="-12890" r="7" b="-12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653030" y="2687785"/>
                <a:ext cx="2455930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𝜋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𝑖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4</m:t>
                                </m:r>
                              </m:sup>
                            </m:sSubSup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30" y="2687785"/>
                <a:ext cx="2455930" cy="842902"/>
              </a:xfrm>
              <a:prstGeom prst="rect">
                <a:avLst/>
              </a:prstGeom>
              <a:blipFill rotWithShape="1">
                <a:blip r:embed="rId5"/>
                <a:stretch>
                  <a:fillRect l="-10" t="-15122" b="-15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6722502" y="2175309"/>
            <a:ext cx="1112462" cy="736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578289" y="1335536"/>
                <a:ext cx="834191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289" y="1335536"/>
                <a:ext cx="834191" cy="786177"/>
              </a:xfrm>
              <a:prstGeom prst="rect">
                <a:avLst/>
              </a:prstGeom>
              <a:blipFill rotWithShape="1">
                <a:blip r:embed="rId6"/>
                <a:stretch>
                  <a:fillRect l="-24" t="-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767254" y="2885123"/>
                <a:ext cx="777926" cy="5510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254" y="2885123"/>
                <a:ext cx="777926" cy="551096"/>
              </a:xfrm>
              <a:prstGeom prst="rect">
                <a:avLst/>
              </a:prstGeom>
              <a:blipFill rotWithShape="1">
                <a:blip r:embed="rId7"/>
                <a:stretch>
                  <a:fillRect l="-24" t="-12272" r="30" b="-1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2436696" y="2930843"/>
            <a:ext cx="341696" cy="2815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2778230" y="2834025"/>
                <a:ext cx="834191" cy="483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230" y="2834025"/>
                <a:ext cx="834191" cy="483850"/>
              </a:xfrm>
              <a:prstGeom prst="rect">
                <a:avLst/>
              </a:prstGeom>
              <a:blipFill rotWithShape="1">
                <a:blip r:embed="rId8"/>
                <a:stretch>
                  <a:fillRect l="-13" t="-4" r="65" b="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3534341" y="2678916"/>
                <a:ext cx="2288477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𝜋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𝑖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341" y="2678916"/>
                <a:ext cx="2288477" cy="842902"/>
              </a:xfrm>
              <a:prstGeom prst="rect">
                <a:avLst/>
              </a:prstGeom>
              <a:blipFill rotWithShape="1">
                <a:blip r:embed="rId9"/>
                <a:stretch>
                  <a:fillRect l="-25" t="-7892" r="22" b="-7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788792" y="3643710"/>
                <a:ext cx="6827997" cy="5510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均匀分布在单位圆周上，和为中心</a:t>
                </a:r>
                <a:r>
                  <a:rPr lang="en-US" altLang="zh-CN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92" y="3643710"/>
                <a:ext cx="6827997" cy="551096"/>
              </a:xfrm>
              <a:prstGeom prst="rect">
                <a:avLst/>
              </a:prstGeom>
              <a:blipFill rotWithShape="1">
                <a:blip r:embed="rId10"/>
                <a:stretch>
                  <a:fillRect l="-2" t="-12228" r="9" b="-12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147703" y="4161635"/>
                <a:ext cx="4704846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𝑖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𝑅𝑒𝑠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[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]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03" y="4161635"/>
                <a:ext cx="4704846" cy="842902"/>
              </a:xfrm>
              <a:prstGeom prst="rect">
                <a:avLst/>
              </a:prstGeom>
              <a:blipFill rotWithShape="1">
                <a:blip r:embed="rId11"/>
                <a:stretch>
                  <a:fillRect l="-8" t="-57" r="1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/>
            </p:nvSpPr>
            <p:spPr>
              <a:xfrm>
                <a:off x="4636284" y="4206709"/>
                <a:ext cx="3550002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Cambria Math" panose="02040503050406030204" charset="0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𝑖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[</m:t>
                      </m:r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300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∞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284" y="4206709"/>
                <a:ext cx="3550002" cy="842902"/>
              </a:xfrm>
              <a:prstGeom prst="rect">
                <a:avLst/>
              </a:prstGeom>
              <a:blipFill rotWithShape="1">
                <a:blip r:embed="rId12"/>
                <a:stretch>
                  <a:fillRect l="-4" t="-56" r="1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标题 1"/>
              <p:cNvSpPr txBox="1"/>
              <p:nvPr/>
            </p:nvSpPr>
            <p:spPr>
              <a:xfrm>
                <a:off x="558380" y="4883230"/>
                <a:ext cx="7627905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∞,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0" y="4883230"/>
                <a:ext cx="7627905" cy="842902"/>
              </a:xfrm>
              <a:prstGeom prst="rect">
                <a:avLst/>
              </a:prstGeom>
              <a:blipFill rotWithShape="1">
                <a:blip r:embed="rId13"/>
                <a:stretch>
                  <a:fillRect l="-3" t="-27657" r="7" b="-27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标题 1"/>
              <p:cNvSpPr txBox="1"/>
              <p:nvPr/>
            </p:nvSpPr>
            <p:spPr>
              <a:xfrm>
                <a:off x="7964962" y="4206709"/>
                <a:ext cx="895035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962" y="4206709"/>
                <a:ext cx="895035" cy="842902"/>
              </a:xfrm>
              <a:prstGeom prst="rect">
                <a:avLst/>
              </a:prstGeom>
              <a:blipFill rotWithShape="1">
                <a:blip r:embed="rId14"/>
                <a:stretch>
                  <a:fillRect l="-18" t="-56" r="5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5" grpId="0"/>
      <p:bldP spid="8" grpId="0"/>
      <p:bldP spid="9" grpId="0" animBg="1"/>
      <p:bldP spid="12" grpId="0"/>
      <p:bldP spid="13" grpId="0"/>
      <p:bldP spid="14" grpId="0" bldLvl="0" animBg="1"/>
      <p:bldP spid="15" grpId="0"/>
      <p:bldP spid="16" grpId="0"/>
      <p:bldP spid="17" grpId="0"/>
      <p:bldP spid="19" grpId="0"/>
      <p:bldP spid="20" grpId="0"/>
      <p:bldP spid="21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7" y="128401"/>
                <a:ext cx="2837732" cy="12071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7" y="128401"/>
                <a:ext cx="2837732" cy="1207135"/>
              </a:xfrm>
              <a:prstGeom prst="rect">
                <a:avLst/>
              </a:prstGeom>
              <a:blipFill rotWithShape="1">
                <a:blip r:embed="rId1"/>
                <a:stretch>
                  <a:fillRect l="-4" t="-11" r="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2035" y="1174308"/>
                <a:ext cx="5884129" cy="84290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3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&lt;+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∞</m:t>
                    </m:r>
                    <m:r>
                      <a:rPr lang="en-US" altLang="zh-CN" sz="3000" i="1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5" y="1174308"/>
                <a:ext cx="5884129" cy="842902"/>
              </a:xfrm>
              <a:prstGeom prst="rect">
                <a:avLst/>
              </a:prstGeom>
              <a:blipFill rotWithShape="1">
                <a:blip r:embed="rId2"/>
                <a:stretch>
                  <a:fillRect l="-2" t="-7632" r="6" b="-76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35383" y="1698263"/>
                <a:ext cx="5592161" cy="12071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nary>
                          <m:naryPr>
                            <m:chr m:val="∑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charset="0"/>
                                <a:ea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5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5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83" y="1698263"/>
                <a:ext cx="5592161" cy="1207135"/>
              </a:xfrm>
              <a:prstGeom prst="rect">
                <a:avLst/>
              </a:prstGeom>
              <a:blipFill rotWithShape="1">
                <a:blip r:embed="rId3"/>
                <a:stretch>
                  <a:fillRect l="-7" t="-23" r="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2347075" y="2440421"/>
                <a:ext cx="3731279" cy="12071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∮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5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5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075" y="2440421"/>
                <a:ext cx="3731279" cy="1207135"/>
              </a:xfrm>
              <a:prstGeom prst="rect">
                <a:avLst/>
              </a:prstGeom>
              <a:blipFill rotWithShape="1">
                <a:blip r:embed="rId4"/>
                <a:stretch>
                  <a:fillRect l="-3" t="-10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标题 1"/>
              <p:cNvSpPr txBox="1"/>
              <p:nvPr/>
            </p:nvSpPr>
            <p:spPr>
              <a:xfrm>
                <a:off x="5815319" y="2805346"/>
                <a:ext cx="973641" cy="6790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319" y="2805346"/>
                <a:ext cx="973641" cy="679000"/>
              </a:xfrm>
              <a:prstGeom prst="rect">
                <a:avLst/>
              </a:prstGeom>
              <a:blipFill rotWithShape="1">
                <a:blip r:embed="rId5"/>
                <a:stretch>
                  <a:fillRect l="-64" t="-549" r="18" b="-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11" grpId="0"/>
      <p:bldP spid="18" grpId="0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78502" y="164331"/>
                <a:ext cx="4128803" cy="13106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4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0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9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02" y="164331"/>
                <a:ext cx="4128803" cy="1310640"/>
              </a:xfrm>
              <a:prstGeom prst="rect">
                <a:avLst/>
              </a:prstGeom>
              <a:blipFill rotWithShape="1">
                <a:blip r:embed="rId1"/>
                <a:stretch>
                  <a:fillRect l="-2" t="-38" r="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4633606" y="558467"/>
                <a:ext cx="4128803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𝑓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有四个奇点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±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𝑖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,±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3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𝑖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606" y="558467"/>
                <a:ext cx="4128803" cy="638326"/>
              </a:xfrm>
              <a:prstGeom prst="rect">
                <a:avLst/>
              </a:prstGeom>
              <a:blipFill rotWithShape="1">
                <a:blip r:embed="rId2"/>
                <a:stretch>
                  <a:fillRect t="-3728" r="1" b="-3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-539750" y="1315720"/>
                <a:ext cx="10471785" cy="6381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1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{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,−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,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𝑅𝑒𝑠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[.−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3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]}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9750" y="1315720"/>
                <a:ext cx="10471785" cy="638175"/>
              </a:xfrm>
              <a:prstGeom prst="rect">
                <a:avLst/>
              </a:prstGeom>
              <a:blipFill rotWithShape="1">
                <a:blip r:embed="rId3"/>
                <a:stretch>
                  <a:fillRect t="-3682" b="-3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45129" y="1924163"/>
                <a:ext cx="4046674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),∞</m:t>
                          </m:r>
                        </m:e>
                      </m:d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29" y="1924163"/>
                <a:ext cx="4046674" cy="638326"/>
              </a:xfrm>
              <a:prstGeom prst="rect">
                <a:avLst/>
              </a:prstGeom>
              <a:blipFill rotWithShape="1">
                <a:blip r:embed="rId4"/>
                <a:stretch>
                  <a:fillRect l="-9" t="-3698" r="4" b="-3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533993" y="2562489"/>
                <a:ext cx="7868862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3</m:t>
                    </m:r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600" b="0" i="1" smtClean="0">
                        <a:latin typeface="Cambria Math" panose="02040503050406030204" charset="0"/>
                        <a:ea typeface="Cambria Math" panose="02040503050406030204" charset="0"/>
                      </a:rPr>
                      <m:t>∞,</m:t>
                    </m:r>
                    <m:f>
                      <m:fPr>
                        <m:ctrlPr>
                          <a:rPr lang="en-US" altLang="zh-CN" sz="260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10</m:t>
                        </m:r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9</m:t>
                        </m:r>
                      </m:den>
                    </m:f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</m:den>
                        </m:f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9</m:t>
                        </m:r>
                      </m:den>
                    </m:f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</m:den>
                        </m:f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93" y="2562489"/>
                <a:ext cx="7868862" cy="638326"/>
              </a:xfrm>
              <a:prstGeom prst="rect">
                <a:avLst/>
              </a:prstGeom>
              <a:blipFill rotWithShape="1">
                <a:blip r:embed="rId5"/>
                <a:stretch>
                  <a:fillRect l="-8" t="-22524" r="7" b="-22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332740" y="3429000"/>
                <a:ext cx="10213340" cy="6381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  <m:sSup>
                              <m:sSup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nary>
                      <m:naryPr>
                        <m:chr m:val="∑"/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600" b="0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(−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9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6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26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8</m:t>
                            </m:r>
                            <m:sSup>
                              <m:sSup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nary>
                      <m:naryPr>
                        <m:chr m:val="∑"/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600" i="1">
                            <a:latin typeface="Cambria Math" panose="02040503050406030204" charset="0"/>
                            <a:ea typeface="Cambria Math" panose="02040503050406030204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(−</m:t>
                            </m:r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6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6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600" i="1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40" y="3429000"/>
                <a:ext cx="10213340" cy="638175"/>
              </a:xfrm>
              <a:prstGeom prst="rect">
                <a:avLst/>
              </a:prstGeom>
              <a:blipFill rotWithShape="1">
                <a:blip r:embed="rId6"/>
                <a:stretch>
                  <a:fillRect t="-18905" b="-19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4000046" y="1839268"/>
                <a:ext cx="2083120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8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8</m:t>
                        </m:r>
                      </m:den>
                    </m:f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046" y="1839268"/>
                <a:ext cx="2083120" cy="638326"/>
              </a:xfrm>
              <a:prstGeom prst="rect">
                <a:avLst/>
              </a:prstGeom>
              <a:blipFill rotWithShape="1">
                <a:blip r:embed="rId7"/>
                <a:stretch>
                  <a:fillRect l="-9" t="-26311" r="24" b="-26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11755" y="4224430"/>
                <a:ext cx="4046674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3</m:t>
                          </m:r>
                        </m:e>
                        <m:sup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zh-CN" altLang="en-US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𝜋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𝑖𝑅𝑒𝑠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𝑓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3000" b="0" i="1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),∞</m:t>
                          </m:r>
                        </m:e>
                      </m:d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5" y="4224430"/>
                <a:ext cx="4046674" cy="638326"/>
              </a:xfrm>
              <a:prstGeom prst="rect">
                <a:avLst/>
              </a:prstGeom>
              <a:blipFill rotWithShape="1">
                <a:blip r:embed="rId8"/>
                <a:stretch>
                  <a:fillRect l="-16" t="-3745" r="11" b="-3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696015" y="4832355"/>
                <a:ext cx="7615399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𝜋</m:t>
                    </m:r>
                    <m:r>
                      <a:rPr lang="en-US" altLang="zh-CN" sz="3000" i="1">
                        <a:latin typeface="Cambria Math" panose="02040503050406030204" charset="0"/>
                        <a:ea typeface="楷体" panose="02010609060101010101" pitchFamily="49" charset="-122"/>
                      </a:rPr>
                      <m:t>𝑖𝑅𝑒𝑠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9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15" y="4832355"/>
                <a:ext cx="7615399" cy="638326"/>
              </a:xfrm>
              <a:prstGeom prst="rect">
                <a:avLst/>
              </a:prstGeom>
              <a:blipFill rotWithShape="1">
                <a:blip r:embed="rId9"/>
                <a:stretch>
                  <a:fillRect l="-1" t="-33724" r="7" b="-337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800798" y="5597384"/>
                <a:ext cx="3039682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是可去奇点</a:t>
                </a:r>
                <a:endParaRPr lang="zh-CN" altLang="en-US" sz="30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98" y="5597384"/>
                <a:ext cx="3039682" cy="638326"/>
              </a:xfrm>
              <a:prstGeom prst="rect">
                <a:avLst/>
              </a:prstGeom>
              <a:blipFill rotWithShape="1">
                <a:blip r:embed="rId10"/>
                <a:stretch>
                  <a:fillRect l="-2" t="-3758" b="-3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114856" y="5629567"/>
                <a:ext cx="926750" cy="63832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56" y="5629567"/>
                <a:ext cx="926750" cy="638326"/>
              </a:xfrm>
              <a:prstGeom prst="rect">
                <a:avLst/>
              </a:prstGeom>
              <a:blipFill rotWithShape="1">
                <a:blip r:embed="rId11"/>
                <a:stretch>
                  <a:fillRect l="-6" t="-3726" r="37" b="-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5" grpId="0"/>
      <p:bldP spid="8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45878" y="617053"/>
                <a:ext cx="8842833" cy="210121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𝐶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是一条封闭曲线</a:t>
                </a: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其内部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包含点</a:t>
                </a: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0</a:t>
                </a: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内解析</a:t>
                </a: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上连续</a:t>
                </a: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内只有单零点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 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≠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0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,</a:t>
                </a: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limLoc m:val="subSup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𝑑𝑧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78" y="617053"/>
                <a:ext cx="8842833" cy="2101215"/>
              </a:xfrm>
              <a:prstGeom prst="rect">
                <a:avLst/>
              </a:prstGeom>
              <a:blipFill rotWithShape="1">
                <a:blip r:embed="rId1"/>
                <a:stretch>
                  <a:fillRect l="-2" t="-22" r="7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45878" y="2684579"/>
                <a:ext cx="8787544" cy="11222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思路</a:t>
                </a:r>
                <a:r>
                  <a:rPr lang="en-US" altLang="zh-CN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:r>
                  <a:rPr lang="en-US" altLang="zh-CN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是孤立奇点</a:t>
                </a:r>
                <a:r>
                  <a:rPr lang="en-US" altLang="zh-CN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由留数定理：积分等于这两点留数之和。但奇点类型由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𝑓</m:t>
                    </m:r>
                    <m:r>
                      <a:rPr lang="en-US" altLang="zh-CN" sz="30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sz="30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𝑧</m:t>
                    </m:r>
                    <m:r>
                      <a:rPr lang="en-US" altLang="zh-CN" sz="30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 sz="30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决定</a:t>
                </a:r>
                <a:endParaRPr lang="zh-CN" altLang="en-US" sz="30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78" y="2684579"/>
                <a:ext cx="8787544" cy="1122212"/>
              </a:xfrm>
              <a:prstGeom prst="rect">
                <a:avLst/>
              </a:prstGeom>
              <a:blipFill rotWithShape="1">
                <a:blip r:embed="rId2"/>
                <a:stretch>
                  <a:fillRect l="-2" t="-39" r="6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/>
          <p:cNvSpPr txBox="1"/>
          <p:nvPr/>
        </p:nvSpPr>
        <p:spPr>
          <a:xfrm>
            <a:off x="178228" y="3828081"/>
            <a:ext cx="2781540" cy="62330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fontAlgn="auto">
              <a:lnSpc>
                <a:spcPct val="12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由留数定理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709907" y="5406400"/>
                <a:ext cx="3580437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的零点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7" y="5406400"/>
                <a:ext cx="3580437" cy="623303"/>
              </a:xfrm>
              <a:prstGeom prst="rect">
                <a:avLst/>
              </a:prstGeom>
              <a:blipFill rotWithShape="1">
                <a:blip r:embed="rId3"/>
                <a:stretch>
                  <a:fillRect l="-17" t="-2" r="8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4137420" y="5367900"/>
                <a:ext cx="4153140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</a:rPr>
                  <a:t>⇒它是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的可去奇点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20" y="5367900"/>
                <a:ext cx="4153140" cy="623303"/>
              </a:xfrm>
              <a:prstGeom prst="rect">
                <a:avLst/>
              </a:prstGeom>
              <a:blipFill rotWithShape="1">
                <a:blip r:embed="rId4"/>
                <a:stretch>
                  <a:fillRect l="-10" t="-18988" b="-18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81204" y="4482092"/>
                <a:ext cx="7654274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limLoc m:val="subSup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[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den>
                    </m:f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04" y="4482092"/>
                <a:ext cx="7654274" cy="623303"/>
              </a:xfrm>
              <a:prstGeom prst="rect">
                <a:avLst/>
              </a:prstGeom>
              <a:blipFill rotWithShape="1">
                <a:blip r:embed="rId5"/>
                <a:stretch>
                  <a:fillRect l="-6" t="-23372" r="6" b="-23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988354" y="6068203"/>
                <a:ext cx="4153140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∴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limLoc m:val="subSup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4" y="6068203"/>
                <a:ext cx="4153140" cy="623303"/>
              </a:xfrm>
              <a:prstGeom prst="rect">
                <a:avLst/>
              </a:prstGeom>
              <a:blipFill rotWithShape="1">
                <a:blip r:embed="rId6"/>
                <a:stretch>
                  <a:fillRect l="-7" t="-23353" r="13" b="-23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8" grpId="0"/>
      <p:bldP spid="9" grpId="0"/>
      <p:bldP spid="10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53773" y="680396"/>
                <a:ext cx="3996846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不是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的零点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3" y="680396"/>
                <a:ext cx="3996846" cy="623303"/>
              </a:xfrm>
              <a:prstGeom prst="rect">
                <a:avLst/>
              </a:prstGeom>
              <a:blipFill rotWithShape="1">
                <a:blip r:embed="rId1"/>
                <a:stretch>
                  <a:fillRect l="-2" t="-50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142233" y="646221"/>
                <a:ext cx="4153140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</a:rPr>
                  <a:t>⇒它是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的单极点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233" y="646221"/>
                <a:ext cx="4153140" cy="623303"/>
              </a:xfrm>
              <a:prstGeom prst="rect">
                <a:avLst/>
              </a:prstGeom>
              <a:blipFill rotWithShape="1">
                <a:blip r:embed="rId2"/>
                <a:stretch>
                  <a:fillRect l="-3" t="-19017" r="9" b="-18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60030" y="1573857"/>
                <a:ext cx="4911932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𝑧𝑔</m:t>
                              </m:r>
                              <m:d>
                                <m:dPr>
                                  <m:ctrlP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𝑧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func>
                        <m:funcPr>
                          <m:ctrlP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000" b="0" i="0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𝑧</m:t>
                              </m:r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→</m:t>
                              </m:r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𝑧</m:t>
                          </m:r>
                          <m:f>
                            <m:f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𝑧𝑔</m:t>
                              </m:r>
                              <m:d>
                                <m:dPr>
                                  <m:ctrlP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𝑧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30" y="1573857"/>
                <a:ext cx="4911932" cy="623303"/>
              </a:xfrm>
              <a:prstGeom prst="rect">
                <a:avLst/>
              </a:prstGeom>
              <a:blipFill rotWithShape="1">
                <a:blip r:embed="rId3"/>
                <a:stretch>
                  <a:fillRect l="-12" t="-47323" r="3" b="-47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5212241" y="1573857"/>
                <a:ext cx="1385877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241" y="1573857"/>
                <a:ext cx="1385877" cy="623303"/>
              </a:xfrm>
              <a:prstGeom prst="rect">
                <a:avLst/>
              </a:prstGeom>
              <a:blipFill rotWithShape="1">
                <a:blip r:embed="rId4"/>
                <a:stretch>
                  <a:fillRect l="-12" t="-42433" r="34" b="-42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560030" y="2857226"/>
                <a:ext cx="4911932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𝑧𝑔</m:t>
                              </m:r>
                              <m:d>
                                <m:dPr>
                                  <m:ctrlP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𝑧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𝑎</m:t>
                          </m:r>
                        </m:e>
                      </m:d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/</m:t>
                          </m:r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𝑧</m:t>
                          </m:r>
                        </m:num>
                        <m:den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𝑔</m:t>
                          </m:r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′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zh-CN" sz="300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sym typeface="+mn-ea"/>
                            </a:rPr>
                            <m:t>|</m:t>
                          </m:r>
                        </m:e>
                        <m:sub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sym typeface="+mn-ea"/>
                            </a:rPr>
                            <m:t>𝑧</m:t>
                          </m:r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sym typeface="+mn-ea"/>
                            </a:rPr>
                            <m:t>=</m:t>
                          </m:r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sym typeface="+mn-ea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30" y="2857226"/>
                <a:ext cx="4911932" cy="623303"/>
              </a:xfrm>
              <a:prstGeom prst="rect">
                <a:avLst/>
              </a:prstGeom>
              <a:blipFill rotWithShape="1">
                <a:blip r:embed="rId5"/>
                <a:stretch>
                  <a:fillRect l="-12" t="-47329" r="3" b="-47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5340578" y="2857226"/>
                <a:ext cx="1385877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𝑎</m:t>
                          </m:r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𝑔</m:t>
                          </m:r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′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578" y="2857226"/>
                <a:ext cx="1385877" cy="623303"/>
              </a:xfrm>
              <a:prstGeom prst="rect">
                <a:avLst/>
              </a:prstGeom>
              <a:blipFill rotWithShape="1">
                <a:blip r:embed="rId6"/>
                <a:stretch>
                  <a:fillRect l="-16" t="-42439" r="-10500" b="-42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60030" y="4015266"/>
                <a:ext cx="7654274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limLoc m:val="subSup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[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den>
                    </m:f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30" y="4015266"/>
                <a:ext cx="7654274" cy="623303"/>
              </a:xfrm>
              <a:prstGeom prst="rect">
                <a:avLst/>
              </a:prstGeom>
              <a:blipFill rotWithShape="1">
                <a:blip r:embed="rId7"/>
                <a:stretch>
                  <a:fillRect l="-8" t="-23356" r="8" b="-23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001290" y="5093496"/>
                <a:ext cx="3048188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+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𝑎</m:t>
                          </m:r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𝑔</m:t>
                          </m:r>
                          <m:r>
                            <a:rPr lang="en-US" altLang="zh-CN" sz="30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′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290" y="5093496"/>
                <a:ext cx="3048188" cy="623303"/>
              </a:xfrm>
              <a:prstGeom prst="rect">
                <a:avLst/>
              </a:prstGeom>
              <a:blipFill rotWithShape="1">
                <a:blip r:embed="rId8"/>
                <a:stretch>
                  <a:fillRect l="-9" t="-42407" r="15" b="-423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9" grpId="0"/>
      <p:bldP spid="10" grpId="0"/>
      <p:bldP spid="11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53773" y="680396"/>
                <a:ext cx="2245048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不是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3" y="680396"/>
                <a:ext cx="2245048" cy="623303"/>
              </a:xfrm>
              <a:prstGeom prst="rect">
                <a:avLst/>
              </a:prstGeom>
              <a:blipFill rotWithShape="1">
                <a:blip r:embed="rId1"/>
                <a:stretch>
                  <a:fillRect l="-3" t="-50" r="1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444977" y="708828"/>
                <a:ext cx="5033851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</a:rPr>
                  <a:t>⇒</a:t>
                </a:r>
                <a:r>
                  <a:rPr lang="en-US" altLang="zh-CN" sz="3000" dirty="0">
                    <a:latin typeface="Cambria Math" panose="02040503050406030204" charset="0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的单极点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是可去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977" y="708828"/>
                <a:ext cx="5033851" cy="623303"/>
              </a:xfrm>
              <a:prstGeom prst="rect">
                <a:avLst/>
              </a:prstGeom>
              <a:blipFill rotWithShape="1">
                <a:blip r:embed="rId2"/>
                <a:stretch>
                  <a:fillRect l="-5" t="-18976" r="9" b="-18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415651" y="1633013"/>
                <a:ext cx="7654274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limLoc m:val="subSup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[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den>
                    </m:f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51" y="1633013"/>
                <a:ext cx="7654274" cy="623303"/>
              </a:xfrm>
              <a:prstGeom prst="rect">
                <a:avLst/>
              </a:prstGeom>
              <a:blipFill rotWithShape="1">
                <a:blip r:embed="rId3"/>
                <a:stretch>
                  <a:fillRect l="-5" t="-23398" r="5" b="-23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718694" y="2557198"/>
                <a:ext cx="2262380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+</m:t>
                      </m:r>
                      <m:r>
                        <a:rPr lang="en-US" altLang="zh-CN" sz="3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0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694" y="2557198"/>
                <a:ext cx="2262380" cy="623303"/>
              </a:xfrm>
              <a:prstGeom prst="rect">
                <a:avLst/>
              </a:prstGeom>
              <a:blipFill rotWithShape="1">
                <a:blip r:embed="rId4"/>
                <a:stretch>
                  <a:fillRect l="-11" t="-42389" r="6" b="-42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53773" y="3725188"/>
                <a:ext cx="2245048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不是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sym typeface="+mn-ea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3" y="3725188"/>
                <a:ext cx="2245048" cy="623303"/>
              </a:xfrm>
              <a:prstGeom prst="rect">
                <a:avLst/>
              </a:prstGeom>
              <a:blipFill rotWithShape="1">
                <a:blip r:embed="rId5"/>
                <a:stretch>
                  <a:fillRect l="-3" t="-45" r="1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444977" y="3753620"/>
                <a:ext cx="5139730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</a:rPr>
                  <a:t>⇒</a:t>
                </a: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Cambria Math" panose="02040503050406030204" charset="0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的单极点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是可去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977" y="3753620"/>
                <a:ext cx="5139730" cy="623303"/>
              </a:xfrm>
              <a:prstGeom prst="rect">
                <a:avLst/>
              </a:prstGeom>
              <a:blipFill rotWithShape="1">
                <a:blip r:embed="rId6"/>
                <a:stretch>
                  <a:fillRect l="-4" t="-18971" r="5" b="-18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15651" y="4677805"/>
                <a:ext cx="7654274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𝜋</m:t>
                        </m:r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den>
                    </m:f>
                    <m:nary>
                      <m:naryPr>
                        <m:chr m:val="∮"/>
                        <m:limLoc m:val="subSup"/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𝑧𝑔</m:t>
                            </m:r>
                            <m:d>
                              <m:dPr>
                                <m:ctrlP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 dirty="0">
                                    <a:latin typeface="Cambria Math" panose="02040503050406030204" charset="0"/>
                                    <a:ea typeface="楷体" panose="02010609060101010101" pitchFamily="49" charset="-122"/>
                                    <a:cs typeface="Cambria Math" panose="02040503050406030204" charset="0"/>
                                    <a:sym typeface="+mn-ea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a:rPr lang="en-US" altLang="zh-CN" sz="30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+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𝑅𝑒𝑠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[</m:t>
                    </m:r>
                    <m:f>
                      <m:fPr>
                        <m:ctrlP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altLang="zh-CN" sz="30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𝑧𝑔</m:t>
                        </m:r>
                        <m:d>
                          <m:dPr>
                            <m:ctrlP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sz="30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e>
                        </m:d>
                      </m:den>
                    </m:f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𝑎</m:t>
                    </m:r>
                    <m:r>
                      <a:rPr lang="en-US" altLang="zh-CN" sz="30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51" y="4677805"/>
                <a:ext cx="7654274" cy="623303"/>
              </a:xfrm>
              <a:prstGeom prst="rect">
                <a:avLst/>
              </a:prstGeom>
              <a:blipFill rotWithShape="1">
                <a:blip r:embed="rId3"/>
                <a:stretch>
                  <a:fillRect l="-5" t="-23393" r="5" b="-23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718694" y="5601990"/>
                <a:ext cx="2719580" cy="62330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fontAlgn="auto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r>
                        <a:rPr lang="en-US" altLang="zh-CN" sz="30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0</m:t>
                      </m:r>
                      <m:r>
                        <a:rPr lang="en-US" altLang="zh-CN" sz="30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+</m:t>
                      </m:r>
                      <m:f>
                        <m:fPr>
                          <m:ctrlP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𝑎𝑔</m:t>
                          </m:r>
                          <m:r>
                            <a:rPr lang="en-US" altLang="zh-CN" sz="30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  <a:sym typeface="+mn-ea"/>
                            </a:rPr>
                            <m:t>′</m:t>
                          </m:r>
                          <m:d>
                            <m:dPr>
                              <m:ctrlP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30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694" y="5601990"/>
                <a:ext cx="2719580" cy="623303"/>
              </a:xfrm>
              <a:prstGeom prst="rect">
                <a:avLst/>
              </a:prstGeom>
              <a:blipFill rotWithShape="1">
                <a:blip r:embed="rId7"/>
                <a:stretch>
                  <a:fillRect l="-10" t="-42384" r="5" b="-42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5289" y="516645"/>
                <a:ext cx="9081770" cy="1268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indent="0" algn="l" fontAlgn="auto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点的邻域内解析</a:t>
                </a:r>
                <a:r>
                  <a:rPr lang="en-US" altLang="zh-CN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)≠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𝜉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为单极点且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𝑅𝑒𝑠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[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𝜉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),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]=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𝑅𝑒𝑠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[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[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)],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]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9" y="516645"/>
                <a:ext cx="9081770" cy="1268730"/>
              </a:xfrm>
              <a:prstGeom prst="rect">
                <a:avLst/>
              </a:prstGeom>
              <a:blipFill rotWithShape="1">
                <a:blip r:embed="rId1"/>
                <a:stretch>
                  <a:fillRect t="-31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62230" y="1689323"/>
                <a:ext cx="5106536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rgbClr val="00B0F0"/>
                    </a:solidFill>
                    <a:ea typeface="楷体" panose="02010609060101010101" pitchFamily="49" charset="-122"/>
                    <a:cs typeface="Cambria Math" panose="02040503050406030204" charset="0"/>
                  </a:rPr>
                  <a:t>思路：看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</m:oMath>
                </a14:m>
                <a:r>
                  <a:rPr lang="zh-CN" altLang="en-US" sz="280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8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28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2800" i="1" dirty="0">
                        <a:solidFill>
                          <a:srgbClr val="00B0F0"/>
                        </a:solidFill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)]</m:t>
                    </m:r>
                  </m:oMath>
                </a14:m>
                <a:r>
                  <a:rPr lang="zh-CN" altLang="en-US" sz="2800" dirty="0">
                    <a:solidFill>
                      <a:srgbClr val="00B0F0"/>
                    </a:solidFill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的奇点类型</a:t>
                </a:r>
                <a:endParaRPr lang="en-US" altLang="zh-CN" sz="2800" dirty="0">
                  <a:solidFill>
                    <a:srgbClr val="00B0F0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" y="1689323"/>
                <a:ext cx="5106536" cy="703006"/>
              </a:xfrm>
              <a:prstGeom prst="rect">
                <a:avLst/>
              </a:prstGeom>
              <a:blipFill rotWithShape="1">
                <a:blip r:embed="rId2"/>
                <a:stretch>
                  <a:fillRect t="-32" r="10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62230" y="2263519"/>
                <a:ext cx="6430010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ea typeface="楷体" panose="02010609060101010101" pitchFamily="49" charset="-122"/>
                    <a:cs typeface="Cambria Math" panose="02040503050406030204" charset="0"/>
                  </a:rPr>
                  <a:t>解</a:t>
                </a:r>
                <a:r>
                  <a:rPr lang="en-US" altLang="zh-CN" sz="2800" dirty="0">
                    <a:ea typeface="楷体" panose="02010609060101010101" pitchFamily="49" charset="-122"/>
                    <a:cs typeface="Cambria Math" panose="0204050305040603020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点的邻域内解析</a:t>
                </a:r>
                <a:r>
                  <a:rPr lang="en-US" altLang="zh-CN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)≠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" y="2263519"/>
                <a:ext cx="6430010" cy="703006"/>
              </a:xfrm>
              <a:prstGeom prst="rect">
                <a:avLst/>
              </a:prstGeom>
              <a:blipFill rotWithShape="1">
                <a:blip r:embed="rId3"/>
                <a:stretch>
                  <a:fillRect t="-54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623703" y="2808861"/>
                <a:ext cx="8318165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</a:rPr>
                  <a:t>⇒</a:t>
                </a:r>
                <a:r>
                  <a:rPr lang="en-US" altLang="zh-CN" sz="280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𝑎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Cambria Math" panose="02040503050406030204" charset="0"/>
                      </a:rPr>
                      <m:t>⋯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03" y="2808861"/>
                <a:ext cx="8318165" cy="703006"/>
              </a:xfrm>
              <a:prstGeom prst="rect">
                <a:avLst/>
              </a:prstGeom>
              <a:blipFill rotWithShape="1">
                <a:blip r:embed="rId4"/>
                <a:stretch>
                  <a:fillRect l="-2" t="-5637" r="5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623703" y="3539973"/>
                <a:ext cx="5642343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ℎ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)+⋯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03" y="3539973"/>
                <a:ext cx="5642343" cy="703006"/>
              </a:xfrm>
              <a:prstGeom prst="rect">
                <a:avLst/>
              </a:prstGeom>
              <a:blipFill rotWithShape="1">
                <a:blip r:embed="rId5"/>
                <a:stretch>
                  <a:fillRect l="-2" t="-5669" r="9" b="-5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336296" y="3576896"/>
                <a:ext cx="2928020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ℎ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</m:oMath>
                </a14:m>
                <a:r>
                  <a:rPr lang="zh-CN" altLang="en-US" sz="2800" dirty="0">
                    <a:ea typeface="楷体" panose="02010609060101010101" pitchFamily="49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𝑎</m:t>
                        </m:r>
                      </m:e>
                    </m:d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≠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296" y="3576896"/>
                <a:ext cx="2928020" cy="703006"/>
              </a:xfrm>
              <a:prstGeom prst="rect">
                <a:avLst/>
              </a:prstGeom>
              <a:blipFill rotWithShape="1">
                <a:blip r:embed="rId6"/>
                <a:stretch>
                  <a:fillRect l="-9" t="-82" r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23703" y="4183850"/>
                <a:ext cx="4737570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𝑧</m:t>
                        </m:r>
                      </m:e>
                    </m:d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0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+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 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𝑎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ℎ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03" y="4183850"/>
                <a:ext cx="4737570" cy="703006"/>
              </a:xfrm>
              <a:prstGeom prst="rect">
                <a:avLst/>
              </a:prstGeom>
              <a:blipFill rotWithShape="1">
                <a:blip r:embed="rId7"/>
                <a:stretch>
                  <a:fillRect l="-3" t="-67" r="13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23703" y="4817174"/>
                <a:ext cx="6378676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𝜉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在以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为单极点且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𝑅𝑒𝑠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[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𝜉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),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]=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𝐴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03" y="4817174"/>
                <a:ext cx="6378676" cy="703006"/>
              </a:xfrm>
              <a:prstGeom prst="rect">
                <a:avLst/>
              </a:prstGeom>
              <a:blipFill rotWithShape="1">
                <a:blip r:embed="rId8"/>
                <a:stretch>
                  <a:fillRect l="-2" t="-9" r="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583598" y="5435608"/>
                <a:ext cx="7891445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</a:rPr>
                  <a:t>⇒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𝐴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Cambria Math" panose="02040503050406030204" charset="0"/>
                      </a:rPr>
                      <m:t>⋯=</m:t>
                    </m:r>
                    <m:f>
                      <m:f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𝑔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98" y="5435608"/>
                <a:ext cx="7891445" cy="703006"/>
              </a:xfrm>
              <a:prstGeom prst="rect">
                <a:avLst/>
              </a:prstGeom>
              <a:blipFill rotWithShape="1">
                <a:blip r:embed="rId9"/>
                <a:stretch>
                  <a:fillRect t="-6776" r="4" b="-6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5" grpId="0"/>
      <p:bldP spid="8" grpId="0"/>
      <p:bldP spid="9" grpId="0"/>
      <p:bldP spid="10" grpId="0"/>
      <p:bldP spid="12" grpId="0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51527" y="449306"/>
                <a:ext cx="7891445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</a:rPr>
                  <a:t>⇒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𝐴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Cambria Math" panose="02040503050406030204" charset="0"/>
                      </a:rPr>
                      <m:t>⋯=</m:t>
                    </m:r>
                    <m:f>
                      <m:f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𝑔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b="0" i="1" dirty="0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7" y="449306"/>
                <a:ext cx="7891445" cy="703006"/>
              </a:xfrm>
              <a:prstGeom prst="rect">
                <a:avLst/>
              </a:prstGeom>
              <a:blipFill rotWithShape="1">
                <a:blip r:embed="rId1"/>
                <a:stretch>
                  <a:fillRect l="-1" t="-6826" r="5" b="-6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51527" y="1152312"/>
                <a:ext cx="7891445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𝑔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𝜉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解析且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𝑔</m:t>
                    </m:r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</a:rPr>
                      <m:t>)</m:t>
                    </m:r>
                    <m:r>
                      <a:rPr lang="en-US" altLang="zh-CN" sz="280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Cambria Math" panose="02040503050406030204" charset="0"/>
                      </a:rPr>
                      <m:t>≠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Cambria Math" panose="02040503050406030204" charset="0"/>
                      </a:rPr>
                      <m:t>0</m:t>
                    </m:r>
                  </m:oMath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7" y="1152312"/>
                <a:ext cx="7891445" cy="703006"/>
              </a:xfrm>
              <a:prstGeom prst="rect">
                <a:avLst/>
              </a:prstGeom>
              <a:blipFill rotWithShape="1">
                <a:blip r:embed="rId2"/>
                <a:stretch>
                  <a:fillRect l="-1" t="-60" r="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51527" y="1999735"/>
                <a:ext cx="4147218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charset="0"/>
                          <a:ea typeface="Cambria Math" panose="02040503050406030204" charset="0"/>
                        </a:rPr>
                        <m:t>∴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𝑔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7" y="1999735"/>
                <a:ext cx="4147218" cy="703006"/>
              </a:xfrm>
              <a:prstGeom prst="rect">
                <a:avLst/>
              </a:prstGeom>
              <a:blipFill rotWithShape="1">
                <a:blip r:embed="rId3"/>
                <a:stretch>
                  <a:fillRect l="-2" t="-26483" r="2" b="-26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197249" y="1999735"/>
                <a:ext cx="2387400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𝑔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ℎ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49" y="1999735"/>
                <a:ext cx="2387400" cy="703006"/>
              </a:xfrm>
              <a:prstGeom prst="rect">
                <a:avLst/>
              </a:prstGeom>
              <a:blipFill rotWithShape="1">
                <a:blip r:embed="rId4"/>
                <a:stretch>
                  <a:fillRect l="-22" t="-26483" r="14" b="-26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37171" y="2847158"/>
                <a:ext cx="4108084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600" i="1" dirty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600" i="1" dirty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600" b="0" i="1" dirty="0" smtClean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600" b="0" i="1" dirty="0" smtClean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𝑧</m:t>
                          </m:r>
                          <m: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𝑎</m:t>
                          </m:r>
                        </m:e>
                      </m:d>
                      <m:r>
                        <a:rPr lang="en-US" altLang="zh-CN" sz="2600" b="0" i="1" dirty="0" smtClean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ℎ</m:t>
                      </m:r>
                      <m:r>
                        <a:rPr lang="en-US" altLang="zh-CN" sz="2600" b="0" i="1" dirty="0" smtClean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2600" b="0" i="1" dirty="0" smtClean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𝑧</m:t>
                      </m:r>
                      <m:r>
                        <a:rPr lang="en-US" altLang="zh-CN" sz="2600" b="0" i="1" dirty="0" smtClean="0">
                          <a:solidFill>
                            <a:srgbClr val="00B0F0"/>
                          </a:solidFill>
                          <a:latin typeface="Cambria Math" panose="02040503050406030204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-US" altLang="zh-CN" sz="2600" dirty="0">
                  <a:solidFill>
                    <a:srgbClr val="00B0F0"/>
                  </a:solidFill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71" y="2847158"/>
                <a:ext cx="4108084" cy="703006"/>
              </a:xfrm>
              <a:prstGeom prst="rect">
                <a:avLst/>
              </a:prstGeom>
              <a:blipFill rotWithShape="1">
                <a:blip r:embed="rId5"/>
                <a:stretch>
                  <a:fillRect l="-6" t="-64" r="13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592215" y="3485018"/>
                <a:ext cx="4286002" cy="70300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∴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𝑎</m:t>
                    </m:r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latin typeface="Cambria Math" panose="02040503050406030204" charset="0"/>
                                <a:ea typeface="楷体" panose="02010609060101010101" pitchFamily="49" charset="-122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800" dirty="0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的单极点</a:t>
                </a:r>
                <a:endParaRPr lang="en-US" altLang="zh-CN" sz="2800" dirty="0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15" y="3485018"/>
                <a:ext cx="4286002" cy="703006"/>
              </a:xfrm>
              <a:prstGeom prst="rect">
                <a:avLst/>
              </a:prstGeom>
              <a:blipFill rotWithShape="1">
                <a:blip r:embed="rId6"/>
                <a:stretch>
                  <a:fillRect l="-9" t="-20" r="3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49215" y="4510056"/>
                <a:ext cx="5200813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∴</m:t>
                      </m:r>
                      <m:r>
                        <a:rPr lang="en-US" altLang="zh-CN" sz="280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𝑅𝑒𝑠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80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en-US" altLang="zh-CN" sz="2800" i="1" dirty="0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 smtClean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280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280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→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charset="0"/>
                                  <a:ea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𝑔</m:t>
                              </m:r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charset="0"/>
                                      <a:ea typeface="楷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ℎ</m:t>
                              </m:r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𝑧</m:t>
                              </m:r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15" y="4510056"/>
                <a:ext cx="5200813" cy="1004955"/>
              </a:xfrm>
              <a:prstGeom prst="rect">
                <a:avLst/>
              </a:prstGeom>
              <a:blipFill rotWithShape="1">
                <a:blip r:embed="rId7"/>
                <a:stretch>
                  <a:fillRect l="-5" t="-28" r="8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5447935" y="4510056"/>
                <a:ext cx="1732511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𝑔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ℎ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𝑎</m:t>
                          </m:r>
                          <m: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35" y="4510056"/>
                <a:ext cx="1732511" cy="1015406"/>
              </a:xfrm>
              <a:prstGeom prst="rect">
                <a:avLst/>
              </a:prstGeom>
              <a:blipFill rotWithShape="1">
                <a:blip r:embed="rId8"/>
                <a:stretch>
                  <a:fillRect l="-16" t="-28" r="29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7125940" y="4510056"/>
                <a:ext cx="1378950" cy="974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800" i="1" dirty="0" smtClean="0">
                              <a:latin typeface="Cambria Math" panose="02040503050406030204" charset="0"/>
                              <a:ea typeface="楷体" panose="02010609060101010101" pitchFamily="49" charset="-122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charset="0"/>
                                  <a:ea typeface="楷体" panose="02010609060101010101" pitchFamily="49" charset="-122"/>
                                  <a:cs typeface="Cambria Math" panose="02040503050406030204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940" y="4510056"/>
                <a:ext cx="1378950" cy="974690"/>
              </a:xfrm>
              <a:prstGeom prst="rect">
                <a:avLst/>
              </a:prstGeom>
              <a:blipFill rotWithShape="1">
                <a:blip r:embed="rId9"/>
                <a:stretch>
                  <a:fillRect l="-44" t="-29" r="24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9" grpId="0"/>
      <p:bldP spid="10" grpId="0"/>
      <p:bldP spid="12" grpId="0"/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22036" y="562711"/>
            <a:ext cx="1111250" cy="64897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练习：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174231" y="158851"/>
                <a:ext cx="3345815" cy="1224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31" y="158851"/>
                <a:ext cx="3345815" cy="1224280"/>
              </a:xfrm>
              <a:prstGeom prst="rect">
                <a:avLst/>
              </a:prstGeom>
              <a:blipFill rotWithShape="1">
                <a:blip r:embed="rId1"/>
                <a:stretch>
                  <a:fillRect l="-3" t="-8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33286" y="966571"/>
                <a:ext cx="5109210" cy="13963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6" y="966571"/>
                <a:ext cx="5109210" cy="1396365"/>
              </a:xfrm>
              <a:prstGeom prst="rect">
                <a:avLst/>
              </a:prstGeom>
              <a:blipFill rotWithShape="1">
                <a:blip r:embed="rId2"/>
                <a:stretch>
                  <a:fillRect l="-2" t="-7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233286" y="1991461"/>
                <a:ext cx="5589905" cy="13874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𝑐𝑜𝑠𝑧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zh-CN" altLang="en-US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𝜋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6" y="1991461"/>
                <a:ext cx="5589905" cy="1387475"/>
              </a:xfrm>
              <a:prstGeom prst="rect">
                <a:avLst/>
              </a:prstGeom>
              <a:blipFill rotWithShape="1">
                <a:blip r:embed="rId3"/>
                <a:stretch>
                  <a:fillRect l="-2" t="-7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772776" y="224891"/>
                <a:ext cx="3020060" cy="13252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776" y="224891"/>
                <a:ext cx="3020060" cy="1325245"/>
              </a:xfrm>
              <a:prstGeom prst="rect">
                <a:avLst/>
              </a:prstGeom>
              <a:blipFill rotWithShape="1">
                <a:blip r:embed="rId4"/>
                <a:stretch>
                  <a:fillRect l="-4" t="-8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33286" y="3123666"/>
                <a:ext cx="5109210" cy="12153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5.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10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6" y="3123666"/>
                <a:ext cx="5109210" cy="1215390"/>
              </a:xfrm>
              <a:prstGeom prst="rect">
                <a:avLst/>
              </a:prstGeom>
              <a:blipFill rotWithShape="1">
                <a:blip r:embed="rId5"/>
                <a:stretch>
                  <a:fillRect l="-2" t="-8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12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22036" y="182914"/>
                <a:ext cx="3345815" cy="122428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𝑐𝑜𝑠𝑧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82914"/>
                <a:ext cx="3345815" cy="1224280"/>
              </a:xfrm>
              <a:prstGeom prst="rect">
                <a:avLst/>
              </a:prstGeom>
              <a:blipFill rotWithShape="1">
                <a:blip r:embed="rId1"/>
                <a:stretch>
                  <a:fillRect l="-3" t="-3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22036" y="138563"/>
                <a:ext cx="3020060" cy="13252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𝑅𝑒𝑠</m:t>
                    </m:r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[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</m:den>
                    </m:f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]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38563"/>
                <a:ext cx="3020060" cy="1325245"/>
              </a:xfrm>
              <a:prstGeom prst="rect">
                <a:avLst/>
              </a:prstGeom>
              <a:blipFill rotWithShape="1">
                <a:blip r:embed="rId1"/>
                <a:stretch>
                  <a:fillRect l="-4" t="-10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47650" y="175728"/>
                <a:ext cx="5109210" cy="13963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3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75728"/>
                <a:ext cx="5109210" cy="1396365"/>
              </a:xfrm>
              <a:prstGeom prst="rect">
                <a:avLst/>
              </a:prstGeom>
              <a:blipFill rotWithShape="1">
                <a:blip r:embed="rId1"/>
                <a:stretch>
                  <a:fillRect t="-34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93475" y="133083"/>
                <a:ext cx="5589905" cy="13874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5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𝑧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𝑐𝑜𝑠𝑧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zh-CN" altLang="en-US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𝜋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charset="0"/>
                        <a:ea typeface="楷体" panose="02010609060101010101" pitchFamily="49" charset="-122"/>
                      </a:rPr>
                      <m:t>𝑑𝑧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75" y="133083"/>
                <a:ext cx="5589905" cy="1387475"/>
              </a:xfrm>
              <a:prstGeom prst="rect">
                <a:avLst/>
              </a:prstGeom>
              <a:blipFill rotWithShape="1">
                <a:blip r:embed="rId1"/>
                <a:stretch>
                  <a:fillRect l="-8" t="-27" r="8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224653"/>
                <a:ext cx="5109210" cy="12153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5.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𝑑𝑧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10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charset="0"/>
                                    <a:ea typeface="楷体" panose="02010609060101010101" pitchFamily="49" charset="-122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4</m:t>
                            </m:r>
                            <m:r>
                              <a:rPr lang="en-US" altLang="zh-CN" sz="3000" b="0" i="1" smtClean="0">
                                <a:latin typeface="Cambria Math" panose="02040503050406030204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224653"/>
                <a:ext cx="5109210" cy="1215390"/>
              </a:xfrm>
              <a:prstGeom prst="rect">
                <a:avLst/>
              </a:prstGeom>
              <a:blipFill rotWithShape="1">
                <a:blip r:embed="rId1"/>
                <a:stretch>
                  <a:fillRect l="-2" t="-41" r="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0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3.5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留数定理</a:t>
              </a:r>
              <a:endPara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Cambria Math" panose="02040503050406030204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328eaf72-5208-4d60-9110-3717c60f8c0a"/>
  <p:tag name="COMMONDATA" val="eyJoZGlkIjoiMTAyMzJkOGNiMDEyZDQzM2FkNGM4ODJmZGE4NDczMD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14921</Words>
  <Application>WPS 演示</Application>
  <PresentationFormat>全屏显示(4:3)</PresentationFormat>
  <Paragraphs>820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Arial</vt:lpstr>
      <vt:lpstr>宋体</vt:lpstr>
      <vt:lpstr>Wingdings</vt:lpstr>
      <vt:lpstr>楷体</vt:lpstr>
      <vt:lpstr>Cambria Math</vt:lpstr>
      <vt:lpstr>等线</vt:lpstr>
      <vt:lpstr>微软雅黑</vt:lpstr>
      <vt:lpstr>Arial Unicode MS</vt:lpstr>
      <vt:lpstr>等线 Light</vt:lpstr>
      <vt:lpstr>Calibri</vt:lpstr>
      <vt:lpstr>Times New Roman</vt:lpstr>
      <vt:lpstr>Office 主题​​</vt:lpstr>
      <vt:lpstr>1_Office 主题​​</vt:lpstr>
      <vt:lpstr>复变函数与积分变换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复变函数与积分变换</dc:title>
  <dc:creator>dym</dc:creator>
  <cp:lastModifiedBy>DhyWay</cp:lastModifiedBy>
  <cp:revision>129</cp:revision>
  <dcterms:created xsi:type="dcterms:W3CDTF">2020-09-10T08:53:00Z</dcterms:created>
  <dcterms:modified xsi:type="dcterms:W3CDTF">2025-08-20T06:26:02Z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EE4351F4788A4C2E9D21564E0090F4BA</vt:lpwstr>
  </property>
  <property fmtid="{D5CDD505-2E9C-101B-9397-08002B2CF9AE}" pid="3" name="KSOProductBuildVer">
    <vt:lpwstr>2052-12.1.0.21915</vt:lpwstr>
  </property>
</Properties>
</file>