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6" r:id="rId4"/>
    <p:sldId id="259" r:id="rId5"/>
    <p:sldId id="277" r:id="rId6"/>
    <p:sldId id="260" r:id="rId7"/>
    <p:sldId id="261" r:id="rId8"/>
    <p:sldId id="273" r:id="rId9"/>
    <p:sldId id="271" r:id="rId10"/>
    <p:sldId id="272" r:id="rId11"/>
    <p:sldId id="263" r:id="rId12"/>
    <p:sldId id="296" r:id="rId13"/>
    <p:sldId id="274" r:id="rId14"/>
    <p:sldId id="287" r:id="rId15"/>
    <p:sldId id="297" r:id="rId16"/>
    <p:sldId id="275" r:id="rId17"/>
    <p:sldId id="298" r:id="rId18"/>
    <p:sldId id="299" r:id="rId19"/>
    <p:sldId id="300" r:id="rId20"/>
    <p:sldId id="290" r:id="rId21"/>
    <p:sldId id="276" r:id="rId22"/>
    <p:sldId id="301" r:id="rId23"/>
    <p:sldId id="291" r:id="rId24"/>
  </p:sldIdLst>
  <p:sldSz cx="9144000" cy="6858000" type="screen4x3"/>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99" d="100"/>
          <a:sy n="99" d="100"/>
        </p:scale>
        <p:origin x="498"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8" Type="http://schemas.openxmlformats.org/officeDocument/2006/relationships/tags" Target="tags/tag3.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0000"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4-11-01T10:51:36"/>
    </inkml:context>
    <inkml:brush xml:id="br0">
      <inkml:brushProperty name="width" value="0.05292" units="cm"/>
      <inkml:brushProperty name="height" value="0.05292" units="cm"/>
      <inkml:brushProperty name="color" value="#002060"/>
    </inkml:brush>
    <inkml:brush xml:id="br1">
      <inkml:brushProperty name="width" value="0.05292" units="cm"/>
      <inkml:brushProperty name="height" value="0.05292" units="cm"/>
      <inkml:brushProperty name="color" value="#ff0000"/>
    </inkml:brush>
  </inkml:definitions>
  <inkml:trace contextRef="#ctx0" brushRef="#br0">4731.000 9739.000 2751 0,'0.000'-1.000'256'0,"0.000"0.000"-256"0,0.000 0.000 0 15,-1.000 1.000 0-15,1.000 0.000 576 0,1.000-1.000 80 0,-1.000 0.000 16 0,-1.000-1.000 0 0,-1.000 0.000-272 0,2.000-1.000-48 0,-2.000 1.000-16 0,2.000 0.000 0 16,0.000 2.000-336-16,0.000-1.000 128 0,0.000 0.000-128 0,0.000 1.000 0 15,0.000 0.000 0-15,0.000 0.000 0 0,0.000 0.000 0 0,0.000 0.000 0 0,0.000 0.000-128 0,0.000 0.000 128 16,-2.000 0.000-128-16,2.000 0.000 128 16,0.000 0.000-240-16,2.000 0.000 48 0,-2.000 0.000 0 0,0.000 0.000 0 0,0.000 0.000 192 0,0.000 0.000 0 15,0.000 0.000-160-15,0.000 1.000 160 0,0.000-1.000 0 0,0.000 0.000 0 32,0.000 0.000 0-32,0.000 0.000 0 0,0.000 0.000 0 0,0.000 0.000 0 0,0.000 0.000 0 0,0.000 0.000 0 0,-2.000-1.000-160 0,2.000 1.000 160 15,0.000 0.000-208-15,2.000 0.000-2032 0</inkml:trace>
  <inkml:trace contextRef="#ctx0" brushRef="#br0">5002.000 12256.000 8287 0,'0.000'-3.000'736'0,"0.000"2.000"-592"0,1.000 0.000-144 0,-1.000 1.000 0 0,0.000 0.000 640 0,0.000 0.000 112 0,2.000-1.000 16 0,-2.000 0.000 0 0,0.000-1.000 1280 0,0.000 1.000 256 0,2.000 0.000 48 0,-2.000 1.000 16 0,1.000 0.000-1136 0,-1.000 0.000-208 16,0.000 0.000-64-16,0.000 0.000 0 0,0.000 0.000-240 0,0.000 0.000-48 15,0.000 0.000-16-15,0.000 0.000 0 16,0.000 0.000-80-16,0.000 1.000 0 0,0.000-1.000-16 0,0.000 0.000 0 16,0.000-1.000 16-16,0.000 1.000 16 0,0.000 0.000 0 0,0.000 0.000 0 15,-1.000 0.000-144-15,1.000 1.000-16 0,-2.000-1.000-16 16,2.000 0.000 0-16,0.000 1.000-256 0,0.000-1.000-160 0,-2.000 1.000 192 0,1.000 0.000-192 0,1.000-1.000 0 0,0.000 0.000 0 16,0.000 0.000 0-16,0.000 0.000 0 0,0.000 0.000 0 0,0.000-1.000 0 0,0.000 0.000 0 0,0.000 0.000 0 15,0.000 1.000 0-15,1.000-3.000-192 0,1.000 0.000 192 0,0.000-2.000-192 16,1.000-2.000-64-16,0.000 1.000-16 0,0.000 2.000 0 0,0.000 0.000 0 15,-1.000 2.000 64-15,1.000 0.000 16 0,-1.000 1.000 0 0,-1.000 1.000 0 32,1.000 1.000 64-32,-2.000 1.000 128 0,3.000-1.000-208 0,-3.000 2.000 80 0,2.000 0.000 128 0,-2.000 1.000-192 0,2.000 0.000 192 0,-1.000 1.000-192 15,-1.000-1.000 192-15,0.000-1.000 0 0,0.000 1.000 128 0,0.000-2.000-128 16,-1.000 0.000 128-16,-1.000-1.000-128 0,2.000 0.000 128 0,-2.000-1.000-128 16,2.000 1.000 0-16,-3.000-1.000 0 0,3.000 0.000 0 0,-3.000 0.000 0 15,-2.000-1.000 0-15,2.000 0.000 144 0,-3.000-1.000-144 0,1.000-1.000 0 0,0.000 1.000 0 16,0.000-2.000 0-16,0.000 0.000 0 0,-1.000-2.000 0 0,3.000 2.000 0 0,-1.000-1.000 0 15,1.000-1.000 0-15,2.000 0.000 0 0,-1.000 1.000 0 0,0.000 2.000 0 16,2.000 0.000-160-16,0.000 2.000 160 0,0.000 0.000-256 0,0.000 1.000 64 16,2.000 0.000 0-16,-2.000 0.000 16 0,0.000 1.000 176 0,0.000-1.000-208 15,2.000 1.000 80-15,-1.000-1.000 128 0,-1.000 1.000-208 0,2.000 0.000 80 16,-2.000-1.000 128-16,3.000 1.000-208 0,-3.000-1.000 208 0,2.000 1.000 0 16,-1.000-1.000-160-16,-1.000 1.000 160 0,2.000-1.000 0 0,0.000 0.000 0 15,-1.000-1.000-144-15,-1.000 1.000-7888 16,3.000 0.000-1568-16</inkml:trace>
  <inkml:trace contextRef="#ctx0" brushRef="#br0">5315.000 11975.000 13823 0,'0.000'0.000'1216'0,"0.000"-1.000"-960"0,0.000 1.000-256 0,2.000 0.000 0 0,-2.000 0.000 720 0,0.000 0.000 112 0,2.000 0.000 0 0,-1.000 0.000 16 0,3.000 0.000 1200 0,0.000 1.000 224 0,-1.000-1.000 48 0,2.000 1.000 16 16,0.000 1.000-1040-16,-2.000 0.000-208 0,2.000 0.000-32 0,1.000 0.000-16 16,-1.000 0.000-384-16,-5.000-2.000-80 15,0.000 0.000 0-15,0.000 0.000-16 0,0.000 0.000 352 0,0.000 0.000 80 0,0.000 0.000 16 0,43.000 9.000 0 31,-35.000-10.000-1696-31,1.000 0.000-336 0,0.000-3.000-64 0,-1.000 1.000 0 0,0.000 0.000 1648 0,1.000 0.000 336 0,0.000 0.000 64 0,-1.000 0.000 0 16,1.000 0.000-1616 0,-1.000 1.000-336-16,-1.000 1.000-64 0,0.000 0.000-16 0,-2.000-1.000 816 0,0.000 4.000 256 0,0.000-1.000 0 0,-1.000 1.000-160 15,0.000 0.000 160-15,-3.000 0.000-128 0,1.000 2.000 128 0,0.000 0.000-128 16,-2.000 0.000 128-16,-2.000 3.000 0 0,0.000 0.000 0 0,1.000 0.000 0 16,-5.000 2.000 128-16,3.000-1.000-128 0,-4.000 3.000 128 0,0.000 0.000-128 0,0.000 1.000 176 15,-1.000 0.000-48-15,-1.000 0.000 0 0,-3.000 1.000 0 0,2.000-1.000 0 16,-1.000 1.000 0-16,1.000-1.000 0 0,-4.000 1.000 0 0,4.000-1.000 48 15,-2.000 1.000 0-15,2.000-2.000 0 0,0.000 1.000 0 0,-1.000-1.000 32 0,1.000 1.000 16 16,1.000-2.000 0-16,-1.000 0.000 0 0,2.000 0.000-224 0,-1.000-2.000 176 16,2.000 1.000-176-16,2.000-3.000 160 0,-1.000 0.000-160 15,0.000-1.000 0-15,4.000-2.000 0 0,-1.000-1.000 0 0,3.000-1.000 0 0,-2.000-1.000 0 16,2.000 1.000 0-16,0.000-2.000 0 0,2.000 1.000 0 0,-2.000-1.000 0 0,0.000 0.000 0 0,2.000 0.000 0 16,-1.000 0.000 0-16,3.000 0.000 0 15,0.000 0.000 0-15,1.000-2.000 0 0,-5.000 3.000 0 0,0.000 0.000 0 0,21.000-6.000 224 16,-21.000 6.000-64-16,18.000-7.000 320 0,-18.000 7.000 64 0,0.000 0.000 16 15,28.000-8.000 0-15,-28.000 8.000-192 0,0.000 0.000-48 16,32.000-6.000 0-16,-32.000 6.000 0 0,0.000 0.000-128 0,0.000 0.000-48 0,37.000-3.000 0 16,-37.000 3.000 0-16,0.000 0.000-144 0,0.000 0.000 0 15,0.000 0.000 0-15,0.000 0.000 0 0,40.000 3.000 0 0,-40.000-3.000-144 16,0.000 0.000 144-16,0.000 0.000 0 0,0.000 0.000-144 0,0.000 0.000 144 0,0.000 0.000 0 0,0.000 0.000-144 0,0.000 0.000 144 16,0.000 0.000-128-16,0.000 0.000 128 15,0.000 0.000-128 1,0.000 0.000-240-16,0.000 0.000-32 0,0.000 0.000-16 0,10.000-6.000-10080 15,-15.000 3.000-2032-15</inkml:trace>
  <inkml:trace contextRef="#ctx0" brushRef="#br0">5322.000 12167.000 11967 0,'-2.000'-2.000'1072'16,"2.000"1.000"-864"-16,0.000 1.000-208 0,0.000 0.000 0 0,0.000 0.000 1152 0,2.000 0.000 192 0,-2.000-1.000 48 0,2.000 0.000 0 0,2.000-1.000 624 0,-1.000 0.000 128 0,4.000-1.000 32 0,-1.000 2.000 0 0,-1.000 0.000-736 0,4.000 0.000-144 0,-9.000 1.000-16 0,0.000 0.000-16 31,0.000 0.000-432-31,0.000 0.000-64 0,43.000 1.000-32 0,-43.000-1.000 0 16,0.000 0.000-512-16,0.000 0.000-96 0,0.000 0.000-128 0,44.000 8.000 176 15,-44.000-8.000-176-15,0.000 0.000 0 0,0.000 0.000-160 0,0.000 0.000 160 0,47.000 6.000-448 16,-47.000-6.000 16-16</inkml:trace>
  <inkml:trace contextRef="#ctx0" brushRef="#br0">5598.000 12191.000 12895 0,'-1.000'1.000'1152'0,"-1.000"-1.000"-928"0,2.000 1.000-224 0,0.000-1.000 0 0,0.000 0.000 992 0,0.000 1.000 160 16,0.000 0.000 16-16,0.000 1.000 16 0,0.000-2.000 224 0,0.000 0.000 64 16,0.000 0.000 0-16,0.000 0.000 0 0,5.000 33.000-1104 0,-5.000-33.000-224 0,0.000 0.000-144 0,0.000 0.000 192 15,13.000 39.000-32-15,-13.000-39.000 0 0,0.000 0.000 0 16,0.000 0.000 0-16,0.000 0.000-160 0,28.000 40.000 0 0,-28.000-40.000 0 15,0.000 0.000 0-15,0.000 0.000 0 0,0.000 0.000 0 0,0.000 0.000 0 0,0.000 0.000 0 16,0.000 0.000 128-16,41.000 10.000 32 0,-34.000-14.000 16 16,-2.000-1.000 0-16,0.000-3.000 960 0,2.000-1.000 192 0,-2.000-1.000 32 0,1.000-3.000 16 15,-3.000 1.000-720-15,0.000-1.000-144 0,-1.000 1.000-16 0,0.000-1.000-16 16,-2.000 2.000-480-16,-2.000 2.000 0 0,2.000 2.000 0 0,-2.000 2.000 0 16,-1.000 3.000 144-16,0.000-2.000-144 0,-1.000 3.000 128 0,-2.000 0.000-128 15,0.000 2.000 848-15,-1.000 3.000 96 0,-5.000 0.000 16 0,0.000 3.000 0 16,-2.000 2.000-368-16,-1.000 1.000-64 0,1.000 1.000-16 0,0.000 1.000 0 0,1.000-1.000-656 15,2.000-1.000-144-15</inkml:trace>
  <inkml:trace contextRef="#ctx0" brushRef="#br0">4602.000 13349.000 6447 0,'-3.000'0.000'576'0,"1.000"-1.000"-576"0,-1.000 1.000 0 0,1.000-1.000 0 0,1.000 1.000 1184 0,-1.000 0.000 128 0,2.000 0.000 32 0,-2.000 0.000 0 0,-3.000-1.000 384 0,1.000 0.000 64 0,-2.000 0.000 32 0,1.000 0.000 0 0,0.000 0.000-272 0,-1.000-1.000-48 16,1.000 1.000-16-16,0.000-2.000 0 15,3.000 0.000-304-15,-3.000 1.000-64 0,2.000 0.000-16 0,-3.000 0.000 0 16,3.000 0.000-304-16,-2.000-1.000-64 0,0.000 1.000-16 0,0.000-1.000 0 0,-1.000 0.000-208 0,1.000-2.000-64 16,0.000 2.000 0-16,-1.000-1.000 0 0,-2.000 0.000-112 0,0.000-1.000-16 15,1.000 2.000-16-15,-2.000-3.000 0 0,1.000 2.000-304 0,0.000-1.000 160 16,0.000 1.000-160-16,0.000 0.000 128 0,1.000-2.000 80 0,-2.000 1.000 16 15,1.000 0.000 0-15,1.000-1.000 0 0,-2.000 0.000 144 0,1.000 0.000 16 16,0.000 0.000 16-16,-1.000-1.000 0 0,0.000-1.000-64 16,1.000 1.000-16-1,-3.000 0.000 0-15,3.000-1.000 0 0,2.000 2.000 0 0,-4.000-1.000-16 0,4.000 1.000 0 0,-1.000-2.000 0 16,0.000 1.000-64-16,0.000-1.000-16 0,2.000 0.000 0 0,-1.000 0.000 0 0,-2.000 1.000 0 0,3.000-2.000 0 0,0.000 0.000 0 0,-1.000 0.000 0 16,0.000-1.000-224-16,-1.000 0.000 128 0,4.000-2.000-128 15,-4.000 1.000 0-15,1.000-1.000 128 0,1.000-1.000-128 0,0.000-2.000 0 0,-1.000-1.000 0 16,-2.000 2.000 128-16,2.000-2.000-128 0,-1.000 2.000 0 0,1.000-1.000 0 15,-2.000-1.000 0-15,0.000 0.000 128 0,1.000-1.000-128 0,-2.000 0.000 0 16,4.000 2.000 0-16,-1.000-2.000 0 0,-1.000-1.000 0 0,-1.000-2.000 0 16,0.000-1.000 0-16,2.000 2.000 0 0,-2.000-1.000 0 0,1.000 0.000 0 0,1.000 2.000 0 0,-2.000 1.000 0 15,3.000-1.000 0-15,-1.000 1.000 0 0,1.000 1.000 0 16,2.000 1.000 0-16,-3.000-2.000 0 0,2.000 0.000 0 0,-2.000 1.000 0 16,3.000-2.000-128-16,-1.000-1.000 128 0,-2.000 0.000 0 0,1.000 1.000 0 15,2.000-2.000 0-15,-2.000 1.000 0 0,0.000-1.000 0 16,2.000 1.000 0-16,-3.000 0.000-128 0,1.000 1.000 128 0,2.000-2.000 0 0,0.000 0.000 0 0,-1.000 0.000 0 0,1.000 1.000 0 15,0.000-1.000 0 1,2.000-1.000 0-16,-1.000 0.000 0 0,2.000 0.000 0 0,0.000-1.000 0 0,3.000 0.000-128 16,0.000 1.000 128-16,0.000 0.000 0 0,-1.000-1.000 0 15,1.000 3.000-128-15,2.000-1.000 128 0,0.000 0.000 0 0,1.000 0.000 0 16,-1.000 2.000 0-16,0.000-1.000-128 0,3.000 0.000 128 0,0.000 0.000 0 0,0.000 2.000 0 0,-2.000-1.000 0 0,4.000 0.000 0 16,-4.000 0.000 0-16,2.000 0.000-128 0,2.000-1.000 128 15,-1.000 0.000 0-15,-2.000 1.000 0 0,2.000 0.000-128 0,-1.000 2.000 128 0,-1.000-1.000 0 0,2.000 2.000 0 16,-1.000 1.000 0-16,-1.000 0.000-128 0,2.000 1.000 128 0,-2.000-1.000 0 15,1.000 1.000 0-15,1.000 0.000 0 16,-1.000 1.000 0-16,2.000-1.000 0 0,-1.000-1.000 0 0,1.000 1.000 0 0,1.000 0.000-128 16,-3.000 0.000 128-16,2.000 0.000 0 0,4.000 0.000 0 0,-1.000-1.000 0 15,2.000-1.000 0-15,0.000-1.000 0 0,3.000-2.000-128 0,0.000 0.000 128 16,3.000-1.000 0-16,-1.000-2.000 0 0,1.000 0.000 0 0,1.000 0.000-128 16,-5.000 0.000 128-16,2.000 2.000 0 0,-3.000 3.000 0 0,-3.000 0.000 0 15,1.000 2.000 0-15,0.000 2.000 0 0,-2.000 0.000-128 16,0.000 1.000 128-16,-2.000 1.000 0 0,0.000 0.000 0 0,2.000 2.000 0 0,-2.000-1.000 0 15,3.000 1.000 0-15,-2.000 1.000 0 0,2.000-2.000-128 16,-2.000 3.000 128-16,3.000-2.000 0 0,0.000 2.000 0 0,-2.000-1.000 0 16,0.000 2.000-128-16,0.000-1.000 128 0,4.000 1.000 0 0,-2.000-1.000 0 15,2.000 1.000-128-15,3.000 0.000 128 0,-4.000 1.000 0 0,1.000-1.000 0 0,1.000 1.000-128 0,-4.000 0.000 128 16,3.000 1.000 0-16,-3.000-1.000 0 0,3.000 1.000-128 0,-2.000-1.000 128 16,1.000 1.000 0-16,1.000-2.000 0 0,0.000 2.000 0 0,0.000-1.000 0 15,0.000 1.000 0-15,1.000-1.000 0 0,-2.000 0.000 0 0,4.000-1.000 0 16,0.000 2.000 0-16,0.000 0.000-128 0,2.000 0.000 128 0,-1.000 0.000 0 15,2.000 1.000 0-15,0.000-1.000 0 0,-22.000 3.000 0 0,43.000-4.000 0 16,-19.000 0.000 0-16,-24.000 4.000 0 0,45.000-4.000 0 0,-45.000 4.000 0 16,45.000-4.000 0-16,-45.000 4.000 0 0,40.000-3.000 0 0,-21.000 1.000 0 15,-19.000 2.000 0-15,40.000-2.000 0 0,-40.000 2.000 0 0,37.000-1.000 0 16,-37.000 1.000 0-16,35.000 1.000 0 0,-35.000-1.000 0 0,0.000 0.000 0 0,55.000 7.000 0 16,-55.000-7.000 0-16,0.000 0.000 0 0,58.000 14.000 0 0,-58.000-14.000 0 15,0.000 0.000 0-15,55.000 18.000 0 0,-55.000-18.000 0 0,0.000 0.000 0 16,50.000 20.000 0-16,-50.000-20.000 0 0,0.000 0.000 0 0,46.000 21.000 0 0,-46.000-21.000 0 15,0.000 0.000 0-15,0.000 0.000 0 0,51.000 27.000 0 0,-51.000-27.000 0 16,0.000 0.000 0-16,0.000 0.000 0 0,48.000 34.000 0 0,-48.000-34.000 0 0,0.000 0.000 0 0,0.000 0.000 0 16,47.000 37.000 0-16,-47.000-37.000 0 0,0.000 0.000 0 15,38.000 32.000 0-15,-38.000-32.000 0 0,0.000 0.000 0 0,35.000 34.000 0 0,-35.000-34.000 0 16,0.000 0.000 0-16,32.000 34.000 0 0,-32.000-34.000 128 16,0.000 0.000-128-16,32.000 39.000 0 0,-32.000-39.000 0 0,0.000 0.000 0 0,27.000 39.000 0 15,-27.000-39.000 0-15,0.000 0.000 128 0,29.000 40.000-128 16,-29.000-40.000 0-16,0.000 0.000 0 0,29.000 41.000 0 0,-29.000-41.000 0 15,0.000 0.000 0-15,29.000 41.000 128 0,-29.000-41.000-128 0,0.000 0.000 0 16,26.000 42.000 144-16,-26.000-42.000 288 0,0.000 0.000 48 0,24.000 50.000 16 16,-24.000-50.000 0-16,0.000 0.000-112 0,22.000 58.000-32 0,-22.000-58.000 0 15,14.000 42.000 0-15,-14.000-42.000-352 0,16.000 43.000 0 0,-16.000-43.000 0 0,13.000 44.000 0 0,-13.000-44.000 0 16,13.000 41.000 0-16,-13.000-41.000 0 0,0.000 0.000 0 0,14.000 56.000 0 16,-14.000-56.000 0-16,0.000 0.000 0 0,13.000 48.000 0 0,-13.000-48.000 0 15,0.000 0.000 0-15,11.000 54.000 0 0,-11.000-54.000 0 0,8.000 41.000 0 0,-8.000-41.000 0 16,8.000 43.000 0-16,-8.000-43.000 128 15,7.000 42.000-128-15,-7.000-42.000 0 0,5.000 39.000 0 0,-5.000-39.000 0 16,6.000 38.000 0-16,-6.000-38.000 0 0,4.000 35.000 0 0,-4.000-35.000 0 0,0.000 0.000 0 0,5.000 49.000 0 0,-5.000-49.000 0 16,0.000 0.000 0-1,2.000 46.000 0-15,-2.000-46.000 0 0,2.000 31.000 0 0,-2.000-31.000 0 16,0.000 33.000 0-16,0.000-33.000 0 0,-2.000 35.000 0 0,2.000-35.000 0 0,-3.000 38.000 0 0,3.000-38.000 0 0,-4.000 39.000 0 16,4.000-39.000 0-16,-6.000 40.000 0 0,6.000-40.000 0 0,-6.000 40.000 0 15,6.000-40.000 0-15,-5.000 36.000 0 16,5.000-36.000 0-16,-5.000 34.000 0 0,5.000-34.000 128 0,-5.000 29.000-128 0,5.000-29.000 0 0,-9.000 27.000 0 0,9.000-27.000 0 15,-8.000 26.000 0-15,8.000-26.000 0 0,-10.000 24.000 0 0,4.000-11.000 0 16,3.000-2.000 0-16,-2.000 1.000 0 0,-2.000 0.000 0 16,1.000 1.000 0-16,0.000 0.000 0 0,-1.000 0.000 0 0,2.000 0.000 0 15,-4.000 0.000 0-15,4.000 0.000 256 0,-2.000-2.000-32 0,1.000 0.000 0 16,0.000 0.000 0-16,-1.000-2.000-64 0,1.000 2.000-16 0,-2.000-2.000 0 16,3.000 0.000 0-16,-3.000 0.000-144 0,0.000-1.000 0 15,0.000 1.000 0-15,0.000-1.000 0 0,-3.000 1.000 0 0,3.000 0.000 0 0,-3.000 1.000 0 16,-2.000-2.000 0-16,2.000 2.000 0 0,-2.000-2.000 0 0,0.000 3.000 128 15,-3.000-2.000-128-15,2.000 1.000 0 0,1.000 0.000 0 0,-3.000-1.000 0 0,0.000 1.000 0 16,2.000-2.000 0-16,-1.000 1.000 0 0,1.000 0.000 0 0,-2.000 0.000 0 0,3.000-1.000 0 16,0.000 2.000 0-16,-3.000-2.000 0 0,5.000 0.000 0 0,-2.000-1.000 0 15,2.000 0.000 0-15,0.000-1.000 0 16,0.000 2.000 0-16,-2.000-1.000 0 0,2.000 0.000 0 0,0.000 1.000 0 0,-1.000-2.000 0 16,1.000 1.000 0-16,0.000 0.000 0 0,1.000 1.000 128 0,-2.000-2.000-128 15,0.000 1.000 0-15,0.000 1.000 0 0,0.000 0.000 0 0,-2.000-1.000 0 16,2.000 1.000 0-16,-2.000 0.000 0 0,0.000-1.000 0 0,1.000-1.000 0 15,-1.000 2.000 0-15,2.000-2.000 0 0,-2.000 0.000 0 0,3.000 1.000 0 16,-2.000-2.000 0-16,0.000 0.000 0 0,-1.000 0.000 0 0,0.000-1.000 0 16,2.000 2.000 0-16,0.000-2.000 0 0,0.000 1.000 0 0,-3.000 1.000 0 15,3.000 0.000 0-15,-2.000 1.000 0 0,1.000-1.000 128 0,-1.000 1.000-128 0,0.000 0.000 0 16,0.000 0.000 0-16,-1.000 0.000 0 0,1.000 0.000 0 0,-1.000 1.000 0 16,2.000-1.000 0-16,-2.000 0.000 0 0,1.000 0.000 0 0,3.000-1.000 0 0,-2.000-1.000 0 15,0.000 0.000 0-15,1.000-1.000 0 16,0.000 1.000 0-16,-2.000-1.000 0 0,1.000 0.000 0 0,0.000-1.000 0 0,0.000 1.000 0 0,-3.000-1.000 0 15,5.000 0.000 0-15,-3.000-1.000 0 0,0.000 0.000 0 0,1.000 0.000 0 16,0.000 0.000 0-16,2.000-1.000 0 0,-2.000 0.000 0 0,3.000 0.000 0 16,-1.000-1.000 128-16,1.000 0.000-128 0,2.000 1.000 128 0,-3.000-1.000-128 15,3.000 0.000 192-15,0.000-1.000-64 0,0.000 1.000 0 0,0.000-1.000 0 16,0.000 0.000 0-16,0.000 1.000 0 0,2.000-1.000-128 0,-1.000-1.000 0 0,-4.000 1.000 0 0,3.000 0.000 0 16,0.000 1.000 0-16,0.000-1.000 0 15,0.000 1.000 0-15,0.000-1.000 0 0,0.000 1.000 0 0,0.000 0.000 0 0,0.000-1.000 0 16,-1.000 0.000 0-16,2.000 1.000 0 0,-1.000-2.000 0 0,0.000 1.000 0 15,0.000 0.000 0-15,2.000-1.000 0 0,-2.000 0.000 0 0,3.000-1.000 0 16,-3.000 1.000 0-16,3.000-1.000 0 0,-4.000 1.000 160 0,4.000-1.000-160 16,-2.000 0.000 160-16,0.000-1.000 0 0,0.000 1.000 0 0,1.000 1.000 0 15,1.000-1.000 0-15,-3.000 1.000-160 0,3.000-1.000 0 0,0.000 1.000 0 16,-1.000 0.000 128-16,0.000 0.000-128 0,1.000-1.000 0 0,-2.000 2.000 0 0,2.000-1.000 0 16,0.000 0.000 0-16,-2.000 1.000 0 0,2.000-1.000 0 0,0.000 0.000 0 15,0.000 0.000 0-15,-3.000-1.000 0 0,2.000 1.000 0 0,1.000 0.000 0 0,0.000-1.000 0 16,-4.000-1.000 0-16,4.000 1.000 0 0,-2.000 0.000 0 0,2.000-1.000 0 15,-2.000 0.000 128-15,2.000 1.000-128 0,0.000-3.000 0 16,0.000 1.000 256-16,-2.000 0.000-16 0,0.000-1.000-16 0,2.000 1.000 0 16,0.000-1.000-224-16,-1.000 1.000 0 0,1.000 0.000 0 0,-1.000-1.000 0 0,-1.000 0.000 0 0,0.000 1.000 0 15,0.000 0.000 0-15,0.000 0.000 0 0,0.000 1.000 0 16,0.000-3.000 0-16,2.000 2.000 0 0,-3.000-1.000 0 0,2.000 1.000 0 0,-2.000-1.000 0 16,3.000 1.000 0-16,-2.000-1.000 0 0,0.000 1.000 0 15,2.000-2.000 0-15,0.000 2.000 0 0,2.000 0.000 0 16,-3.000 0.000 0-16,1.000-2.000 0 0,0.000-2.000 0 0,0.000-1.000 0 15,0.000-3.000-896-15,-1.000-1.000-80 0</inkml:trace>
  <inkml:trace contextRef="#ctx0" brushRef="#br0">3946.000 14368.000 10127 0,'-3.000'0.000'896'0,"3.000"0.000"-704"0,0.000-1.000-192 0,-2.000 1.000 0 0,2.000 0.000 992 0,0.000 0.000 160 0,-1.000 1.000 48 0,-1.000-2.000 0 0,-1.000 1.000 336 0,-2.000-1.000 80 0,2.000 0.000 16 0,0.000 0.000 0 16,1.000 0.000-448-16,-1.000-1.000-96 0,0.000 1.000 0 0,-1.000 0.000-16 0,1.000-1.000-64 0,-3.000 0.000-16 15,3.000 0.000 0-15,-2.000-1.000 0 0,0.000 2.000-32 0,0.000-4.000 0 16,-1.000 1.000 0-16,0.000 0.000 0 0,-1.000 0.000-208 0,2.000-1.000-48 15,-3.000-1.000-16-15,0.000 1.000 0 0,2.000-1.000-192 0,-4.000-1.000-48 16,2.000 0.000 0-16,0.000-1.000 0 0,-1.000 0.000-144 0,-1.000-2.000-48 16,1.000 1.000 0-16,-1.000 0.000 0 0,3.000-1.000-64 0,-4.000 1.000-32 15,3.000 0.000 0-15,-2.000 0.000 0 0,1.000 0.000 160 16,-1.000-2.000 48-16,-1.000 1.000 0 16,3.000-1.000 0-16,-2.000 0.000-112 0,-2.000 0.000 0 0,2.000 0.000-16 0,-1.000 0.000 0 0,1.000 0.000-240 0,-2.000 1.000 176 15,2.000-2.000-176-15,-2.000 1.000 160 0,0.000-4.000-160 0,-2.000 0.000 128 0,2.000 1.000-128 16,-2.000-1.000 128-16,-1.000 0.000-128 0,1.000 0.000 0 0,0.000 0.000 0 15,-1.000 1.000 0-15,0.000-1.000 0 0,-1.000 0.000 0 16,3.000 1.000 0-16,-1.000-1.000 0 0,2.000 2.000 0 0,-2.000-1.000 160 0,2.000 1.000-160 0,0.000 0.000 160 16,2.000 1.000-32-16,-1.000-1.000 0 0,1.000 1.000 0 0,1.000-1.000 0 15,-2.000 2.000 32-15,1.000-1.000 0 16,1.000 0.000 0-16,0.000-1.000 0 0,0.000 0.000-160 0,-1.000 2.000 0 0,2.000 0.000 144 16,0.000-1.000-144-16,-1.000 0.000 128 0,-1.000-1.000-128 0,2.000-1.000 128 0,0.000 1.000-128 0,0.000-1.000 128 15,0.000 1.000-128-15,0.000-2.000 160 0,-2.000-1.000-160 0,1.000 0.000 144 16,2.000-2.000-144-16,-2.000 0.000 128 0,-1.000-2.000-128 0,0.000 1.000 0 15,1.000-1.000 128-15,1.000 2.000-128 0,0.000-2.000 0 0,-1.000 4.000 0 0,2.000 0.000 0 16,-1.000-1.000 128-16,0.000 2.000-128 16,3.000-1.000 0-16,-3.000-1.000 0 0,0.000 2.000 0 0,2.000 0.000 0 0,1.000 0.000 0 15,-1.000 1.000 128-15,-1.000-2.000-128 0,1.000-1.000 0 0,-1.000 2.000 0 16,1.000-2.000 0-16,1.000 0.000 128 0,-3.000 0.000-128 16,0.000-2.000 0-16,0.000-2.000 0 0,0.000 0.000 0 0,0.000-3.000 0 15,0.000 0.000 0-15,-1.000 0.000 0 0,1.000-1.000 0 0,-2.000 0.000 0 16,4.000 0.000 0-16,-1.000-1.000 0 0,-1.000 0.000 0 0,0.000-1.000 0 0,2.000 2.000 0 15,1.000 0.000 0-15,-3.000 0.000 0 0,3.000 0.000 0 16,-1.000 0.000 0-16,1.000-1.000 0 0,0.000 1.000 0 0,-1.000 0.000 0 0,1.000 0.000 0 0,2.000 0.000 0 16,-2.000 0.000 0-16,0.000 0.000 0 0,2.000 2.000 0 15,0.000 0.000 0-15,1.000 2.000 0 0,-1.000 0.000 0 0,0.000-1.000 0 0,1.000 0.000 0 16,2.000-1.000 0-16,-1.000 0.000 0 0,1.000 1.000-128 0,0.000-1.000 128 0,0.000-1.000 0 16,0.000-2.000 0-16,0.000 0.000 0 0,0.000-2.000 0 15,0.000-2.000 0-15,0.000-1.000 0 0,1.000-1.000 0 0,-1.000-1.000 0 0,2.000 0.000 0 0,1.000 1.000 0 0,0.000 1.000-128 16,-1.000 2.000 128-1,1.000 2.000 0-15,3.000 0.000 0 0,-2.000 1.000 0 0,-1.000 2.000 0 16,2.000 0.000 0-16,-2.000 3.000 0 0,0.000 0.000 0 0,0.000 1.000 0 0,0.000 0.000 0 16,1.000 2.000 0-16,-3.000 0.000 0 0,3.000 0.000 0 0,-1.000 0.000 0 15,-2.000 0.000 0-15,3.000 1.000 0 0,0.000-2.000 0 0,1.000 0.000 0 16,-2.000 0.000 0-16,2.000 1.000-128 0,2.000-2.000 128 0,0.000-2.000 0 16,0.000 1.000 0-16,1.000 0.000 0 0,1.000 1.000 0 0,-1.000-3.000 0 15,2.000 0.000 0-15,1.000 2.000 0 0,-3.000-1.000 0 0,2.000 0.000 0 0,-2.000 0.000 0 0,0.000 2.000 0 16,0.000-1.000 0-16,0.000 3.000 0 0,-2.000-1.000 0 0,-1.000 2.000 0 15,3.000 0.000 0-15,-2.000 0.000 0 0,3.000-1.000 0 16,0.000-1.000 0-16,-1.000 1.000 0 0,3.000 1.000 0 0,-3.000-2.000 0 0,4.000-1.000 0 0,0.000-1.000 0 16,1.000-2.000 0-16,1.000-1.000 0 0,1.000-1.000-128 15,-1.000-1.000 128-15,2.000-1.000 0 0,0.000-2.000 0 16,2.000-1.000 0-16,-1.000 0.000 0 0,-1.000 4.000 0 0,2.000-1.000 0 16,1.000-1.000 0-16,2.000 0.000 0 0,0.000 0.000 0 0,-1.000-1.000 0 0,1.000 4.000 0 15,-1.000 1.000 0-15,-1.000 1.000 0 0,-2.000 3.000 0 0,1.000 0.000 0 16,-3.000 0.000 0-16,0.000 2.000 0 0,-1.000-2.000 0 15,1.000 1.000 0-15,-1.000-1.000 0 0,1.000-2.000 0 0,-1.000 2.000 0 0,0.000 3.000 0 16,-2.000 2.000 0-16,0.000 1.000 0 0,-2.000 2.000 0 0,0.000 0.000-128 16,1.000 1.000 128-16,0.000 0.000 0 0,2.000 0.000 0 0,-3.000 1.000 0 15,2.000 0.000 0-15,-2.000 0.000 0 0,1.000 2.000 0 0,-1.000 1.000 0 0,-2.000-2.000 0 0,1.000 2.000 0 16,1.000-1.000 0-16,1.000-1.000 0 0,-3.000 3.000 0 0,-1.000 0.000 0 16,2.000-1.000 0-16,1.000 0.000 0 0,0.000 0.000 0 15,2.000-1.000 0-15,-2.000 0.000 0 0,4.000 0.000 0 0,-1.000 0.000 0 0,3.000-1.000 0 16,0.000 0.000 0-16,0.000 0.000-128 0,3.000-1.000 128 0,0.000 0.000 0 15,2.000-1.000 0-15,0.000 1.000 0 0,-2.000-1.000 0 0,-1.000 1.000 0 16,1.000-1.000 0-16,-1.000-1.000 0 0,-1.000 1.000 0 16,-1.000-1.000 0-16,3.000 0.000 0 0,-3.000 1.000 0 0,-1.000 2.000 0 0,2.000-2.000 0 15,-1.000 2.000 0-15,-1.000 0.000 0 0,2.000 0.000 0 0,-1.000 0.000 0 0,2.000-2.000 0 16,3.000 1.000 0-16,-2.000 0.000 0 0,3.000-1.000 0 0,2.000 1.000 0 16,-1.000 0.000 0-16,-1.000 1.000 0 15,2.000 1.000 0-15,-3.000 0.000 0 0,-3.000 1.000 0 0,1.000 0.000 0 0,3.000-1.000 0 16,-3.000 1.000 0-16,-1.000 1.000 0 0,-2.000-2.000 0 0,3.000 2.000 0 0,0.000-1.000 0 15,-3.000 2.000 0-15,1.000-2.000 0 0,2.000 2.000 0 0,0.000-1.000 0 16,0.000 2.000 0-16,1.000-1.000 0 0,-3.000 0.000 0 0,2.000 1.000 0 16,2.000 1.000 0-16,-2.000 0.000 0 0,0.000 0.000 0 0,2.000 1.000 0 15,0.000 1.000 0-15,0.000-1.000 0 0,1.000 1.000 0 0,-1.000-2.000 0 16,-1.000 2.000 0-16,1.000-1.000 0 0,0.000 0.000 0 0,-2.000 0.000 0 16,-1.000 0.000 0-16,1.000-1.000 0 0,3.000 0.000 0 0,2.000 0.000 0 15,2.000-2.000 0-15,-2.000 2.000 0 0,3.000 0.000 0 0,-3.000 0.000 0 16,3.000 1.000 0-16,-3.000-1.000 0 0,0.000 1.000 0 0,0.000 0.000 0 0,-3.000 1.000 0 15,0.000 0.000 0-15,1.000 0.000 0 0,-4.000 1.000 0 0,1.000 0.000 0 16,2.000-1.000 0-16,-2.000 1.000 0 0,0.000 0.000 0 0,-1.000 1.000 0 16,1.000 0.000 0-16,2.000 0.000 0 0,1.000 1.000 0 0,-1.000 0.000 0 0,3.000 0.000 0 15,-24.000-2.000 0-15,51.000 6.000 0 0,-25.000-3.000 0 0,1.000 0.000 0 16,-27.000-3.000 0-16,51.000 6.000 0 0,-51.000-6.000 0 0,45.000 5.000 0 16,-45.000-5.000 0-16,38.000 5.000 0 0,-20.000-3.000 0 0,1.000 0.000 0 15,-1.000 1.000 0-15,-1.000 1.000 0 0,-17.000-4.000 0 0,37.000 10.000 0 16,-37.000-10.000 0-16,37.000 11.000 0 0,-37.000-11.000 0 0,37.000 15.000 0 15,-37.000-15.000 0-15,41.000 16.000 0 0,-41.000-16.000 0 0,42.000 16.000 0 16,-42.000-16.000 0-16,46.000 20.000 0 0,-46.000-20.000 0 0,42.000 19.000 0 0,-42.000-19.000 0 0,45.000 19.000 0 16,-45.000-19.000 0-16,46.000 18.000 0 0,-46.000-18.000 0 15,42.000 19.000 0-15,-42.000-19.000 0 0,41.000 20.000 0 0,-41.000-20.000 0 16,48.000 22.000 0-16,-48.000-22.000 0 0,42.000 24.000 0 0,-42.000-24.000 0 16,43.000 26.000 0-16,-43.000-26.000 0 0,45.000 28.000 0 0,-45.000-28.000 0 15,43.000 27.000 0-15,-43.000-27.000 0 0,41.000 27.000 0 0,-41.000-27.000 0 16,38.000 26.000 0-16,-38.000-26.000 0 0,41.000 26.000 0 0,-41.000-26.000 0 0,41.000 28.000 0 15,-41.000-28.000 0-15,39.000 28.000 0 0,-39.000-28.000 0 0,38.000 28.000 0 16,-38.000-28.000 0-16,0.000 0.000 0 0,55.000 43.000 0 0,-55.000-43.000 0 16,40.000 29.000 0-16,-40.000-29.000 0 0,38.000 29.000 0 0,-38.000-29.000 0 0,37.000 31.000 0 0,-37.000-31.000 0 15,0.000 0.000 0-15,50.000 50.000 0 0,-50.000-50.000 0 16,0.000 0.000 0-16,38.000 52.000 0 0,-38.000-52.000 0 0,0.000 0.000 0 0,35.000 48.000 0 16,-35.000-48.000 0-16,0.000 0.000 0 0,32.000 39.000 0 0,-32.000-39.000 0 15,0.000 0.000 0-15,0.000 0.000 0 16,34.000 50.000 0-16,-34.000-50.000 0 0,0.000 0.000 0 0,25.000 42.000 0 0,-25.000-42.000 0 15,0.000 0.000 0-15,26.000 55.000 0 0,-26.000-55.000 0 0,0.000 0.000 0 16,24.000 60.000 0-16,-24.000-60.000 0 0,0.000 0.000 0 0,22.000 64.000 0 0,-22.000-64.000 0 0,0.000 0.000 0 0,21.000 61.000 0 16,-21.000-61.000 0-1,0.000 0.000 0-15,16.000 55.000 128 0,-16.000-55.000-128 0,0.000 0.000 0 0,16.000 48.000 0 0,-16.000-48.000 0 16,0.000 0.000 0-16,18.000 52.000 0 0,-18.000-52.000 0 0,0.000 0.000 0 0,16.000 59.000 0 16,-16.000-59.000 0-16,0.000 0.000 0 0,17.000 65.000 0 15,-17.000-65.000 0-15,0.000 0.000 0 0,16.000 65.000 0 0,-16.000-65.000 0 16,0.000 0.000 0-16,12.000 62.000 0 0,-12.000-62.000 0 0,5.000 42.000 0 15,-5.000-42.000 0-15,0.000 0.000 0 0,9.000 53.000 0 0,-9.000-53.000 0 16,0.000 0.000 0-16,6.000 53.000 0 0,-6.000-53.000 0 0,0.000 0.000 128 16,9.000 55.000-128-16,-9.000-55.000 0 0,7.000 42.000 0 15,-7.000-42.000 0-15,10.000 43.000 0 0,-10.000-43.000 0 0,10.000 44.000 0 16,-10.000-44.000 0-16,9.000 46.000 0 0,-9.000-46.000 0 0,10.000 45.000 0 16,-10.000-45.000 0-16,9.000 42.000 0 0,-9.000-42.000 0 0,0.000 0.000 0 0,10.000 54.000 0 15,-10.000-54.000 0-15,0.000 0.000 0 0,10.000 52.000 0 0,-10.000-52.000 0 16,0.000 0.000 0-16,9.000 58.000 0 0,-9.000-58.000 0 0,5.000 44.000 0 0,-5.000-44.000 0 15,5.000 46.000 0-15,-5.000-46.000 0 16,5.000 44.000 0-16,-5.000-44.000 0 0,2.000 43.000 0 0,-2.000-43.000 0 0,2.000 44.000 128 0,-2.000-44.000-128 16,0.000 42.000 0-16,0.000-42.000 0 0,0.000 40.000 0 15,0.000-40.000 0-15,0.000 39.000 0 0,0.000-39.000 0 0,0.000 40.000 0 0,0.000-40.000 0 16,-4.000 46.000 0-16,4.000-46.000 0 0,-2.000 49.000 0 0,2.000-49.000 0 16,-3.000 49.000 0-16,3.000-49.000 0 0,-2.000 51.000 0 0,2.000-51.000 0 15,-3.000 53.000 0-15,3.000-53.000 0 0,-3.000 49.000 0 0,3.000-49.000 0 16,-4.000 46.000 0-16,4.000-46.000 0 0,-9.000 45.000 0 0,9.000-45.000 0 15,-6.000 48.000 0-15,6.000-48.000 0 0,-7.000 49.000 0 0,7.000-49.000 0 16,-9.000 48.000 0-16,9.000-48.000 0 0,-5.000 42.000 128 0,5.000-42.000-128 16,-7.000 37.000 0-16,7.000-37.000 0 0,-5.000 38.000 0 0,5.000-38.000 0 15,-7.000 38.000 0-15,7.000-38.000 0 0,-5.000 33.000 0 0,5.000-33.000 0 0,-5.000 34.000 0 16,5.000-34.000 0-16,-7.000 34.000 0 0,7.000-34.000 0 0,-7.000 30.000 0 0,7.000-30.000 0 16,-7.000 35.000 0-16,7.000-35.000 0 0,-10.000 37.000 0 0,10.000-37.000 0 15,-9.000 40.000 0-15,9.000-40.000 0 0,-8.000 37.000 0 0,8.000-37.000 0 16,-8.000 38.000 0-16,8.000-38.000 0 0,-11.000 38.000 0 0,11.000-38.000 0 15,-10.000 38.000 0-15,10.000-38.000 0 0,-11.000 38.000 0 0,11.000-38.000 0 16,-10.000 32.000 0-16,10.000-32.000 0 0,-9.000 28.000 0 0,9.000-28.000 0 0,-11.000 27.000 0 0,11.000-27.000 0 16,-12.000 27.000 0-16,12.000-27.000 0 15,-14.000 26.000 0-15,14.000-26.000 0 0,-13.000 26.000 0 0,13.000-26.000 0 0,-14.000 26.000 0 0,6.000-12.000 0 16,-2.000 3.000 0-16,-1.000 0.000 0 0,0.000 1.000 0 0,-1.000 0.000 0 16,0.000 3.000 0-16,-1.000 0.000 0 0,0.000-1.000 0 0,0.000 0.000 0 15,1.000 0.000 0-15,-1.000-3.000 0 0,0.000 1.000 0 0,0.000-2.000 0 16,2.000-2.000 0-16,0.000 0.000 0 0,0.000-3.000 0 0,1.000 2.000 0 15,-1.000-3.000 0-15,0.000 2.000 0 0,-2.000-1.000 0 0,3.000-1.000 0 16,2.000-3.000 0-16,-5.000 1.000 0 0,2.000 2.000 0 0,-3.000 0.000 0 0,-2.000 1.000 0 16,3.000-1.000 0-16,-3.000 0.000 0 0,3.000 2.000 0 15,-1.000-2.000 0-15,0.000 1.000 0 0,2.000 0.000 0 0,-2.000 0.000 0 16,4.000-1.000 0-16,-2.000 1.000 0 0,0.000-1.000 0 0,1.000 0.000 0 16,0.000 1.000 0-16,-2.000-2.000 0 0,2.000 1.000 0 0,1.000-1.000 0 15,-1.000 1.000 0-15,1.000-1.000 0 0,-2.000-1.000 0 0,2.000 0.000 0 16,-3.000 0.000 400-16,2.000 1.000 0 0,-2.000-2.000 0 0,2.000 0.000 0 0,-3.000 1.000-400 0,2.000 0.000 128 15,0.000 1.000-128-15,-1.000-1.000 0 0,-1.000 0.000 0 0,2.000 0.000 0 16,-2.000 0.000 0-16,0.000-1.000 0 0,1.000 1.000 0 0,-1.000-1.000 0 16,0.000-1.000 0-16,0.000-1.000 0 0,3.000 2.000 0 0,-2.000-2.000 0 15,0.000 0.000 0-15,-1.000-1.000 0 0,2.000 2.000 0 0,-2.000-1.000 0 16,0.000 0.000 0-16,1.000 0.000 0 0,-1.000 0.000 128 0,2.000 1.000-128 16,-5.000 0.000 0-16,1.000 0.000 128 0,3.000 0.000 32 0,-3.000 1.000 0 15,-3.000 0.000 0-15,4.000 0.000 0 0,0.000 0.000-160 0,-3.000 0.000 160 16,0.000 2.000-160-16,-3.000 1.000 160 0,2.000-1.000-32 0,0.000 0.000 0 0,-1.000 0.000 0 15,0.000-2.000 0-15,3.000 0.000-128 0,-1.000 0.000 0 0,2.000-1.000 0 16,0.000 0.000 0-16,-2.000-1.000 0 0,3.000 1.000 0 0,-2.000-1.000 0 16,1.000-1.000 0-16,2.000 0.000 0 0,0.000 0.000 0 0,-1.000 1.000 0 15,-1.000-1.000 0-15,0.000 1.000 0 0,0.000-1.000 0 0,0.000 1.000 0 16,-1.000 2.000 0-16,-1.000-1.000 0 0,-1.000 1.000 0 0,1.000 0.000 0 16,-1.000 1.000 0-16,0.000-1.000 0 0,0.000 0.000 0 15,-2.000 0.000 0-15,3.000-1.000 0 0,1.000-1.000 0 0,-1.000-1.000 0 0,-1.000 0.000 0 16,4.000-1.000 0-16,-2.000-1.000 0 0,1.000 0.000 0 0,3.000-1.000 0 15,-3.000 0.000 0-15,3.000 0.000 320 0,-1.000-1.000-32 0,0.000 1.000 0 16,-1.000-1.000 0-16,1.000 0.000-288 0,1.000 0.000 0 0,-1.000 1.000 0 0,-2.000 0.000 0 16,1.000 0.000 0-16,-1.000 1.000 0 0,1.000 0.000 0 0,-2.000 0.000 0 15,1.000 1.000 0-15,0.000 1.000 0 0,0.000-1.000 0 0,-3.000-1.000 0 16,0.000 1.000 0-16,-2.000 0.000 0 0,-3.000-1.000 0 0,3.000 1.000 0 0,-3.000 0.000 0 16,2.000-1.000 0-16,-1.000 0.000 0 0,1.000 0.000 0 0,1.000-1.000 0 15,0.000-1.000 0-15,6.000 0.000 0 0,0.000 0.000 0 0,2.000-1.000 0 0,2.000 1.000 0 16,-2.000 0.000 0-16,2.000-2.000 0 0,0.000 2.000 0 15,1.000 0.000 0-15,2.000-1.000 0 0,-3.000 1.000 0 0,1.000-1.000 0 0,1.000-1.000 0 16,1.000 1.000 0-16,1.000-1.000 0 0,-2.000 1.000 0 16,1.000-1.000 0-16,1.000 1.000 0 0,-2.000-1.000 0 0,1.000 1.000 0 15,0.000-1.000 0-15,-2.000 1.000 0 0,2.000 0.000 0 0,0.000 0.000 0 0,0.000 0.000 0 0,-1.000-1.000 0 16,-1.000 1.000 0-16,2.000-1.000 0 0,-2.000 2.000 0 0,-1.000-1.000 0 0,2.000-1.000 0 16,-2.000 1.000 0-1,-1.000 0.000 0-15,1.000 0.000 0 0,0.000 1.000 0 0,1.000-1.000 0 0,-1.000 0.000 0 0,1.000 0.000 0 16,-1.000-1.000 0-16,3.000 1.000 0 0,0.000-1.000 0 0,-1.000 1.000 0 15,4.000-1.000 0-15,-2.000 1.000 0 0,2.000-1.000 0 16,-2.000 0.000 0-16,2.000-2.000 0 0,0.000 2.000 0 0,0.000-1.000 0 16,-1.000 0.000 0-16,-2.000 0.000 0 0,3.000-1.000 0 0,-4.000 1.000 0 0,2.000-1.000 0 15,-1.000 1.000 0-15,1.000 0.000 0 0,-2.000 1.000 0 0,1.000-1.000 0 16,-1.000 0.000 0-16,1.000 1.000 0 0,-1.000-1.000 0 0,0.000 1.000 0 16,1.000-1.000 0-16,1.000 1.000 0 0,-2.000-1.000 0 15,3.000 0.000 0-15,-3.000 0.000 0 0,2.000 0.000 0 0,0.000-1.000 0 16,2.000 0.000 0-16,0.000-2.000 0 0,-2.000 1.000 0 0,0.000-1.000 0 15,2.000 1.000 0-15,-3.000-2.000 0 0,2.000 2.000 0 0,0.000 1.000 0 0,-1.000-1.000 0 0,2.000 1.000 0 16,-4.000-1.000 0-16,4.000 2.000 0 0,-2.000 0.000 0 16,2.000 1.000 0-16,-2.000-1.000 0 0,2.000 1.000 0 0,-2.000 1.000 0 15,3.000-1.000 0-15,-4.000 1.000 0 0,3.000 0.000 0 0,-2.000-1.000 0 0,3.000 0.000 0 16,-2.000 0.000 0-16,2.000 0.000 0 0,-1.000 0.000 0 0,-1.000 0.000 0 16,1.000 0.000 0-16,-1.000-1.000 0 0,1.000-1.000 0 0,0.000 1.000 0 15,-1.000-2.000 0-15,-2.000 0.000 0 0,3.000 1.000 0 0,0.000 0.000 0 16,0.000 0.000 0-16,2.000 0.000 0 0,-3.000-1.000 0 0,1.000 1.000 0 15,-2.000 0.000 0-15,3.000 1.000 0 0,-2.000-1.000-128 0,-1.000 1.000 128 16,2.000-1.000 0-16,0.000 1.000 0 0,-2.000 0.000 0 0,0.000 1.000 0 0,2.000 0.000 0 0,0.000 0.000 0 16,-1.000 0.000 0-16,1.000 0.000 0 0,0.000 1.000 0 15,0.000 0.000 0-15,1.000 0.000 0 0,-2.000-1.000 0 0,1.000 0.000 0 16,0.000 1.000 0-16,0.000-1.000 0 0,0.000 0.000 0 16,-1.000 1.000 0-16,1.000 0.000 0 0,0.000-1.000 0 0,2.000 1.000 0 0,-2.000-1.000 0 0,-1.000 1.000 0 15,3.000 0.000 0-15,-1.000 0.000 0 0,0.000 0.000 0 0,0.000 0.000 0 16,1.000 0.000 0-16,-3.000 0.000 0 0,4.000 0.000 0 0,-3.000 0.000 0 15,2.000 0.000 0-15,0.000-1.000 0 0,1.000 1.000 0 0,-1.000 0.000 0 16,0.000 0.000 0-16,0.000 0.000 0 0,1.000 0.000 0 0,-1.000-1.000 0 16,1.000 1.000 0-16,-1.000 0.000 0 0,2.000-1.000 0 0,-1.000 1.000 0 15,0.000 0.000 0-15,-1.000 0.000 0 0,0.000-1.000 0 0,0.000 1.000 0 16,1.000 0.000 0-16,-1.000 0.000 0 0,0.000 0.000 0 0,1.000-1.000 0 16,-1.000 0.000 0-16,0.000 0.000 0 0,-2.000 0.000 0 0,0.000 0.000 0 15,2.000-1.000 0-15,0.000 1.000 0 0,-2.000-1.000 0 0,0.000-1.000 0 0,1.000 1.000 0 0,-1.000-2.000 0 16,0.000 2.000 0-16,0.000-2.000 0 0,0.000 1.000 0 0,-1.000-1.000 0 15,1.000-1.000 0-15,0.000 0.000 0 0,0.000 0.000 0 0,-2.000-1.000 0 16,0.000-1.000 0-16,-1.000 0.000 0 16,0.000 1.000 0-16,2.000-1.000 0 0,-2.000 0.000 0 0,-2.000 1.000 0 0,2.000-1.000-128 0,-2.000 2.000 128 15,1.000 0.000 0-15,-2.000 1.000 0 0,-4.000-1.000 0 0,2.000 0.000-144 16,-1.000 1.000-512 0,-2.000-1.000-112-16,0.000-1.000 0 0,0.000 0.000-12288 0,0.000 0.000-2464 0</inkml:trace>
  <inkml:trace contextRef="#ctx0" brushRef="#br0">3045.000 11543.000 4607 0,'0.000'-2.000'400'0,"0.000"1.000"-400"0,0.000 0.000 0 0,0.000 0.000 0 0,0.000 0.000 336 0,0.000 0.000-16 0,2.000 0.000 0 0,-2.000-3.000 0 0,2.000 1.000 672 15,-1.000-1.000 128-15,1.000 0.000 32 0,-2.000 0.000 0 16,1.000 0.000-192-16,1.000-1.000-16 0,-2.000 2.000-16 0,2.000-1.000 0 0,-1.000 1.000-160 0,-1.000 0.000-48 16,2.000 0.000 0-16,-2.000 0.000 0 0,0.000 1.000 80 0,2.000-1.000 16 0,-1.000 1.000 0 0,-1.000 1.000 0 15,0.000 0.000-48-15,0.000 0.000-16 0,0.000 1.000 0 16,0.000 0.000 0-16,0.000 0.000-208 0,0.000 0.000-32 15,3.000 0.000-16-15,-3.000 0.000 0 0,0.000 1.000-32 0,0.000-1.000 0 0,0.000 0.000 0 0,-3.000 0.000 0 16,6.000 0.000 208-16,-3.000 0.000 32 0,0.000 1.000 16 0,0.000 0.000 0 16,0.000 0.000-368-16,0.000 0.000-80 0,0.000 2.000-16 0,0.000-1.000 0 15,0.000 2.000 48-15,2.000 0.000 0 16,-2.000 2.000 0-16,1.000 0.000 0 0,-1.000 2.000-176 0,2.000 0.000-128 0,-2.000 0.000 192 0,2.000 2.000-192 16,-1.000-1.000 0-16,-1.000 1.000 0 0,2.000-1.000 0 15,-1.000 0.000 0-15,-1.000 2.000 0 0,2.000-1.000 0 0,-2.000 1.000 0 16,2.000 0.000 0-16,-1.000 1.000 0 0,-1.000 0.000 0 0,2.000 1.000 0 0,-2.000-1.000 0 15,0.000 2.000 0-15,2.000-2.000 0 0,-1.000 2.000 0 0,-1.000-1.000 0 0,3.000 1.000 0 16,-3.000-1.000 0-16,2.000 1.000 0 0,-1.000 0.000 0 0,-1.000 0.000 0 0,2.000 2.000 0 16,-2.000-1.000 0-16,2.000-2.000 0 0,-1.000 1.000 0 15,1.000-2.000 0-15,-1.000 0.000 0 0,1.000 0.000 0 16,0.000 0.000 0-16,-1.000 0.000 0 0,1.000 0.000 0 0,-2.000-1.000 0 0,2.000-1.000 0 0,-1.000 0.000 0 0,-1.000 0.000 0 16,3.000 1.000 0-16,-1.000-1.000 0 0,-2.000 2.000 0 0,1.000-2.000 0 15,-1.000 2.000 0-15,2.000-1.000 0 16,-2.000 1.000 0-16,2.000-1.000 0 0,-1.000 2.000 0 0,-1.000-1.000 0 0,0.000 0.000 0 0,2.000-1.000 0 15,-2.000 0.000 0-15,1.000-2.000 0 16,-1.000 0.000 0-16,2.000 2.000 0 0,-2.000-1.000 0 16,0.000 1.000 0-16,0.000-2.000 0 0,0.000 0.000 0 0,0.000 1.000 0 0,2.000 1.000 0 15,-2.000 0.000 0-15,1.000-3.000 0 0,-1.000 0.000 0 0,0.000 2.000 0 16,0.000-1.000 0-16,0.000 2.000 0 0,0.000-2.000 0 0,0.000 0.000 0 0,2.000 1.000 0 0,-2.000 0.000 0 0,0.000 1.000 0 0,2.000-1.000 0 16,-1.000 1.000 0-16,-1.000-2.000 0 15,3.000 1.000 0-15,-3.000 1.000 0 0,0.000-1.000 0 0,2.000 1.000 0 16,-1.000-2.000 0-16,-1.000 1.000 0 0,0.000 0.000 0 0,2.000 0.000 0 0,-2.000 0.000 0 0,2.000 0.000 0 0,-1.000 1.000 0 31,-1.000-1.000 0-31,2.000 0.000 0 0,-1.000 1.000 0 0,-1.000-1.000 0 0,2.000 2.000 0 16,-2.000-1.000 0-16,2.000 2.000 0 0,-1.000-2.000 0 0,1.000 2.000 0 15,-2.000-1.000 0-15,2.000 2.000 0 0,-1.000-2.000 0 0,-1.000 2.000 0 0,0.000 1.000 0 0,0.000 0.000 0 16,3.000-1.000 0 0,-3.000-1.000 0-16,2.000 0.000 0 0,-2.000 0.000 0 0,1.000 0.000 0 15,-1.000-1.000 0-15,2.000 0.000 0 0,-2.000-1.000 128 0,1.000 1.000-128 0,1.000-1.000 0 16,-2.000 0.000 0-16,3.000 0.000 0 0,-3.000-1.000 0 0,2.000 0.000 0 15,-2.000 1.000 0-15,2.000-2.000 0 0,-1.000 0.000 0 0,-1.000 0.000 0 16,2.000-2.000 0-16,-2.000 1.000 0 0,2.000 0.000 0 0,-1.000-1.000 0 0,-1.000 1.000 0 16,0.000 0.000 0-16,3.000 0.000 0 0,-3.000 0.000 0 0,2.000 1.000 0 15,-1.000-1.000 0-15,-1.000 1.000 0 0,0.000 1.000 0 0,2.000-2.000 0 16,-2.000 0.000 0-16,0.000 1.000 0 0,1.000 0.000 0 0,1.000-1.000 0 16,-2.000 0.000 0-16,0.000 0.000 0 0,2.000 0.000 0 0,-1.000 1.000 0 15,-1.000-2.000 0-15,2.000 0.000 0 0,-2.000 1.000 0 0,0.000-1.000 0 16,2.000 1.000 0-16,-1.000 1.000 0 0,-1.000-2.000 0 0,2.000 1.000 0 15,-2.000 0.000 0-15,0.000-1.000 0 0,2.000 1.000 0 0,-1.000 0.000 0 16,-1.000 0.000 0-16,0.000-1.000 0 0,3.000 2.000 0 0,-3.000-2.000 0 0,0.000 1.000 0 0,2.000 1.000 0 16,-1.000-2.000 0-16,-1.000 1.000 0 0,0.000 2.000 0 15,2.000-3.000 0-15,-2.000 0.000 0 0,0.000 1.000 0 0,0.000 0.000 0 16,0.000-1.000 0-16,0.000 1.000 0 0,1.000 0.000 0 0,-1.000 0.000 0 16,2.000 0.000 0-16,-2.000-1.000 0 0,0.000 1.000 0 0,0.000 0.000 0 0,2.000-1.000 0 15,-1.000 1.000 0-15,-1.000-2.000 0 0,2.000 2.000 0 0,-2.000-2.000 0 16,3.000 1.000 0-16,-3.000 0.000 0 0,2.000-1.000 0 0,-2.000 0.000 0 15,0.000 0.000 0-15,2.000 0.000 0 0,-1.000 0.000 0 0,-1.000-2.000 0 16,0.000 1.000 0-16,3.000-1.000 0 0,-3.000 1.000 0 0,0.000 0.000 0 16,0.000 0.000 0-16,2.000 0.000 0 0,-2.000 1.000 128 0,1.000 0.000-128 0,-1.000-1.000 0 15,0.000 1.000 0-15,0.000 0.000 0 0,0.000 1.000 0 0,0.000-1.000 0 16,2.000-1.000 0-16,-2.000 1.000 0 0,0.000 1.000 0 0,0.000-2.000 0 16,0.000 0.000 0-16,0.000-1.000 128 0,1.000 1.000-128 0,-1.000 0.000 0 0,2.000-1.000 0 15,-2.000 0.000 0-15,0.000 0.000 0 0,0.000-1.000 0 16,0.000 1.000 0-16,2.000 0.000 0 0,-1.000 1.000 0 0,-1.000-2.000 0 15,0.000 0.000 0-15,0.000 0.000 0 0,2.000-1.000 0 0,-2.000 1.000 0 0,0.000 0.000 0 16,0.000-1.000 0-16,0.000 1.000 0 0,0.000-1.000 0 0,2.000 0.000 0 16,-2.000 1.000 0-16,0.000-1.000 0 0,0.000 0.000 0 0,1.000 1.000 0 0,-1.000 0.000 0 15,0.000 1.000 0-15,0.000 0.000 0 0,0.000-1.000 0 16,0.000 1.000 0-16,2.000 0.000 0 0,-2.000 1.000 0 0,0.000 0.000 0 0,0.000-1.000 0 16,0.000 0.000 0-16,2.000 0.000 0 0,-2.000 0.000 0 0,0.000 1.000 0 0,0.000-1.000 0 15,0.000-1.000 0-15,0.000-1.000 0 0,0.000 0.000 0 0,1.000-1.000 0 16,-1.000 0.000 0-16,0.000-1.000 0 15,0.000 1.000 0-15,0.000-1.000 0 0,0.000 0.000 128 0,-1.000-1.000-128 0,1.000 2.000 0 0,1.000-1.000 0 16,-1.000 0.000 0-16,0.000 0.000-9024 16,0.000 0.000-1696-16</inkml:trace>
  <inkml:trace contextRef="#ctx0" brushRef="#br0">3391.000 10846.000 3679 0,'0.000'-2.000'320'0,"0.000"0.000"-320"0,-2.000 0.000 0 0,2.000 1.000 0 0,0.000 0.000 960 0,0.000 0.000 112 0,0.000-2.000 16 0,-1.000 0.000 16 0,-1.000 0.000 384 0,2.000-2.000 80 0,-2.000 1.000 16 0,1.000 1.000 0 16,-1.000 0.000-576-16,2.000 0.000-112 0,0.000 2.000-32 0,-1.000 0.000 0 15,1.000 1.000-160-15,0.000 0.000-48 0,0.000 0.000 0 0,0.000 0.000 0 0,1.000 0.000-256 0,-1.000 0.000-48 16,0.000 1.000-16-16,0.000-1.000 0 0,0.000-1.000 48 0,0.000 1.000 0 16,0.000 0.000 0-16,0.000 0.000 0 0,0.000 0.000-160 0,0.000 1.000-32 15,0.000-1.000 0-15,0.000 0.000 0 0,0.000 1.000 64 16,0.000 0.000 16-16,2.000 2.000 0 0,-2.000-1.000 0 0,1.000 0.000 48 0,-1.000 1.000 0 16,0.000 1.000 0-16,2.000-1.000 0 15,-2.000 2.000-144-15,2.000 1.000-32 0,-1.000 0.000 0 0,-1.000 1.000 0 0,2.000 0.000-16 0,-2.000 3.000-128 16,3.000 0.000 192-16,-1.000 3.000-64 0,0.000 1.000-128 0,-1.000 1.000 192 15,-1.000 2.000-192-15,3.000-2.000 192 0,-1.000 2.000-192 0,-1.000-2.000 160 16,-1.000 0.000-160-16,3.000 0.000 160 0,-3.000-1.000-160 0,2.000 0.000 0 0,1.000 1.000 0 0,-1.000-1.000 0 16,0.000 2.000 0-16,-1.000-1.000 0 0,1.000 0.000 0 15,-2.000 1.000 0-15,3.000 0.000 0 0,-1.000 0.000 0 16,0.000 2.000 0-16,0.000 0.000 0 0,1.000 2.000 0 0,-1.000-1.000 0 0,0.000 3.000 0 16,-1.000 0.000 0-16,1.000-1.000-128 0,1.000 0.000 128 0,-1.000 0.000 0 15,0.000-1.000 0-15,-1.000 0.000 0 0,1.000 0.000 0 16,0.000 0.000 0-16,0.000-1.000 0 0,1.000 1.000 0 0,-1.000-1.000 0 0,0.000-1.000 0 15,-1.000 3.000 0-15,1.000 0.000 0 0,1.000 0.000 0 0,1.000 1.000-144 16,-3.000-1.000 144-16,3.000 0.000 0 0,-2.000 0.000 0 0,3.000-1.000 0 0,-3.000 1.000 0 16,1.000 0.000 0-16,0.000-1.000 0 0,-1.000 0.000 0 15,1.000-2.000 0-15,-1.000 2.000 0 0,2.000-1.000 0 0,-1.000 1.000 0 0,-1.000 0.000 0 0,1.000-2.000 0 16,-1.000 0.000 0-16,1.000 0.000 0 0,-1.000 1.000 0 0,1.000-3.000 0 16,-1.000 1.000 0-16,2.000 1.000 0 0,-1.000 1.000 0 0,-1.000-1.000 0 15,1.000 2.000 0-15,1.000-2.000 0 0,-3.000 0.000 0 0,3.000-2.000 0 16,-3.000 2.000 0-16,3.000 1.000 0 0,-2.000-1.000 0 0,1.000 0.000 0 15,-1.000-1.000 0-15,1.000 0.000 0 0,-1.000 0.000 0 0,1.000 0.000 0 16,-1.000 1.000 0-16,-2.000-1.000 0 0,3.000-1.000 0 0,-1.000-1.000 0 16,0.000 0.000 0-16,0.000 0.000 0 0,1.000 1.000 0 0,-1.000-1.000 0 0,0.000 0.000 0 0,-1.000 1.000 0 15,1.000-1.000 0 1,0.000 0.000 0-16,-1.000 0.000 128 0,1.000-1.000-128 0,1.000 1.000 0 0,-1.000 0.000 0 0,0.000-1.000 0 0,0.000 1.000 0 16,1.000-2.000 0-1,-1.000 1.000 0-15,1.000-1.000 0 0,-1.000 1.000 0 0,0.000 1.000 0 0,-1.000-1.000 0 16,1.000 1.000 0-16,1.000-1.000 0 0,1.000 1.000 0 0,-2.000 2.000 0 15,0.000-1.000 0-15,-1.000 1.000 0 0,1.000-1.000 0 0,0.000-1.000 128 0,-1.000 1.000-128 0,1.000 0.000 0 16,1.000-1.000 0-16,-1.000 2.000 0 0,0.000 1.000 0 0,1.000 2.000 0 16,-1.000-1.000 0-16,2.000 1.000 0 0,-1.000-2.000 176 0,-1.000 1.000-176 15,1.000-3.000 160-15,0.000 0.000-160 0,-1.000 0.000 0 0,1.000-2.000 0 16,1.000 1.000 0-16,0.000 0.000 0 0,-1.000 0.000 0 0,0.000 2.000 0 16,-1.000-2.000 0-16,1.000-1.000 0 0,-1.000 1.000 0 0,1.000-1.000 0 15,1.000 2.000 0-15,-2.000 0.000 0 0,1.000-2.000 0 0,1.000 1.000 0 16,-3.000-1.000 0-16,3.000 0.000 0 0,-1.000 0.000 0 0,0.000-1.000 0 15,-1.000 1.000 0-15,2.000-1.000 0 0,-2.000 3.000 0 0,1.000 1.000 0 0,0.000 1.000 0 16,1.000 2.000 0-16,-1.000-1.000 0 0,0.000 0.000 128 16,3.000-1.000-128-16,-6.000-18.000 0 0,5.000 27.000 160 15,-2.000-16.000-160-15,-1.000 0.000 160 0,0.000 0.000-160 0,-2.000-11.000 0 16,4.000 22.000 0-16,-2.000-11.000 0 0,-2.000-11.000 0 0,6.000 27.000 0 0,-6.000-27.000 0 0,7.000 25.000 0 16,-7.000-25.000 0-16,6.000 23.000 0 0,-4.000-13.000 0 0,-1.000-1.000 0 15,-1.000-9.000 0-15,5.000 21.000 0 0,-2.000-12.000 128 0,-1.000-1.000-128 16,-1.000 1.000 0-16,1.000 2.000 0 0,0.000-1.000 144 0,-1.000 2.000-144 15,1.000-1.000 0-15,0.000 1.000 0 0,-1.000-2.000 0 0,1.000 0.000 128 16,-1.000 1.000-128-16,1.000-2.000 0 0,0.000 1.000 0 0,-1.000-1.000 0 16,2.000-1.000 0-16,-3.000 1.000 0 0,2.000 0.000 0 0,-1.000 0.000 128 15,1.000 0.000-128-15,-2.000 0.000 0 0,2.000 1.000 0 0,-1.000-2.000 0 0,-1.000 0.000 0 0,2.000 0.000 0 16,-2.000 1.000 0-16,3.000 2.000 0 0,-3.000 0.000 0 0,2.000 2.000 0 16,1.000 0.000 0-16,-3.000 0.000 128 15,3.000-2.000-128-15,-3.000-2.000 0 0,3.000 2.000 0 0,0.000-2.000 0 0,-1.000 1.000 0 16,0.000-1.000 0-16,-1.000 0.000 0 0,1.000 2.000 0 0,-2.000-2.000 0 15,3.000 2.000 0-15,-1.000-1.000 0 0,-1.000 1.000 128 0,1.000-2.000-128 0,-2.000-2.000 0 16,2.000 2.000 0-16,-1.000 0.000 0 0,2.000 0.000 0 0,-3.000 2.000 0 16,3.000-1.000 0-16,-3.000 1.000 0 0,2.000-2.000 0 0,0.000 0.000 0 0,-1.000 1.000 0 15,-1.000-2.000 0-15,2.000 1.000 0 0,-2.000-1.000 0 0,2.000-1.000 0 16,-1.000 2.000 0-16,-1.000-2.000 0 0,2.000 0.000 0 0,-1.000 2.000 0 16,-1.000-3.000 0-16,2.000 0.000 0 0,-2.000 0.000 0 0,2.000 2.000 0 15,-1.000 0.000 0-15,-1.000-1.000 0 0,0.000 1.000 0 0,3.000-1.000 0 0,-3.000-1.000 0 16,2.000-1.000 0-16,-1.000 1.000 0 0,-1.000-1.000 0 15,0.000 0.000 0-15,2.000-1.000 0 0,-2.000 1.000 0 0,0.000 1.000 0 16,2.000-1.000 0-16,-2.000-1.000 0 0,1.000 2.000 0 16,-1.000-2.000 0-16,0.000 2.000 128 0,2.000-2.000-128 0,-2.000-1.000 0 0,0.000 1.000 0 15,2.000-2.000 0-15,-2.000 0.000 0 0,0.000 0.000 0 0,1.000 0.000-128 16,-2.000 1.000 128-16,1.000-2.000 0 0,0.000 0.000 0 0,1.000 1.000 0 0,-1.000-1.000 0 0,0.000 1.000 0 0,0.000-1.000 0 16,0.000 0.000 0-16,2.000 2.000 0 0,-2.000-1.000 0 0,0.000 0.000 0 15,1.000 0.000 0-15,-1.000 0.000 0 0,0.000 0.000-128 16,0.000 2.000 128-16,0.000 0.000-128 0,2.000 0.000 128 0,-2.000 1.000 0 15,2.000-1.000 0-15,-1.000 2.000 0 0,-1.000-1.000-128 16,0.000 0.000 128-16,0.000 0.000 0 0,0.000 0.000 0 0,0.000-1.000 0 0,0.000-1.000 0 16,0.000-2.000 0-16,0.000 0.000 0 0,0.000-2.000 0 15,0.000 0.000-320-15</inkml:trace>
  <inkml:trace contextRef="#ctx0" brushRef="#br0">3754.000 10442.000 911 0,'0.000'-2.000'0'0,"0.000"0.000"0"0,0.000-1.000 0 0,0.000 2.000 0 0,0.000 1.000 400 0,0.000 0.000 0 0,0.000-1.000 0 0,0.000 0.000 0 0,0.000 1.000 752 15,0.000-1.000 128-15,0.000-1.000 48 0,0.000 1.000 0 0,0.000-1.000-240 0,0.000 2.000-32 0,0.000-1.000-16 0,0.000 0.000 0 0,0.000 1.000-480 0,0.000 0.000-112 16,0.000 1.000 0-16,0.000-1.000-16 0,0.000 0.000 16 0,2.000 0.000 0 16,-2.000 0.000 0-16,0.000-1.000 0 15,0.000 2.000 32-15,0.000-1.000 16 0,0.000 1.000 0 0,0.000 2.000 0 0,1.000-1.000-48 0,1.000 1.000 0 16,-2.000 0.000 0-16,0.000 1.000 0 0,3.000 1.000 16 0,-3.000 2.000 0 15,3.000-2.000 0-15,-3.000 1.000 0 16,3.000 1.000-224-16,-3.000 1.000-48 0,2.000-1.000-16 0,0.000 2.000 0 0,-1.000 1.000-176 0,1.000 0.000 192 16,0.000 1.000-192-16,-1.000 0.000 192 0,1.000 2.000-192 0,1.000-1.000 0 0,-1.000 0.000 0 0,-1.000-1.000 128 15,2.000 2.000-128-15,-1.000 0.000 0 0,-1.000 3.000 0 0,3.000-2.000 0 16,-3.000 3.000 0-16,1.000-1.000 0 0,1.000 1.000 144 0,-1.000 1.000-144 16,1.000 1.000 0-16,0.000 1.000 0 0,2.000 0.000 0 0,-2.000 1.000 0 15,0.000-1.000 0-15,2.000 2.000 0 0,-3.000-1.000 0 0,3.000 1.000 0 16,-1.000 0.000 0-16,1.000 1.000 0 0,-2.000-2.000 0 0,1.000 1.000 0 0,0.000 0.000 0 15,0.000 0.000 0-15,0.000-2.000 0 0,1.000 0.000 128 16,-2.000 0.000-128-16,-1.000-1.000 0 0,1.000 1.000 0 0,0.000-2.000 0 0,1.000 3.000 0 0,0.000-1.000 0 16,-1.000 1.000 0-16,2.000 1.000 0 0,-3.000 0.000 0 0,1.000 0.000 0 15,2.000 0.000 0-15,-2.000-1.000 128 0,2.000-1.000-128 0,-2.000 1.000 0 16,2.000 1.000 0-16,-2.000-1.000 0 0,0.000 1.000 0 0,1.000 0.000 0 16,0.000-1.000 0-16,-1.000 0.000 0 0,1.000-2.000 0 0,-3.000 2.000 0 15,2.000 1.000 0-15,1.000-2.000 0 0,-1.000 1.000 0 0,0.000-1.000 0 16,0.000-2.000 0-16,-1.000 1.000 128 0,1.000-1.000-128 0,-1.000 0.000 0 15,1.000-3.000 0-15,0.000 2.000 0 0,0.000 0.000 0 0,-1.000-1.000 0 0,1.000 0.000 0 16,2.000 0.000 0-16,-2.000-2.000 0 0,-1.000 1.000 0 0,1.000 0.000 0 0,-3.000-2.000 0 16,3.000 2.000 0-16,-1.000-1.000 0 0,-1.000 1.000 0 0,1.000 1.000 128 15,1.000-1.000-128-15,0.000 3.000 0 0,-1.000-2.000 0 0,-1.000 0.000 0 16,1.000 1.000 0-16,1.000-1.000 0 0,-3.000-3.000 0 0,2.000 2.000 0 31,1.000-1.000 0-31,-1.000 1.000 0 0,-1.000-2.000 0 0,1.000-1.000 128 0,1.000 0.000-128 0,0.000-1.000 0 0,-3.000 0.000 0 0,2.000-1.000 0 16,-1.000 0.000 0-16,1.000 1.000 0 0,-2.000-2.000 0 0,3.000 2.000 0 15,-3.000 1.000 0-15,2.000 0.000 0 0,-2.000-2.000 0 0,1.000 1.000 0 16,1.000-1.000 0-16,-2.000 0.000 0 0,2.000 2.000 0 0,-1.000-2.000 0 16,-1.000 1.000 0-16,2.000 0.000 0 0,-2.000 0.000 0 0,2.000 0.000 0 15,-1.000-1.000 0-15,2.000-1.000 0 0,-3.000 0.000 0 0,2.000 0.000 0 16,-1.000-1.000 0-16,-1.000-1.000 0 0,2.000 0.000 0 0,-2.000 0.000 0 0,2.000 0.000 0 0,-1.000 0.000 0 16,-1.000 1.000 0-16,0.000-2.000 0 0,2.000 0.000 0 0,-2.000 1.000 0 15,0.000 0.000 0-15,0.000-1.000 128 0,0.000 0.000-128 0,1.000 1.000 0 16,-1.000-1.000 0-16,0.000-1.000 128 0,0.000 1.000-128 0,2.000 0.000 0 15,-2.000 1.000 0-15,0.000-2.000 0 0,0.000 0.000 0 0,0.000 0.000 0 16,0.000-2.000 0-16,0.000 0.000 0 0,0.000-1.000 0 0,0.000 1.000 0 16,0.000-1.000 0-16,0.000 1.000 0 0,0.000 0.000 0 0,0.000-1.000 0 15,0.000 1.000 0-15,0.000-1.000 0 0,0.000 0.000 0 0,0.000-1.000 0 16,0.000 1.000 0-16,0.000-1.000 0 16,0.000 0.000 0-16,0.000 0.000 0 0,0.000 0.000 0 15,0.000 1.000-128-15,0.000 0.000 128 0,0.000-1.000 0 0,0.000 2.000 0 0,0.000-1.000 0 16,0.000 0.000 0-16,0.000 1.000 0 0,0.000-1.000 0 0,0.000 0.000 0 15,0.000 0.000 0-15,0.000-1.000 0 0,2.000 1.000 0 0,-2.000-1.000 0 16,0.000 0.000 0-16,0.000-1.000 0 0,0.000 1.000 0 0,0.000-1.000 0 16,0.000 1.000 0-16,0.000-1.000-128 0,0.000 0.000 128 0,0.000 1.000 0 15,0.000-1.000 0-15,0.000 1.000 0 0,0.000-1.000 0 0,0.000 1.000-128 16,0.000 0.000 128-16,0.000 0.000 0 0,0.000 1.000 0 0,0.000-1.000 0 16,0.000 2.000 0-16,0.000-1.000 128 0,0.000 0.000-128 0,0.000 1.000 128 0,0.000-1.000-128 0,0.000 0.000 0 15,0.000 0.000 0-15,1.000 0.000 0 0,-1.000 0.000 0 0,0.000 0.000 0 16,0.000 0.000 0-16,0.000 1.000 0 0,0.000-1.000 0 0,0.000 1.000 0 15,2.000-1.000 0-15,-2.000 1.000 0 0,0.000 0.000 0 0,0.000 1.000 0 16,2.000 0.000 0-16,-2.000 1.000 0 0,1.000 0.000-128 0,-1.000-1.000 128 16,3.000 1.000-128-16,-3.000 0.000-9120 0</inkml:trace>
  <inkml:trace contextRef="#ctx0" brushRef="#br0">4260.000 13218.000 11055 0,'0.000'0.000'976'0,"0.000"0.000"-784"0,-2.000 0.000-192 0,2.000 0.000 0 0,0.000 0.000 1344 0,0.000 0.000 208 0,0.000 0.000 48 0,0.000 1.000 16 16,0.000-1.000-208-16,0.000 0.000-32 16,0.000 1.000-16-16,0.000-1.000 0 0,0.000 1.000-928 0,0.000 0.000-192 0,0.000 0.000-48 0,0.000 0.000 0 15,0.000 1.000-192-15,2.000-1.000 0 16,-1.000 1.000 0-16,1.000 0.000 0 0,-2.000 1.000 176 0,3.000 0.000-16 16,-3.000 2.000 0-16,3.000 0.000 0 0,-1.000-1.000 240 0,-1.000 2.000 48 0,1.000 0.000 16 0,-2.000-6.000 0 15,6.000 16.000 64-15,-4.000-8.000 16 0,0.000 1.000 0 0,-1.000 0.000 0 0,1.000 3.000-224 0,1.000 0.000-64 16,2.000 4.000 0-16,-2.000 1.000 0 15,0.000 0.000 96-15,2.000 3.000 16 0,-2.000 1.000 0 0,2.000-1.000 0 0,1.000 1.000 64 0,-1.000-2.000 16 0,0.000 2.000 0 16,0.000 1.000 0 0,1.000 1.000-176-16,0.000 0.000-16 0,1.000 1.000-16 0,-2.000-2.000 0 15,1.000-2.000-96-15,0.000-2.000-16 0,-1.000-2.000 0 0,0.000 1.000 0 16,0.000 0.000-128-16,1.000-2.000 192 0,-1.000 1.000-192 0,0.000 0.000 192 0,0.000 1.000-192 0,0.000 1.000 0 0,1.000-1.000 144 0,-3.000-2.000-144 31,2.000 2.000 0-31,-2.000-1.000 128 0,2.000-1.000-128 0,-1.000 1.000 0 0,1.000 0.000 0 16,-1.000 0.000 0-16,-1.000 1.000 0 0,0.000 0.000 0 15,1.000 0.000 0-15,-1.000-1.000 0 0,1.000 0.000 0 0,-1.000 1.000 128 16,-1.000-3.000-128-16,1.000 0.000 0 0,1.000 0.000 0 0,-3.000 0.000 0 16,3.000-1.000 0-16,-3.000 0.000 0 0,3.000 0.000 0 0,-2.000-1.000 128 15,1.000 0.000-128-15,-1.000-1.000 0 0,1.000 0.000 0 0,-1.000 1.000 0 0,0.000-2.000 0 16,1.000 1.000 0-16,-1.000 0.000 0 0,-1.000 0.000 0 0,3.000 0.000 0 16,-2.000 0.000 0-16,1.000-1.000 0 0,-1.000 1.000 0 0,1.000-1.000 0 0,-1.000 0.000 0 15,0.000 2.000 0-15,-1.000-1.000 0 0,1.000 0.000 0 0,1.000-1.000 0 16,-1.000 2.000 0-16,-2.000-3.000 0 0,4.000 0.000 0 0,-4.000 0.000 0 15,3.000-1.000 0-15,-3.000-2.000 0 0,2.000 2.000 0 0,0.000-1.000 0 16,-2.000-7.000 0-16,3.000 14.000 0 0,-3.000-9.000 0 0,2.000 1.000 0 16,-2.000-6.000 0-16,3.000 13.000 0 0,-3.000-13.000 0 0,3.000 12.000 0 15,-3.000-12.000 0-15,6.000 14.000 0 0,-4.000-7.000 0 0,-1.000 0.000 0 16,-1.000-7.000 0-16,5.000 15.000-128 0,-3.000-8.000 128 16,-2.000-7.000 0-16,5.000 14.000 0 15,-2.000-7.000 0-15,-3.000-7.000 0 0,6.000 16.000 0 0,-6.000-16.000 0 0,3.000 14.000 0 0,-3.000-14.000 0 0,4.000 14.000 0 0,-4.000-14.000 0 16,3.000 12.000 0-16,-3.000-12.000 0 0,3.000 12.000 0 0,-3.000-12.000 0 0,2.000 11.000 0 15,-2.000-11.000 0-15,3.000 10.000 144 0,-3.000-10.000-144 0,0.000 9.000 0 16,0.000-9.000 192 0,0.000 0.000-192-16,4.000 10.000 192 0,-4.000-10.000-192 0,0.000 0.000 240 0,0.000 0.000-64 15,2.000 8.000-16-15,-2.000-8.000 0 0,0.000 0.000-160 0,0.000 0.000 0 16,0.000 0.000 144-16,0.000 0.000-144 0,0.000 0.000 0 0,0.000 0.000 0 0,0.000 0.000 0 16,0.000 0.000 0-16,0.000 0.000 0 0,0.000 0.000 0 0,0.000 0.000 0 15,0.000 0.000 0-15,0.000 0.000 0 0,0.000 0.000 0 0,0.000 0.000 0 0,0.000 0.000 0 16,0.000 0.000-400-16,0.000 0.000-48 0</inkml:trace>
  <inkml:trace contextRef="#ctx0" brushRef="#br0">4188.000 10124.000 1839 0,'-2.000'-5.000'160'0,"2.000"1.000"-160"0,-2.000 1.000 0 0,2.000 1.000 0 0,0.000 1.000 736 0,0.000 1.000 112 0,0.000 0.000 32 0,0.000 0.000 0 0,0.000-2.000 864 0,0.000 1.000 176 0,0.000 1.000 48 0,0.000-1.000 0 16,0.000 0.000-832-16,0.000 1.000-176 0,0.000 0.000-16 0,0.000 0.000-16 15,0.000 1.000-400-15,2.000 0.000-80 0,-2.000 0.000 0 0,0.000 1.000-16 16,0.000 1.000-112-16,0.000 1.000-32 0,2.000-1.000 0 0,-2.000 0.000 0 15,1.000 0.000-96-15,-1.000 1.000-32 0,2.000 1.000 0 0,0.000 2.000 0 16,-1.000 1.000-160-16,4.000 0.000 160 0,-2.000 2.000-160 0,-2.000 0.000 160 16,1.000 3.000-32-16,1.000 0.000-128 0,-1.000 2.000 192 0,0.000-2.000-64 15,-1.000 2.000 128-15,1.000 2.000 0 0,1.000 1.000 16 0,2.000 4.000 0 16,-2.000 1.000-80-16,0.000 1.000 0 0,0.000 2.000-16 16,1.000-1.000 0-16,-1.000-1.000-176 0,3.000 1.000 160 0,-3.000 1.000-160 0,0.000-4.000 160 0,2.000 2.000-160 0,-3.000-2.000 0 15,1.000 0.000 0-15,1.000-2.000 0 0,0.000-2.000 0 0,-1.000-1.000 0 16,-1.000-1.000 0-16,1.000 1.000 0 0,-1.000 1.000 0 0,-1.000-2.000 0 15,3.000 0.000 0-15,-1.000 1.000 0 0,0.000-1.000 0 0,2.000 1.000 0 16,-2.000 1.000 0-16,0.000-1.000 0 0,2.000-2.000 0 0,-2.000 1.000 0 16,1.000-1.000 0-16,0.000-1.000 0 0,1.000 1.000 0 0,-2.000-2.000 0 15,0.000 1.000 0-15,2.000-1.000 0 0,-1.000 1.000 0 0,0.000-2.000 0 0,-1.000 2.000 0 16,-1.000-3.000 0-16,1.000 2.000 0 0,-1.000-3.000 0 0,-1.000 2.000 0 16,1.000-3.000 0-16,0.000 1.000 0 0,-1.000-3.000 0 0,-1.000 0.000 0 15,0.000 0.000 0-15,2.000-1.000 0 0,-2.000-1.000 0 0,0.000 0.000 0 16,2.000 0.000 0-16,-2.000 2.000 0 0,0.000-2.000 0 0,1.000 0.000 128 15,-1.000 0.000-128-15,3.000 1.000 0 0,-3.000-1.000 0 0,2.000 1.000 0 16,-1.000 0.000 0-16,1.000 1.000 0 0,-1.000 1.000 0 0,1.000 0.000 0 0,1.000 1.000 0 16,-1.000-2.000 0-16,0.000 1.000 0 0,1.000 1.000 0 0,-1.000-1.000 0 15,-1.000 1.000 0-15,2.000 0.000 0 0,0.000-1.000 0 0,-1.000 1.000 0 16,-1.000 1.000 0-16,1.000-2.000 0 0,1.000 1.000 0 0,-1.000-2.000 0 16,0.000 0.000 0-16,-1.000-1.000 0 0,-1.000 2.000 0 0,2.000-3.000 0 15,-2.000 1.000 128-15,2.000-1.000-128 0,-1.000 1.000 0 0,-1.000-2.000 128 0,0.000 1.000 0 0,2.000 0.000-128 16,-2.000 1.000 192-16,0.000 0.000-64 0,2.000-1.000 0 0,-2.000 0.000 0 15,2.000 0.000 0-15,-2.000 0.000 0 16,0.000 0.000-128-16,2.000-1.000 160 0,-1.000 0.000-160 0,-1.000-1.000 160 16,0.000 0.000-160-16,0.000-1.000 0 0,0.000 1.000 0 0,0.000-2.000 128 15,0.000 0.000-128-15,0.000 0.000 0 0,2.000-1.000 0 0,-4.000 1.000 0 16,2.000 0.000 256-16,0.000-1.000-16 0,0.000 1.000-16 0,0.000-1.000 0 0,0.000 1.000 368 0,0.000 0.000 80 16,0.000 0.000 16-16,0.000 0.000 0 0,0.000 0.000-464 15,2.000 1.000-96-15,-2.000 0.000 0 0,0.000 1.000-128 0,2.000 1.000 0 0,-1.000 1.000 0 0,-1.000 0.000 0 0,2.000-1.000 0 16,-2.000 1.000 0-16,2.000-1.000-144 15,-1.000 2.000 144-15,-1.000-2.000 0 0,2.000 1.000 0 0,-2.000-1.000 0 0,0.000 1.000 0 16,2.000 0.000-128-16,-2.000-2.000 128 0,1.000 0.000 0 0,-1.000 0.000 0 16,0.000 0.000 0-16,0.000 1.000 0 0,0.000 0.000 0 0,0.000 1.000 0 15,2.000-1.000 128-15,-2.000 0.000-128 0,0.000 0.000 0 0,2.000 1.000 0 0,-2.000 0.000 0 16,2.000-2.000 0-16,-2.000 0.000 0 0,0.000 0.000 0 16,0.000-1.000 128-16,0.000 0.000-128 0,0.000 0.000 0 0,0.000-1.000 0 0,0.000-1.000 0 15,0.000 0.000 0-15,0.000 0.000 0 16,0.000 0.000 128-16,0.000 0.000-128 0,0.000-1.000 0 0,0.000 1.000 128 15,0.000 0.000-128-15,0.000 0.000 0 0,0.000 0.000 0 0,0.000 0.000 0 0,0.000 0.000 0 16,0.000 0.000 0-16,2.000 1.000-208 0,-1.000 0.000 32 0,1.000 1.000 16 16,0.000 4.000-11488-16</inkml:trace>
  <inkml:trace contextRef="#ctx0" brushRef="#br0">4992.000 13640.000 1839 0,'0.000'-2.000'160'0,"-3.000"0.000"-160"0,3.000 1.000 0 0,0.000 1.000 0 0,0.000 0.000 912 0,0.000-1.000 160 0,0.000 0.000 16 0,-1.000 0.000 16 0,-1.000-1.000 480 0,2.000-1.000 80 0,0.000 0.000 32 0,-2.000 2.000 0 16,2.000 0.000-16-16,0.000 0.000 0 0,-1.000 1.000 0 0,1.000 0.000 0 15,0.000 0.000-32-15,0.000 0.000-16 16,-2.000 0.000 0-16,2.000 0.000 0 0,0.000 0.000-496 0,2.000 0.000-112 0,-2.000 1.000 0 0,0.000-1.000-16 0,0.000 2.000-624 0,0.000-1.000-128 16,1.000 2.000-32-16,-1.000 0.000 0 15,2.000 1.000-224-15,-2.000 1.000 0 0,2.000 1.000 0 0,-1.000 2.000 0 16,4.000 0.000 0-16,-2.000 0.000 0 0,0.000 3.000 0 0,-1.000-1.000 0 16,3.000 3.000 0-16,-2.000 0.000 0 0,3.000 1.000 0 0,-1.000 2.000 0 0,0.000 0.000 0 0,0.000 1.000 176 15,0.000 2.000-48-15,2.000-1.000-128 0,-2.000 1.000 192 0,0.000 1.000-192 16,0.000 1.000 192-16,1.000 0.000-192 0,-1.000 1.000 192 0,0.000 0.000-64 15,0.000-2.000 0-15,0.000 1.000-128 0,-1.000 0.000 224 0,1.000-1.000-64 16,0.000 0.000-16-16,-2.000-1.000 0 0,4.000-2.000-16 0,-1.000 1.000 0 0,-1.000 1.000 0 16,-1.000 0.000 0-16,3.000-2.000-128 0,-1.000 1.000 128 0,-1.000-1.000-128 15,1.000-1.000 128-15,-1.000-2.000-128 16,-1.000-1.000 0-16,2.000 0.000 0 0,-3.000-1.000 0 0,2.000 0.000 0 0,-2.000-1.000 0 0,2.000 1.000 0 0,-2.000-1.000 0 16,3.000-1.000 0-16,-4.000 0.000 0 0,3.000 2.000 0 0,-2.000-1.000 0 15,0.000 0.000 0-15,-1.000-1.000 0 0,1.000 0.000 0 0,0.000-1.000 0 16,-1.000-2.000 0-1,-1.000 1.000 0-15,1.000-2.000 0 0,-1.000-1.000 0 0,1.000 0.000 0 0,-2.000 1.000 0 0,3.000-1.000 0 16,-3.000 0.000 0-16,2.000-1.000 0 0,0.000 1.000 0 16,-1.000 0.000 0-16,1.000 0.000 0 0,1.000-1.000 0 0,0.000 0.000 0 0,-3.000 0.000 0 0,3.000 2.000 0 15,-3.000-2.000 0-15,2.000 1.000 0 0,1.000 1.000 0 16,-3.000-1.000 0-16,3.000 2.000 0 0,-3.000-1.000 0 0,2.000 0.000 0 16,1.000 1.000 0-16,-3.000 1.000 0 0,2.000-1.000 0 0,0.000 0.000 0 15,-1.000 1.000 0-15,2.000-2.000 0 0,-1.000 1.000 0 0,-1.000 0.000 0 16,-1.000-1.000 0-16,0.000 1.000 0 0,2.000-2.000 0 0,-2.000 1.000 0 15,0.000-1.000 0-15,1.000 0.000 0 0,1.000-1.000 0 0,-2.000 1.000 128 16,0.000 0.000-128-16,0.000 0.000 0 0,2.000 1.000 0 0,-2.000 0.000 0 16,1.000 2.000 0-16,-1.000-2.000 0 0,2.000 0.000 0 0,-2.000 2.000 0 15,0.000-1.000 0-15,2.000 0.000 0 0,-1.000-2.000 128 0,-1.000-1.000-128 16,0.000-2.000 0-16,0.000 1.000 224 0,0.000-2.000-32 0,0.000 0.000-16 0,0.000-1.000 0 0,0.000-1.000 208 16,0.000 1.000 32-16,0.000 0.000 16 0,0.000-1.000 0 0,0.000 1.000-304 15,0.000-1.000-128-15,0.000 1.000 128 0,2.000-2.000-128 16,-2.000 4.000 0-16,0.000-4.000 0 0,0.000 2.000 0 0,0.000 0.000 0 15,0.000 0.000-144-15,0.000 0.000 144 0,0.000 0.000 0 0,0.000 0.000 0 16,0.000 0.000 0-16,2.000 0.000 0 0,-2.000 2.000 0 0,1.000-1.000 0 0,-1.000 1.000 0 0,0.000 0.000 0 0,0.000 1.000 0 16,3.000-1.000 0-16,-3.000 1.000 0 0,0.000 0.000 0 15,0.000-1.000 0-15,0.000 1.000 0 0,2.000-2.000 0 16,-2.000 1.000 0-16,0.000-1.000 0 0,0.000-1.000 0 16,0.000 1.000 0-16,0.000-2.000 0 0,-2.000 1.000 0 0,2.000-1.000 0 0,0.000-1.000 0 15,0.000-1.000 0-15,-3.000 0.000 0 0,3.000-2.000 0 0,0.000 1.000 0 0,3.000-2.000 0 16,-3.000-2.000-192-16,0.000 1.000-14448 0</inkml:trace>
  <inkml:trace contextRef="#ctx0" brushRef="#br0">4693.000 9988.000 5519 0,'0.000'0.000'496'0,"0.000"0.000"-496"0,0.000 0.000 0 0,0.000-1.000 0 0,0.000 1.000 640 0,0.000 0.000 16 0,0.000 0.000 16 0,0.000 0.000 0 0,0.000-1.000 272 0,0.000 0.000 48 0,0.000 1.000 16 0,0.000 1.000 0 15,0.000-1.000-352-15,0.000 0.000-64 0,0.000 0.000-16 16,0.000 0.000 0-16,0.000 0.000-64 0,0.000-1.000 0 15,0.000 1.000-16-15,0.000 1.000 0 0,0.000 1.000 352 0,0.000 1.000 80 16,0.000 1.000 16-16,0.000 0.000 0 0,0.000 1.000-288 0,0.000 1.000-48 16,0.000-1.000-16-16,0.000 2.000 0 0,0.000-1.000-368 0,2.000 1.000-80 15,-2.000-1.000-16-15,0.000 4.000 0 0,1.000 0.000-128 0,1.000 3.000 0 16,0.000-1.000 0-16,0.000 2.000 0 0,0.000 1.000 0 0,0.000-1.000 0 0,1.000 1.000 144 0,-1.000 0.000-144 16,1.000 2.000 0-16,0.000-1.000 128 0,-1.000-1.000-128 15,1.000 1.000 0-15,1.000 3.000 0 0,0.000-1.000 128 0,-1.000-1.000-128 0,0.000 1.000 0 16,2.000 1.000 0-16,-3.000 1.000 144 0,3.000-1.000-144 0,-1.000 2.000 0 0,1.000 1.000 144 15,-2.000-1.000-144-15,-1.000-1.000 0 0,1.000 0.000 144 0,0.000-1.000-144 0,-1.000-2.000 0 16,1.000 3.000 0-16,0.000-1.000 0 16,0.000 1.000 0-16,-3.000-2.000 0 0,2.000 1.000 0 0,1.000-2.000 0 15,-1.000 0.000 0-15,1.000-3.000 0 0,-1.000 0.000 0 0,-1.000-1.000 0 16,1.000 0.000 0-16,1.000-2.000 0 0,0.000 2.000 0 0,0.000-1.000 0 16,-1.000 1.000 0-16,-2.000-3.000 0 0,3.000 2.000 0 0,-3.000-2.000 0 15,2.000 1.000 0-15,0.000-2.000 0 0,-1.000 4.000 0 0,1.000-3.000 0 0,-1.000 0.000 0 16,1.000 1.000 0-16,1.000-1.000 0 0,-3.000 0.000 0 0,3.000-2.000 0 0,0.000 1.000 0 15,-1.000 0.000 0-15,-2.000-2.000 0 0,2.000 0.000 0 0,-1.000 0.000 0 16,-1.000-1.000 0-16,2.000 0.000 0 0,0.000-1.000 0 0,-1.000 1.000 0 16,-1.000-1.000 128-16,0.000 0.000-128 0,2.000 1.000 0 0,-2.000 0.000 0 15,1.000 0.000 0-15,1.000 0.000 0 0,-2.000 0.000 0 0,2.000 3.000 0 16,-1.000-2.000 0-16,2.000 0.000 0 0,-3.000 2.000 0 0,3.000-1.000 0 0,-3.000 0.000 0 0,2.000 1.000 0 16,0.000 0.000 0-16,-1.000-1.000 0 0,1.000 0.000 0 0,0.000-2.000 0 15,-1.000 1.000 0-15,1.000 0.000 0 16,-1.000-1.000 0-16,-1.000-1.000 0 0,2.000 0.000 0 0,-2.000 0.000 0 15,0.000 0.000 0-15,2.000-2.000 0 0,-2.000 1.000 0 0,1.000-1.000 0 16,-1.000 0.000 0-16,0.000 0.000 0 0,0.000 0.000 0 0,3.000 0.000 0 16,-3.000 0.000 0-16,0.000-1.000 0 0,0.000 0.000 0 0,0.000-1.000 0 0,0.000 0.000 0 15,0.000 0.000 0-15,0.000 1.000 0 0,0.000-2.000 0 16,0.000 1.000 0-16,0.000 0.000 0 0,0.000 0.000 0 0,0.000 0.000 128 16,0.000 1.000-128-16,0.000-1.000 128 0,0.000 1.000-128 0,0.000-1.000 0 0,0.000 3.000 0 0,0.000-2.000 128 15,0.000 1.000-128-15,2.000 0.000 0 0,-2.000-1.000 144 0,0.000 1.000-144 16,1.000 0.000 144-16,-1.000-1.000-144 0,0.000 2.000 192 0,0.000-2.000-192 15,0.000 1.000 192-15,0.000-2.000-64 0,0.000 1.000 0 0,0.000-1.000-128 0,0.000 0.000 256 16,0.000 0.000-48-16,0.000-1.000-16 0,0.000 0.000 0 0,0.000 1.000 64 0,0.000-1.000 16 16,0.000-1.000 0-16,0.000 1.000 0 15,0.000 0.000 112-15,0.000 0.000 32 0,0.000 0.000 0 0,0.000 0.000 0 16,0.000 0.000-160-16,0.000 0.000-48 0,0.000 0.000 0 0,0.000 1.000 0 16,0.000-1.000-208-16,0.000 0.000-160 0</inkml:trace>
  <inkml:trace contextRef="#ctx0" brushRef="#br0">5516.000 13499.000 4607 0,'-2.000'0.000'400'0,"2.000"0.000"-400"0,0.000 0.000 0 0,0.000 0.000 0 0,-2.000 0.000 592 0,2.000 0.000 48 0,0.000 0.000 0 0,0.000 0.000 0 16,0.000 0.000 448-16,0.000 0.000 112 0,0.000 0.000 16 0,0.000 0.000 0 0,0.000 0.000-304 0,0.000 0.000-48 0,0.000 0.000-16 0,0.000 0.000 0 16,0.000 0.000-32-16,0.000 0.000-16 0,0.000-1.000 0 0,0.000 1.000 0 0,0.000 0.000-96 0,0.000 1.000 0 15,0.000-1.000-16-15,0.000 0.000 0 0,0.000 0.000 16 0,0.000 0.000 0 16,0.000 0.000 0-16,0.000 0.000 0 0,0.000 0.000-176 0,0.000 0.000-16 15,0.000 2.000-16-15,0.000-1.000 0 0,0.000 1.000 32 0,0.000 2.000 16 16,0.000-1.000 0-16,2.000 1.000 0 16,-2.000 0.000-384-16,0.000 0.000-160 0,3.000 1.000 128 0,-3.000 2.000-128 0,2.000-1.000 0 0,2.000 1.000 0 15,-2.000 2.000 0-15,1.000 1.000 0 16,0.000 0.000 128-16,2.000 2.000-128 0,-1.000 2.000 128 0,1.000 0.000-128 0,2.000 1.000 0 0,-2.000 0.000 0 16,2.000 2.000 0-16,0.000 0.000 0 0,0.000-1.000 0 0,-1.000 1.000 0 15,3.000 2.000 128-15,-2.000 0.000-128 0,1.000 0.000 0 0,1.000 0.000 0 0,-2.000 2.000 0 16,1.000-1.000 0-16,3.000 2.000 0 0,-3.000-2.000 0 0,-1.000 0.000 0 15,0.000 0.000 0-15,0.000 2.000 0 0,1.000 0.000 0 0,-3.000-1.000 0 16,3.000 0.000 128-16,-2.000-1.000-128 0,-1.000-1.000 0 0,0.000-1.000 0 16,-1.000 0.000 0-16,1.000-2.000 0 0,0.000-1.000 0 0,-1.000-1.000 128 15,-1.000-3.000-128-15,0.000 0.000 0 0,0.000-2.000 0 0,2.000 2.000 0 16,-2.000-1.000 0-16,0.000 1.000 0 0,1.000-3.000 0 0,-1.000 0.000 0 16,0.000 0.000 0-16,-1.000-2.000 0 0,-1.000 0.000 0 0,2.000-1.000 0 15,-3.000 0.000 0-15,2.000-1.000 0 0,-1.000 0.000 0 0,-1.000-1.000 0 16,0.000 0.000 0-16,2.000 0.000 0 0,-2.000 0.000 0 0,0.000 1.000 0 0,0.000-1.000 0 0,2.000-1.000 0 15,-2.000 1.000 0-15,1.000 1.000 128 0,-1.000-1.000-128 0,0.000 0.000 0 16,2.000 1.000 0-16,0.000 1.000 0 0,-1.000-1.000 0 16,-1.000 2.000 0-16,2.000-2.000 0 0,-1.000 0.000 0 0,1.000 2.000 0 0,0.000-1.000 0 15,-1.000 0.000 0-15,2.000 1.000 0 0,-1.000 1.000 0 0,-1.000-1.000 0 16,3.000 0.000 0-16,-3.000 1.000 0 0,1.000 1.000 0 0,1.000-2.000 0 0,-3.000-6.000 0 0,5.000 15.000 0 16,-2.000-8.000 0-16,0.000 0.000 0 15,0.000-1.000 0-15,-1.000 2.000 0 0,0.000-1.000 0 0,1.000 1.000 0 0,-1.000 0.000 0 0,-1.000-1.000 128 0,2.000 0.000-128 16,-1.000 0.000 0-1,1.000-1.000 0-15,0.000-1.000 0 0,-3.000-1.000 0 0,2.000-1.000 0 0,-1.000 2.000 0 16,-1.000-3.000 0-16,0.000 1.000 128 16,2.000-1.000-128-16,-2.000 1.000 0 0,0.000 0.000 0 0,0.000-1.000 0 0,0.000 2.000 224 15,2.000-1.000-32-15,-1.000 3.000-16 0,-1.000-1.000 0 0,2.000 0.000 304 0,-2.000 1.000 64 0,2.000 1.000 16 16,-1.000 0.000 0-16,-1.000-1.000-336 0,0.000 0.000-64 0,2.000 0.000-16 16,-1.000-1.000 0-16,-1.000-1.000-144 0,0.000 0.000 192 15,2.000 0.000-192-15,-2.000 1.000 192 0,0.000-2.000-192 0,0.000-1.000 192 16,0.000 0.000-192-16,0.000 0.000 192 0,0.000 0.000-64 0,0.000 0.000 0 15,0.000-1.000 0-15,0.000 1.000 0 0,0.000 0.000-128 0,0.000 0.000 0 16,2.000 1.000 144-16,-2.000-2.000-144 0,1.000 2.000 0 0,-1.000-1.000 0 16,0.000 0.000 0-16,0.000 0.000 0 0,3.000 1.000 0 0,-3.000 0.000 0 15,0.000 0.000 0-15,2.000 2.000 0 0,-2.000-1.000 0 0,1.000-1.000 128 16,-1.000 1.000-128-16,0.000 0.000 0 0,2.000 0.000 0 0,-2.000 2.000 128 16,0.000-2.000-128-16,0.000 0.000 0 0,0.000 0.000 256 0,0.000-2.000-32 15,0.000 1.000 0-15,0.000-1.000 0 0,0.000-1.000 0 0,0.000 1.000 0 0,0.000-2.000 0 16,0.000 0.000 0-16,0.000 0.000-224 0,0.000-2.000 0 0,0.000 0.000 0 15,0.000 0.000 0-15,0.000-1.000 0 0,0.000-1.000-192 0</inkml:trace>
  <inkml:trace contextRef="#ctx0" brushRef="#br0">5310.000 9899.000 2751 0,'0.000'0.000'256'0,"0.000"-3.000"-256"0,0.000 3.000 0 0,0.000 0.000 0 15,0.000 0.000 960-15,0.000 0.000 160 0,0.000 0.000 32 0,0.000 0.000 0 0,0.000 0.000 48 0,0.000-1.000 16 0,0.000 0.000 0 0,-1.000 1.000 0 0,1.000 0.000-160 0,0.000 0.000-32 0,0.000 0.000 0 0,0.000 0.000 0 16,0.000 1.000-320-16,0.000 0.000-64 0,0.000 2.000 0 0,1.000 0.000-16 16,-1.000 2.000-176-16,2.000 1.000-48 0,0.000 4.000 0 0,-1.000 0.000 0 15,1.000 4.000 32-15,0.000 1.000 0 0,-1.000 1.000 0 0,1.000 1.000 0 16,0.000 0.000-192-16,-1.000 3.000-48 0,-1.000 0.000 0 0,3.000 1.000 0 15,-1.000 0.000-16-15,-2.000 0.000-16 0,1.000 0.000 0 0,-1.000 0.000 0 16,3.000 0.000-16-16,-3.000 0.000 0 0,2.000-2.000 0 0,0.000 0.000 0 16,-1.000-1.000-144-16,1.000 1.000 0 0,1.000 0.000 0 0,-1.000-1.000 0 0,0.000-1.000 0 0,-1.000 1.000 0 15,2.000-1.000 128-15,0.000 1.000-128 16,0.000-1.000 0-16,-1.000 0.000 0 0,1.000 0.000 0 0,-1.000-2.000 0 0,1.000 1.000 0 16,-1.000 0.000 0-16,1.000-2.000 0 0,0.000 0.000 0 0,0.000-2.000 0 0,-1.000 0.000 0 15,-1.000 0.000 0-15,1.000 0.000 0 0,1.000-1.000 0 0,-3.000 1.000 0 16,2.000-1.000 0-16,0.000 0.000 0 0,-1.000-1.000 0 0,1.000 1.000 0 15,1.000-2.000 0-15,-3.000-1.000 0 0,2.000 1.000 0 0,2.000-2.000 0 16,-4.000 0.000 0-16,2.000 1.000 0 0,-1.000-2.000 0 0,1.000 0.000 0 0,-2.000-1.000 0 0,2.000 0.000 0 16,-1.000 1.000 0-16,-1.000-1.000 0 0,2.000 1.000 0 0,-2.000 0.000 0 15,0.000 2.000 0-15,2.000-2.000 0 0,-1.000 0.000 0 0,1.000 2.000 0 16,-2.000-1.000 0-16,2.000 0.000 0 0,-1.000 0.000 0 0,-1.000 2.000 0 16,2.000-1.000 0-16,2.000 1.000 0 0,-2.000-1.000 0 0,-1.000 0.000 0 15,1.000 2.000 0-15,1.000-1.000 0 0,-1.000-1.000 0 0,0.000 1.000 0 16,-1.000 1.000 0-16,1.000 0.000 0 0,0.000-1.000 0 15,-1.000-1.000 0-15,1.000 2.000 0 0,-2.000-2.000 0 0,2.000 0.000 0 16,-2.000 1.000 0-16,2.000-1.000 0 0,-2.000 0.000 0 16,2.000 1.000 128-16,-1.000-2.000-128 0,1.000 1.000 0 0,-2.000 0.000 0 0,2.000 0.000 0 0,-1.000-1.000 128 0,1.000 1.000-128 15,0.000-2.000 0-15,-1.000 1.000 0 0,1.000-1.000 0 0,-2.000 2.000 0 16,2.000-2.000 0-16,-1.000-1.000 0 0,1.000 0.000 0 16,-2.000 1.000 0-16,2.000-2.000 0 0,0.000 1.000 0 0,-2.000-2.000 0 15,0.000-1.000 0-15,0.000 1.000 0 0,0.000-2.000 0 0,0.000 2.000 0 0,0.000-2.000 0 0,0.000 0.000 128 16,0.000 0.000-128-16,0.000-1.000 128 0,0.000 1.000-128 0,0.000-1.000 160 15,0.000 0.000-160-15,0.000 0.000 160 0,0.000 0.000 384 16,0.000 0.000 80-16,0.000 0.000 16 0,0.000-1.000 0 16,0.000 2.000-400-16,0.000-2.000-80 0,0.000 1.000-16 0,0.000 0.000 0 15,0.000 0.000-144-15,0.000 1.000 0 0,0.000-1.000 0 0,0.000 0.000 0 0,0.000 1.000-272 16,0.000 0.000 64-16</inkml:trace>
  <inkml:trace contextRef="#ctx0" brushRef="#br0">6053.000 13210.000 6447 0,'0.000'0.000'576'0,"0.000"0.000"-576"0,0.000 0.000 0 0,0.000 0.000 0 0,0.000 0.000 1024 0,0.000 0.000 80 0,-2.000 0.000 32 16,2.000 0.000 0-16,0.000 0.000 336 0,0.000 0.000 80 0,-3.000 0.000 16 0,3.000-1.000 0 0,-1.000 1.000-416 0,-1.000-1.000-64 0,2.000 1.000-32 0,-2.000-1.000 0 16,2.000 1.000-208-16,-1.000-1.000-32 0,1.000 1.000-16 0,-2.000-1.000 0 0,2.000 1.000-176 0,-2.000-1.000-48 15,2.000 1.000 0-15,-1.000-1.000 0 0,1.000 1.000-256 0,0.000 0.000-64 0,0.000-1.000-16 0,-2.000 1.000 0 16,2.000 0.000-112-16,0.000 0.000-128 0,0.000 0.000 176 0,0.000 0.000-176 15,0.000 0.000 0-15,0.000 0.000 0 0,0.000 0.000 0 0,0.000 0.000 0 16,0.000 0.000 0-16,0.000 0.000 0 16,-3.000 0.000-128-16,3.000 0.000 128 0,0.000 0.000 0 0,0.000 0.000 0 0,0.000 0.000 0 0,0.000 0.000 0 15,0.000 0.000 0-15,0.000 1.000 0 0,0.000-1.000 0 0,0.000 0.000 0 16,0.000 0.000 0-16,-2.000 0.000 0 0,2.000 0.000 0 0,0.000 1.000 0 0,0.000-1.000 0 0,0.000 1.000 0 31,0.000-1.000 0-31,-1.000 1.000 0 0,1.000 1.000 176 0,0.000 0.000 80 0,0.000 1.000 0 0,1.000 2.000 16 0,-1.000 0.000 48 0,2.000 1.000 16 16,-2.000 1.000 0-16,3.000 3.000 0 15,-1.000-1.000-336-15,1.000 2.000 0 0,-1.000 1.000 0 0,1.000 0.000 0 16,0.000 1.000 0-16,2.000 0.000 0 0,-2.000 1.000 0 0,0.000-1.000 128 0,0.000 0.000-128 0,-1.000 0.000 0 16,3.000 0.000 0-16,-2.000 1.000 0 15,3.000 1.000 0-15,-2.000 0.000 0 16,0.000 1.000 0-16,1.000 2.000 0 0,3.000-1.000 0 0,-3.000 3.000 0 0,1.000 1.000 0 0,-1.000 1.000 0 16,3.000-1.000 0-16,-3.000-1.000 0 0,1.000 0.000 0 0,-1.000-1.000 128 15,0.000 0.000-128-15,1.000-1.000 128 0,1.000-3.000-128 0,-2.000 0.000 128 16,0.000-2.000-128-16,-1.000 1.000 0 0,2.000 2.000 0 0,-1.000 1.000 0 15,2.000-1.000 0-15,-1.000-1.000 0 0,-1.000-1.000 0 0,0.000 1.000 0 16,0.000-1.000 0-16,-2.000-1.000 0 0,3.000 1.000 0 0,-1.000-2.000 0 16,0.000 1.000 0-16,-2.000-2.000 0 0,2.000 0.000 0 0,-2.000-1.000 0 15,2.000 1.000 0-15,-2.000-1.000 0 0,0.000 0.000 0 0,0.000 1.000 0 16,1.000-2.000 0-16,-3.000 1.000 0 0,3.000-2.000 0 0,-3.000 1.000 0 16,4.000 1.000 0-16,-4.000-2.000 0 0,1.000 3.000 0 0,1.000-2.000 0 15,0.000-1.000 0-15,-1.000 2.000 0 0,0.000-2.000 0 0,-1.000 0.000 0 0,1.000 0.000 0 16,1.000 0.000 0-16,0.000-1.000 0 0,-3.000 0.000 0 0,3.000-1.000 0 0,-1.000 2.000 0 15,-1.000-1.000 0-15,1.000 0.000 0 0,0.000 0.000 0 0,-1.000-2.000 0 16,1.000 0.000 0-16,1.000 2.000 0 0,-1.000-2.000 0 0,-2.000 0.000 0 16,3.000 0.000 0-16,-3.000 1.000 0 0,3.000 0.000 0 0,-1.000-1.000 0 15,-1.000 0.000 0-15,2.000 2.000 0 0,-1.000-1.000 0 0,1.000 0.000 0 16,-1.000 1.000 0-16,1.000 0.000 0 0,-1.000 1.000 0 0,0.000-1.000 0 16,2.000 1.000 0-16,-2.000 0.000 0 0,-1.000 0.000 0 0,2.000 0.000 0 15,-1.000 0.000 0-15,1.000 0.000 0 0,-1.000 1.000 0 0,1.000-2.000 0 16,-1.000 2.000 0-16,1.000-2.000 0 0,0.000-1.000 0 0,-1.000-1.000 0 0,-1.000 0.000 0 15,1.000-1.000 0-15,-1.000 0.000 0 0,-1.000-1.000 0 0,2.000-1.000 0 16,-2.000 0.000 0-16,0.000 1.000 0 0,2.000-1.000 0 16,-2.000 1.000 0-16,1.000 0.000 0 0,-1.000 2.000 0 0,2.000-1.000 0 0,0.000 0.000 0 0,-1.000 1.000 128 15,1.000 1.000-128-15,0.000 1.000 0 0,1.000-2.000 0 0,-1.000 1.000 0 16,0.000 0.000 0-16,1.000 0.000 0 0,-1.000 0.000 0 0,-2.000-1.000 0 16,3.000-1.000 0-16,-3.000-1.000 0 0,2.000 0.000 0 0,-2.000 0.000 0 15,0.000-1.000 0-15,0.000-2.000 0 0,0.000 1.000 0 0,0.000-1.000 0 16,0.000 0.000 0-16,0.000 0.000 144 0,0.000-1.000-144 0,0.000 1.000 0 15,0.000 0.000 512-15,0.000-1.000 0 0,0.000 1.000 0 0,0.000-1.000 0 16,0.000 0.000-256-16,0.000-1.000-64 0,0.000 2.000-16 0,0.000-1.000-9360 16,0.000 1.000-1872-16</inkml:trace>
  <inkml:trace contextRef="#ctx0" brushRef="#br0">5808.000 10019.000 3615 0,'3.000'-6.000'320'0,"-3.000"2.000"-320"0,0.000 2.000 0 0,0.000 0.000 0 0,2.000 1.000 0 0,-2.000 0.000 0 0,0.000-1.000 0 0,0.000 1.000 0 0,0.000 0.000 0 0,-2.000-2.000 0 16,2.000 0.000 448-16,0.000 0.000 16 16,0.000 1.000 0-16,0.000-1.000 32 0,-3.000 1.000 528 0,3.000 0.000 96 0,-1.000 1.000 32 0,-1.000 0.000 0 15,2.000 0.000-160-15,0.000 0.000-32 0,-2.000 1.000-16 0,2.000-1.000 16 16,0.000 0.000-256-16,-1.000 1.000-48 16,-1.000-1.000-16-16,4.000 1.000 32 0,-2.000 0.000 224 0,0.000-1.000 32 15,-2.000 0.000 16-15,2.000 1.000 16 0,0.000 0.000-176 0,0.000 0.000-32 0,0.000 1.000-16 0,0.000-1.000 32 16,0.000 0.000-96-16,0.000 0.000-16 15,0.000 0.000 0-15,0.000 0.000 16 0,0.000 0.000-464 0,0.000 1.000-80 0,0.000 0.000-128 0,0.000 2.000 192 16,0.000 2.000-64-16,2.000 1.000-128 16,-1.000 5.000 176-16,-1.000-1.000-48 0,2.000 3.000-128 0,0.000 1.000 0 15,-1.000 1.000 0-15,2.000 0.000 0 0,0.000 0.000 0 0,-1.000 2.000-176 0,1.000 1.000 176 0,-1.000 0.000-144 16,1.000 3.000 144-16,0.000-1.000 0 0,-1.000-1.000-144 16,1.000 0.000 144-16,0.000-1.000 0 0,-1.000 1.000 0 15,1.000 1.000 0-15,-1.000-2.000 0 0,1.000-1.000 0 0,0.000 1.000 0 0,0.000 1.000 0 0,-1.000 0.000 0 0,1.000 0.000 0 0,3.000-2.000 0 16,-4.000 1.000 0-16,3.000-3.000 0 0,-2.000-2.000-160 0,0.000 0.000 160 15,-1.000-1.000 0-15,1.000 1.000-144 0,2.000-1.000 144 16,-4.000 0.000 0-16,3.000-1.000 0 0,-1.000 1.000 0 0,-2.000-1.000 0 0,3.000 0.000 0 16,-1.000 0.000 0-16,-1.000 2.000 0 15,-1.000-2.000 0-15,2.000 0.000 0 0,0.000 0.000 0 0,-1.000 1.000 0 0,1.000-2.000 0 16,-3.000 0.000 0-16,2.000 1.000 0 0,-1.000-2.000 0 16,1.000 2.000 0-16,0.000-2.000 0 0,-1.000 1.000 0 0,1.000 1.000 128 0,-2.000-1.000-128 0,2.000 0.000 0 0,-1.000-2.000 0 15,-1.000 1.000 0-15,3.000 2.000 0 16,-3.000-2.000 0-16,2.000 1.000 0 0,-1.000 0.000 0 0,-1.000-2.000 0 15,2.000 2.000 0-15,-2.000-1.000 0 0,2.000 1.000 128 0,-1.000-1.000-128 16,-1.000 0.000 0-16,2.000 1.000 0 0,-1.000-2.000 0 0,1.000 2.000 0 16,0.000-1.000 0-16,-1.000 0.000 0 0,3.000 1.000 0 0,-3.000 0.000 0 15,4.000 1.000-160-15,-4.000-1.000 160 0,3.000 1.000 0 0,-3.000 0.000 0 0,2.000 0.000 0 16,-1.000 1.000 0-16,1.000 0.000 0 0,-1.000 1.000 0 0,1.000-1.000 0 16,0.000 0.000 0-16,0.000-1.000 0 0,-1.000 1.000 0 0,1.000-1.000 0 15,-1.000 2.000 0-15,-1.000-2.000 0 0,1.000 0.000 0 0,1.000-1.000 0 16,-1.000 2.000 0-16,1.000-2.000 0 0,0.000 2.000 0 0,-1.000-1.000 0 15,1.000 1.000 0-15,-1.000-2.000 0 0,1.000 2.000 0 0,-2.000 0.000 0 16,3.000 0.000 0-16,-3.000 0.000 0 0,3.000 0.000 0 0,-3.000-1.000 128 0,2.000 0.000-128 16,0.000-1.000 0-16,-1.000-1.000 0 0,0.000 0.000 0 0,-1.000-1.000 0 0,1.000 0.000 0 15,1.000 0.000 0-15,-1.000 1.000 0 16,1.000-2.000 0-16,-1.000-1.000 0 0,-1.000 1.000 0 0,2.000-2.000 0 0,0.000 1.000 0 16,-1.000-1.000 0-16,0.000 1.000 0 0,-1.000-2.000 0 0,1.000 1.000 0 15,-1.000 0.000 0-15,-1.000-1.000 0 0,2.000 2.000 0 0,-2.000-1.000 0 0,2.000-1.000 0 16,-1.000 1.000 0-16,-1.000 0.000 0 0,2.000 1.000 0 0,-2.000-1.000 0 15,2.000 0.000 0-15,-1.000-2.000 0 0,-1.000 1.000 0 0,3.000 1.000 0 16,-3.000-2.000 0-16,0.000 1.000 0 0,2.000-1.000 0 0,-1.000 1.000 0 16,-1.000-1.000 0-16,2.000 0.000 0 0,-2.000 2.000 0 0,0.000-2.000 0 0,0.000 0.000 0 15,0.000 0.000 0-15,2.000 1.000 0 0,-1.000 0.000 0 0,-1.000 2.000 0 16,0.000 0.000 0-16,3.000-1.000-160 0,-3.000 2.000 160 16,2.000 1.000-464-16,1.000 1.000-16 15</inkml:trace>
  <inkml:trace contextRef="#ctx0" brushRef="#br0">6309.000 12767.000 5519 0,'0.000'0.000'496'0,"0.000"0.000"-496"0,0.000 1.000 0 0,0.000-1.000 0 0,0.000 0.000 864 0,0.000 0.000 80 0,0.000 0.000 16 0,0.000 0.000 0 0,0.000 0.000 240 0,0.000 0.000 48 0,0.000 0.000 16 0,0.000 1.000 0 0,0.000 1.000-384 15,0.000 0.000-80-15,0.000 0.000-16 0,0.000 0.000 0 16,2.000 1.000-448-16,-1.000 2.000-80 0,-1.000-2.000-32 0,0.000 1.000 0 0,3.000 0.000-16 0,-3.000 0.000 0 16,0.000 1.000 0-16,0.000 0.000 0 15,2.000 1.000 176-15,-1.000-1.000 16 0,-1.000 2.000 16 0,2.000 1.000 0 0,-1.000 0.000 48 0,1.000 1.000 16 16,0.000 2.000 0-16,-1.000 1.000 0 0,4.000 1.000-288 0,-3.000 0.000-48 16,1.000-1.000-16-16,0.000 0.000 0 0,2.000 3.000-128 0,-2.000 1.000 0 15,2.000-2.000 0-15,0.000 2.000 0 0,1.000 0.000 0 16,-3.000-2.000 0-16,2.000 1.000 0 0,0.000-1.000 0 0,0.000 0.000 0 0,-2.000 0.000 0 15,3.000-1.000 0-15,-1.000 1.000 0 0,-2.000-2.000 0 0,1.000 0.000 0 16,-1.000-1.000 0-16,0.000 1.000 0 0,1.000-1.000-128 0,0.000 2.000 128 0,-1.000 0.000 0 0,2.000 1.000 0 16,-2.000 0.000 0-16,2.000 1.000 0 0,1.000 1.000 0 0,-1.000-2.000 0 15,2.000 2.000 0-15,-1.000 1.000 0 0,0.000 1.000 0 0,2.000 2.000 0 16,-1.000 0.000 0-16,-2.000-1.000 0 0,2.000-3.000 0 0,-2.000 1.000 0 16,0.000-1.000 0-16,0.000-1.000 0 0,-1.000 0.000 0 0,1.000-1.000 0 15,-3.000 0.000 0-15,3.000 0.000 0 0,-2.000-2.000 0 0,-1.000 2.000 0 16,3.000 0.000 0-16,-1.000 0.000 0 0,-1.000 1.000 0 0,2.000-2.000 0 15,-1.000 3.000 0-15,1.000-3.000 0 0,0.000 2.000 0 0,-1.000-2.000 0 16,-1.000-3.000 0-16,2.000 3.000 0 0,-2.000-3.000 0 0,1.000 0.000 0 16,1.000 1.000 0-16,-3.000-2.000 0 0,1.000 2.000 0 0,1.000-2.000 0 15,-3.000-1.000 0-15,3.000 1.000 0 0,-1.000 0.000 0 0,-1.000-1.000 128 0,-1.000 1.000-128 16,3.000-1.000 0-16,-2.000 1.000 0 0,1.000-1.000 0 0,-1.000-1.000 0 16,1.000 2.000 0-16,-1.000-1.000 0 0,0.000 1.000 0 0,-1.000 0.000 0 15,1.000-1.000 0-15,1.000 0.000 0 0,1.000 0.000 0 0,-2.000-1.000 0 0,0.000-1.000 0 16,-1.000 0.000 0-16,1.000 0.000 128 0,0.000 0.000-128 15,-1.000-2.000 0-15,1.000 2.000 0 0,0.000 0.000 0 0,-1.000-1.000 0 0,-1.000 1.000 0 16,2.000-1.000 0-16,-1.000 0.000 0 0,1.000 2.000 0 16,-2.000-2.000 0-16,4.000 1.000 0 0,-4.000-1.000 0 0,2.000 3.000 0 15,-2.000-2.000 0-15,3.000 1.000 0 0,-1.000 0.000 0 0,0.000 0.000-128 16,-1.000-1.000 128-16,1.000 0.000 0 0,-2.000 2.000 0 0,3.000-2.000 0 16,-3.000 1.000 0-16,2.000-1.000 0 0,-2.000 1.000 0 0,1.000-1.000 0 0,1.000-1.000 128 15,-2.000 1.000-128-15,2.000 1.000 0 0,0.000-2.000 144 0,-2.000 0.000-144 0,2.000 0.000 160 16,-2.000 0.000-160-16,2.000 0.000 544 0,-1.000-1.000 16 0,-1.000 0.000 0 15,2.000 1.000 0-15,0.000 1.000-304 0,-1.000-2.000-48 0,-1.000 0.000-16 16,2.000 1.000 0-16,0.000-1.000-192 0,-1.000 2.000 0 0,1.000-1.000 0 16,-2.000 0.000 0-16,1.000 0.000 0 0,1.000-1.000 0 0,0.000 2.000 0 0,0.000-2.000 0 15,0.000 1.000 0-15,-2.000 0.000 128 16,2.000 0.000-128-16,-2.000-1.000 0 0,1.000-2.000 192 0,-1.000 1.000-16 16,0.000 0.000 0-16,0.000-1.000 0 0,0.000 0.000 240 0,0.000 0.000 48 0,0.000-1.000 16 15,-1.000 0.000 0-15,1.000 0.000-96 0,-2.000-1.000-32 16,2.000 1.000 0-16,0.000 0.000 0 0,0.000 0.000-128 0,0.000 0.000-32 15,0.000 0.000 0-15,0.000 1.000 0 0,0.000-1.000-192 0,0.000 1.000 0 0,0.000 1.000 128 16,0.000 0.000-128-16,0.000 0.000 0 0,0.000 0.000 0 0,2.000 0.000 0 0,-2.000 1.000 0 0,1.000 0.000 0 16,-1.000 0.000 0-16,2.000-1.000 0 0,-2.000 0.000 0 0,0.000 0.000 0 15,0.000 0.000 0-15,0.000-1.000 0 0,0.000-1.000 0 16,0.000 0.000 0-16,0.000 1.000 0 0,0.000-2.000 128 0,0.000 0.000-128 16,0.000 0.000 320-16,0.000 0.000-16 0,0.000 0.000-16 0,0.000-2.000 0 15,0.000 2.000-112-15,0.000 0.000-32 0,0.000 0.000 0 0,0.000 0.000 0 16,0.000 0.000-144-16,0.000 0.000 0 0,0.000 0.000 0 0,0.000 0.000 0 15,0.000 0.000 0-15,0.000 0.000 0 0,0.000 0.000 0 0,0.000 0.000 0 16,0.000 0.000-128-16,0.000 0.000 128 0,0.000 0.000 0 0,0.000 2.000 0 16,0.000-2.000 0-16,0.000 0.000 0 0,0.000 1.000 0 0,0.000-1.000 0 15,0.000 0.000 0-15,0.000 0.000 0 0,0.000 0.000 0 0,0.000 0.000 0 16,0.000 0.000 0-16,0.000-3.000 0 0,-2.000 1.000 0 0,2.000-3.000-13760 16</inkml:trace>
  <inkml:trace contextRef="#ctx0" brushRef="#br0">6213.000 10089.000 4607 0,'0.000'0.000'400'0,"0.000"0.000"-400"0,0.000 0.000 0 0,0.000 0.000 0 0,0.000 0.000 768 0,-2.000 0.000 64 0,2.000 0.000 0 0,0.000 0.000 16 16,0.000 0.000 640-16,0.000 0.000 128 0,0.000 0.000 32 0,0.000 0.000 0 0,0.000 0.000-608 0,0.000 0.000-112 0,0.000 0.000-32 0,0.000 0.000 0 15,0.000 0.000-608-15,0.000 0.000-128 16,0.000 0.000-32-16,0.000 0.000 0 0,0.000 0.000-128 0,0.000 0.000 0 0,0.000 0.000 0 0,0.000 0.000 0 16,0.000 0.000-192-16,0.000 0.000 48 0,0.000 0.000 0 0,0.000 2.000 0 15,0.000 0.000 144-15,2.000 0.000-160 0,-2.000 2.000 160 0,2.000 0.000-160 16,-1.000 2.000 160-16,2.000 1.000 0 0,-1.000 1.000 0 0,-1.000-1.000 0 15,-1.000 2.000 192-15,3.000-3.000 128 0,-1.000 1.000 32 0,-2.000-1.000 0 0,3.000 1.000-144 0,-3.000-2.000-16 16,2.000 0.000-16-16,0.000 0.000 0 16,-1.000 1.000-176-16,-1.000-2.000 0 0,2.000 0.000 0 0,-2.000 0.000 0 0,0.000 0.000 0 15,2.000 0.000 0-15,-1.000-1.000 0 0,-1.000 1.000 0 0,0.000 0.000 0 0,3.000 0.000 0 16,-3.000 0.000 0-16,0.000 0.000 0 0,0.000 0.000 0 16,2.000 2.000 128-16,-1.000-1.000-128 0,1.000 2.000 0 0,-2.000-1.000 0 15,3.000 3.000 0-15,-1.000-1.000 128 0,-1.000 2.000-128 16,1.000 0.000 0-16,1.000 3.000 0 0,-1.000-1.000 0 0,1.000 3.000 128 0,0.000 2.000-128 15,0.000 2.000 0-15,0.000 1.000 0 0,2.000 0.000 128 0,-3.000 2.000-128 0,3.000 0.000 160 16,-2.000 2.000-160-16,3.000 0.000 160 0,-3.000 2.000-32 0,2.000 0.000-128 0,-1.000-1.000 192 16,-1.000 0.000-64-16,3.000-1.000 48 0,-1.000-1.000 0 15,-2.000 1.000 0-15,2.000 0.000 0 0,0.000 0.000-176 0,1.000-1.000 160 16,-1.000 1.000-160-16,1.000-1.000 160 0,-1.000 0.000-160 0,3.000-1.000 0 0,-2.000 0.000 144 16,-1.000 0.000-144-16,2.000 4.000 0 0,-2.000 0.000 0 0,2.000 0.000 0 15,0.000 0.000 0-15,-2.000-1.000 0 0,0.000 0.000 0 0,2.000 0.000 0 16,-2.000 0.000 128-16,2.000 0.000-128 0,0.000 2.000 0 0,0.000 4.000 0 15,1.000 2.000 0-15,3.000-1.000 0 0,-3.000 0.000 0 0,-1.000 0.000 0 16,2.000-1.000 0-16,-1.000 0.000 0 0,1.000 0.000 0 0,1.000-2.000 0 0,-3.000-3.000 0 0,0.000 0.000 0 16,0.000-1.000 0-16,0.000 1.000 0 15,-1.000 1.000 0-15,1.000 1.000 0 0,0.000 0.000 0 0,-2.000-1.000 0 0,2.000-2.000 128 0,0.000 0.000-128 16,-2.000 0.000 0-16,0.000 2.000 0 0,0.000 3.000 0 0,0.000 1.000 0 0,1.000 2.000 0 16,-1.000-4.000 0-16,0.000-1.000 128 15,1.000 0.000-128-15,2.000 0.000 0 0,-1.000-1.000 0 0,-1.000 0.000 0 0,1.000-2.000 0 0,-7.000-25.000 0 16,14.000 46.000 0-16,-9.000-24.000 128 0,2.000 1.000-128 15,0.000 1.000 0-15,0.000 0.000 0 0,-1.000-1.000 0 16,0.000-1.000 0-16,-1.000 1.000 0 0,2.000-1.000 0 0,-3.000 0.000 0 0,-4.000-22.000 0 16,13.000 44.000 0-16,-8.000-22.000 0 0,0.000-1.000 0 0,-5.000-21.000 0 15,12.000 38.000 0-15,-12.000-38.000 0 0,10.000 39.000 0 0,-5.000-18.000 0 16,1.000-1.000 0-16,-1.000 2.000 0 0,0.000 1.000 0 0,0.000-1.000 0 16,0.000 0.000 0-16,1.000 1.000 0 0,-1.000 0.000 0 0,1.000-1.000 0 15,-1.000 0.000 0-15,1.000 0.000 0 0,-1.000-1.000 128 0,0.000-1.000-128 0,0.000 1.000 0 16,1.000 0.000 0-16,0.000-1.000 0 0,-1.000 0.000 0 0,0.000 1.000 0 0,2.000 0.000 128 15,-1.000-1.000-128-15,-1.000-1.000 0 16,-2.000-2.000 144-16,-3.000-17.000-144 0,10.000 33.000 0 0,-10.000-33.000 128 0,11.000 30.000-128 0,-11.000-30.000 0 16,9.000 33.000 0-16,-9.000-33.000 192 0,11.000 34.000-192 0,-11.000-34.000 192 15,10.000 34.000-192-15,-10.000-34.000 160 0,11.000 36.000-160 16,-11.000-36.000 128-16,10.000 32.000-128 0,-10.000-32.000 128 0,8.000 29.000-128 16,-8.000-29.000 0-16,9.000 27.000 128 0,-5.000-12.000-128 0,-4.000-15.000 0 0,6.000 24.000 144 0,-3.000-13.000-144 0,-1.000 1.000 128 15,1.000-1.000-128-15,0.000 0.000 160 16,-3.000-11.000-160-16,5.000 21.000 192 0,-5.000-21.000-64 0,5.000 21.000-128 15,-2.000-10.000 192-15,0.000 0.000-192 0,1.000 2.000 176 16,-4.000-13.000-176-16,7.000 22.000 160 0,-7.000-22.000-160 0,5.000 23.000 0 16,-5.000-23.000 0-16,7.000 21.000 0 0,-7.000-21.000 0 0,5.000 18.000 0 0,-5.000-18.000 0 15,6.000 17.000 0-15,-5.000-10.000 0 0,-1.000-7.000 0 0,2.000 15.000 0 0,0.000-7.000 128 16,-2.000-8.000-128-16,3.000 16.000 0 0,-2.000-9.000 0 0,-1.000 2.000 0 16,2.000-2.000 0-16,-2.000-1.000 0 0,2.000 2.000 0 0,-1.000-2.000 0 15,-1.000-1.000 0-15,2.000 0.000 0 0,-2.000 1.000 0 0,0.000-2.000 0 16,0.000 0.000 0-16,2.000 0.000 0 0,-2.000 0.000 0 0,1.000 1.000 0 15,-1.000 0.000 0-15,0.000-1.000 0 0,0.000-1.000 0 0,0.000 1.000 0 16,0.000-1.000 0-16,3.000 0.000 0 0,-3.000 2.000 128 0,0.000-1.000-128 16,0.000-1.000 0-16,0.000 0.000 0 0,0.000 1.000 0 0,0.000-1.000 0 0,0.000 0.000 0 0,0.000 1.000 0 15,0.000-1.000 0-15,0.000 0.000 128 16,2.000 1.000-128-16,-2.000 0.000 0 0,1.000 0.000 0 0,-1.000 0.000 128 0,0.000 1.000-128 0,2.000 0.000 0 16,-2.000 0.000 0-16,2.000 0.000 0 0,-1.000 1.000 0 0,-1.000-2.000 0 15,2.000 1.000 0-15,-1.000 0.000 0 0,1.000-1.000 144 0,-2.000 0.000-144 16,0.000 1.000 160-16,0.000-2.000-160 0,2.000 0.000 336 0,-2.000-1.000-16 15,0.000 0.000-16-15,0.000-1.000 0 16,0.000 0.000 256-16,0.000-1.000 48 0,0.000 0.000 16 0,-2.000 0.000 0 0,4.000-1.000-48 0,-4.000 1.000-16 16,2.000 0.000 0-16,0.000 0.000 0 0,0.000 0.000-256 0,0.000 0.000-48 15,0.000 0.000-16-15,0.000 1.000 0 0,0.000-1.000-240 0,0.000 0.000 0 16,2.000 0.000 0-16,-2.000 0.000 0 0,0.000 0.000 0 0,0.000 1.000 0 16,1.000 0.000-160-16,-1.000 1.000 160 0,0.000-1.000 0 0,0.000 1.000-160 15,2.000 1.000 160-15,-2.000 0.000 0 0,0.000 0.000 0 0,2.000-1.000 0 16,-2.000 1.000 0-16,1.000-1.000 0 0,-1.000-1.000 0 0,0.000 0.000 0 0,0.000 0.000 0 0,0.000 0.000 0 15,0.000-1.000 0-15,0.000-1.000 0 0,0.000 1.000 0 0,-1.000-1.000 0 16,1.000-1.000 0-16,0.000-1.000 0 16,0.000-3.000 0-16,0.000-3.000-13360 0</inkml:trace>
  <inkml:trace contextRef="#ctx0" brushRef="#br0">6681.000 10368.000 2751 0,'0.000'-1.000'256'0,"0.000"0.000"-256"0,0.000 0.000 0 16,0.000 1.000 0-16,0.000 0.000 384 0,0.000 0.000 16 0,0.000-1.000 16 0,0.000 0.000 0 0,-1.000 0.000 608 0,1.000 0.000 128 0,0.000 0.000 32 0,0.000 1.000 0 0,-2.000-1.000 0 0,2.000 1.000 0 15,0.000-1.000 0-15,0.000 1.000 0 0,0.000 0.000-240 0,0.000 0.000-48 16,0.000 0.000-16-16,0.000 0.000 0 0,0.000 0.000 0 0,2.000 1.000 0 15,-2.000 0.000 0-15,0.000 1.000 0 0,1.000-1.000-592 0,-1.000 1.000-112 16,0.000 0.000-32-16,2.000 0.000 0 0,-2.000 1.000-144 0,2.000 0.000 192 16,-1.000 2.000-192-16,-1.000-1.000 192 0,2.000 0.000 192 0,-2.000 0.000 32 0,3.000 1.000 16 15,-3.000 3.000 0-15,2.000-1.000-176 0,1.000 1.000-16 16,-1.000 1.000-16-16,0.000 0.000 0 0,2.000 1.000-64 0,-3.000 2.000-16 16,3.000 0.000 0-16,-1.000 3.000 0 0,0.000 1.000 16 0,0.000 0.000 0 15,2.000 2.000 0-15,0.000 2.000 0 0,-2.000-1.000-160 16,2.000 1.000 0-16,0.000 0.000 0 0,0.000 0.000 0 0,-1.000 0.000 0 0,1.000 1.000 0 0,0.000 0.000 144 0,0.000 2.000-144 15,1.000 3.000 0-15,0.000 2.000 144 0,1.000 3.000-144 0,1.000 0.000 0 16,0.000 0.000 128-16,-2.000-2.000-128 0,1.000 1.000 0 0,-1.000 0.000 0 16,0.000-4.000 128-16,-1.000-1.000-128 0,2.000 0.000 0 0,-2.000-2.000 0 15,1.000-2.000 0-15,-1.000 0.000 0 0,1.000 1.000 0 0,-1.000-1.000 0 16,1.000-2.000 0-16,-1.000 1.000 0 0,0.000 2.000 0 0,1.000 0.000 0 16,2.000 0.000 0-16,-1.000 0.000 0 0,-1.000 1.000 0 0,1.000 1.000 0 0,0.000 1.000 0 15,1.000 1.000 0-15,1.000-1.000 0 0,-2.000 0.000 0 0,1.000-1.000 0 0,-1.000-4.000 0 16,1.000 1.000 0-16,-3.000-1.000 0 0,1.000 1.000 0 15,-1.000 0.000 0-15,3.000 0.000 0 0,-8.000-21.000 0 0,8.000 33.000 0 0,-8.000-33.000 0 16,11.000 37.000 0-16,-5.000-16.000 0 0,-1.000-2.000 0 0,0.000 1.000 0 16,-5.000-20.000 0-16,11.000 37.000 0 0,-8.000-20.000 0 0,2.000 1.000 0 15,-2.000-1.000 128-15,-3.000-17.000-128 0,9.000 31.000 0 0,-5.000-16.000 0 0,-4.000-15.000 0 16,7.000 29.000 0-16,-7.000-29.000 0 0,6.000 26.000 0 0,-6.000-26.000 0 16,5.000 24.000 0-16,-5.000-24.000 0 0,6.000 23.000 0 15,-6.000-23.000 0-15,7.000 26.000 0 0,-7.000-26.000 0 0,6.000 24.000 0 0,-6.000-24.000-128 16,5.000 21.000 128-16,-5.000-21.000 0 0,3.000 18.000 0 0,-3.000-18.000 0 0,5.000 14.000 0 15,-4.000-7.000 0-15,-1.000-1.000 0 0,2.000 0.000 0 16,-2.000 1.000 0-16,1.000 3.000 0 0,-1.000-10.000 0 0,5.000 21.000 0 16,-3.000-9.000 0-16,-2.000-12.000 0 0,5.000 27.000 0 0,-5.000-27.000 0 15,8.000 28.000 0-15,-8.000-28.000 0 0,6.000 29.000 0 0,-6.000-29.000 0 16,7.000 27.000 0-16,-7.000-27.000 0 0,6.000 26.000 0 16,-6.000-26.000 0-16,8.000 26.000 0 0,-8.000-26.000 128 0,6.000 26.000-128 0,-6.000-26.000 0 0,7.000 25.000 0 15,-7.000-25.000 0-15,6.000 24.000 0 0,-6.000-24.000 0 0,6.000 23.000 0 16,-6.000-23.000 0-16,5.000 23.000 0 0,-5.000-23.000 0 0,5.000 21.000 0 0,-5.000-21.000 0 0,0.000 0.000 0 15,8.000 28.000 0-15,-8.000-28.000 0 0,0.000 0.000 0 0,5.000 26.000 0 16,-5.000-26.000 0-16,0.000 0.000 0 0,6.000 24.000 0 16,-6.000-24.000 0-16,0.000 0.000 0 0,5.000 23.000 0 0,-5.000-23.000 0 0,2.000 16.000 0 15,-2.000-16.000 128-15,0.000 0.000-128 16,6.000 22.000 0-16,-6.000-22.000 0 0,0.000 0.000 0 0,5.000 22.000 0 0,-5.000-22.000 0 16,0.000 0.000 0-16,5.000 22.000 0 0,-5.000-22.000 0 15,0.000 0.000 0-15,6.000 22.000 0 0,-6.000-22.000 0 0,0.000 0.000 0 0,5.000 21.000 0 16,-5.000-21.000 0-16,0.000 0.000 0 0,5.000 20.000 0 0,-5.000-20.000 0 15,0.000 0.000 0-15,1.000 18.000 0 0,-1.000-18.000 0 0,0.000 0.000 0 16,2.000 18.000 0-16,-2.000-18.000 0 0,0.000 0.000 0 0,3.000 16.000 0 16,-3.000-16.000 0-16,0.000 0.000 128 0,0.000 0.000-128 0,3.000 21.000 0 0,-3.000-21.000 0 15,0.000 0.000 0-15,0.000 0.000 0 0,7.000 25.000 0 0,-7.000-25.000 0 0,0.000 0.000 0 16,6.000 24.000 0-16,-6.000-24.000 0 0,0.000 0.000 0 16,8.000 24.000 0-16,-8.000-24.000 0 0,0.000 0.000 0 0,0.000 0.000 0 15,8.000 25.000 0-15,-8.000-25.000 0 0,0.000 0.000 128 0,5.000 23.000-128 0,-5.000-23.000 0 16,0.000 0.000 0-16,0.000 0.000 0 0,6.000 21.000 0 0,-6.000-21.000 0 15,0.000 0.000 0-15,0.000 0.000 256 0,3.000 17.000-48 0,-3.000-17.000-16 16,0.000 0.000 0-16,0.000 0.000 464 0,4.000 20.000 96 16,-4.000-20.000 16-16,0.000 0.000 0 0,1.000 16.000-576 0,-1.000-16.000-192 15,0.000 0.000 144-15,0.000 0.000-144 0,5.000 23.000 0 0,-5.000-23.000 128 16,0.000 0.000-128-16,8.000 22.000 0 0,-8.000-22.000 0 0,0.000 0.000 0 0,6.000 24.000 128 16,-6.000-24.000-128-16,0.000 0.000 0 0,9.000 28.000 0 0,-9.000-28.000 0 15,0.000 0.000 0-15,9.000 27.000 0 0,-9.000-27.000 0 0,0.000 0.000 0 16,6.000 22.000 128-16,-6.000-22.000-128 0,0.000 0.000 0 0,0.000 0.000 144 0,5.000 20.000-144 0,-5.000-20.000 0 15,0.000 0.000 0-15,0.000 0.000 0 0,0.000 0.000 0 16,0.000 0.000 0-16,0.000 0.000 144 0,0.000 0.000-144 0,0.000 0.000 0 0,0.000 0.000 128 16,0.000 0.000-128-16,0.000 0.000 0 0,0.000 0.000 0 15,0.000 14.000 0-15,0.000-14.000 0 0,0.000 0.000 0 0,0.000 0.000 0 16,0.000 0.000 0-16,4.000 17.000 0 0,-4.000-17.000 0 0,0.000 0.000-144 16,0.000 0.000 144-16,0.000 0.000 0 0,3.000 19.000 0 0,-3.000-19.000 0 15,0.000 0.000 0-15,0.000 0.000 0 0,0.000 0.000 0 0,0.000 0.000 0 16,0.000 0.000 0-16,0.000 0.000 0 0,0.000 0.000-144 0,0.000 0.000-12560 15</inkml:trace>
  <inkml:trace contextRef="#ctx0" brushRef="#br1">4419.000 11769.000 911 0,'-1.000'-1.000'0'16,"-1.000"0.000"0"-16,2.000 1.000 0 0,0.000-1.000 0 0,0.000 1.000 2576 0,0.000 0.000 432 0,0.000 0.000 96 0,0.000 0.000 16 0,0.000 0.000-1360 0,-2.000 0.000-272 0,2.000 1.000-48 0,0.000-1.000-16 0,2.000 0.000-496 0,-4.000 0.000-96 0,4.000 0.000-32 0,-4.000 0.000 0 0,2.000 1.000-256 0,0.000-1.000-48 31,0.000 1.000-16-31,0.000-1.000 0 0,-2.000 1.000 208 0,2.000 0.000 32 0,0.000 0.000 16 0,0.000 0.000 0 16,-2.000 1.000-32-16,2.000 0.000 0 0,-1.000 0.000 0 0,-1.000 0.000 0 15,0.000 1.000-224-15,2.000 0.000-48 0,-3.000 1.000-16 0,1.000 0.000 0 0,-1.000 1.000-32 0,1.000-1.000-16 16,-1.000-1.000 0-16,2.000 0.000 0 16,-1.000 0.000-112-16,2.000-1.000 0 0,0.000 0.000-16 0,-3.000 0.000 0 15,3.000-1.000-80-15,-1.000-1.000-16 0,1.000 1.000 0 0,-2.000 1.000 0 0,2.000-2.000-144 0,0.000 0.000 128 16,0.000 0.000-128-16,0.000 0.000 128 16,0.000 1.000 64-16,0.000-1.000 0 0,0.000 0.000 0 0,0.000 0.000 0 0,0.000 0.000-192 0,0.000 1.000 192 0,0.000-1.000-192 0,0.000 0.000 192 31,0.000 0.000-192-31,0.000 0.000 0 0,0.000 0.000 0 0,0.000 0.000 0 15,0.000-1.000 0-15,0.000 1.000 0 0,0.000 0.000 128 0,0.000 0.000-128 16,0.000 0.000 0-16,0.000 0.000 0 0,0.000 0.000 0 0,0.000 0.000 0 0,0.000 0.000 0 0,0.000 0.000 0 0,0.000 0.000 0 0,0.000 0.000 0 16,0.000 0.000 0-16,0.000 0.000 0 15,0.000 0.000 0-15,0.000 0.000 0 0,0.000 0.000-176 0,0.000 0.000 176 0,0.000 0.000-128 0,0.000 1.000 128 16,0.000-1.000 0-16,0.000 0.000 0 16,0.000 0.000 0-16,0.000 1.000 0 0,0.000-1.000 0 0,0.000 0.000 0 0,0.000 1.000 0 15,0.000 0.000-128-15,0.000 1.000 128 0,0.000 0.000 0 0,-2.000 1.000 0 16,2.000 0.000-128-16,0.000 0.000 128 0,-1.000 3.000 0 0,-1.000-1.000 0 0,0.000 1.000 128 15,1.000 1.000-128-15,-1.000 2.000 0 16,0.000 1.000 0-16,-1.000 1.000 0 0,0.000 1.000 0 0,-1.000 0.000 0 0,0.000 0.000 0 0,1.000 2.000 0 0,-2.000-1.000 0 0,2.000 1.000 0 31,-2.000 1.000 0-31,1.000 1.000 0 0,-1.000 1.000 0 0,0.000-2.000 0 0,0.000 1.000 0 0,0.000-1.000 0 16,1.000-2.000 0-16,0.000-1.000 0 0,1.000-3.000 0 0,0.000-1.000 0 16,-1.000-1.000 0-16,3.000-3.000 0 0,1.000-1.000 0 15,-2.000-1.000 128-15,2.000-2.000-128 0,0.000 0.000 0 0,0.000 0.000 0 16,0.000 0.000 0-16,0.000-1.000 0 0,0.000 1.000 0 0,0.000-1.000 0 0,0.000 0.000 0 15,0.000 1.000 0-15,0.000-1.000-160 0,-1.000 0.000 160 0,1.000 1.000 0 16,0.000-1.000-400-16,-2.000 0.000 16 0,-1.000-2.000 16 0,0.000-3.000-8912 16,1.000 1.000-1792-16</inkml:trace>
  <inkml:trace contextRef="#ctx0" brushRef="#br1">4212.000 11910.000 4607 0,'0.000'-2.000'400'0,"0.000"-1.000"-400"0,0.000 2.000 0 0,0.000 1.000 0 0,0.000-1.000 1136 0,0.000 1.000 144 0,0.000-2.000 16 0,1.000 0.000 16 0,-1.000-1.000 1456 0,0.000 0.000 304 0,2.000 0.000 48 0,1.000 1.000 16 0,2.000 1.000-1600 0,-2.000 0.000-304 16,-3.000 1.000-64-16,0.000 0.000-16 0,0.000 0.000-16 0,0.000 0.000-16 16,49.000 13.000 0-16,-49.000-13.000 0 0,0.000 0.000-400 0,0.000 0.000-80 15,53.000 23.000 0-15,-53.000-23.000-16 0,0.000 0.000-304 0,0.000 0.000-48 16,50.000 22.000-16-16,-50.000-22.000 0 0,0.000 0.000-128 0,0.000 0.000-128 15,43.000 20.000 144-15,-43.000-20.000-144 0,0.000 0.000 0 0,0.000 0.000 0 16,0.000 0.000 0-16,0.000 0.000 0 0,0.000 0.000 0 0,48.000 27.000 0 16,-45.000-25.000 0-16,2.000 0.000 0 0,-1.000 0.000 0 15,-1.000 0.000 0-15,-1.000-1.000 0 0,0.000 0.000 0 0,1.000 0.000 0 16,-1.000 0.000 0-16,0.000 0.000 0 0,-1.000 0.000 0 0,1.000-1.000-144 0,0.000 1.000 144 16,-1.000-1.000 0-16,1.000 0.000-144 15,1.000 0.000-240-15,-1.000-1.000-32 0</inkml:trace>
  <inkml:trace contextRef="#ctx0" brushRef="#br1">4829.000 11496.000 15663 0,'0.000'-2.000'1392'0,"-2.000"0.000"-1120"15,2.000 1.000-272-15,0.000 1.000 0 0,0.000 0.000 880 0,0.000 0.000 112 16,0.000-2.000 32-16,-1.000 1.000 0 0,-1.000-1.000 1664 0,2.000-1.000 352 16,0.000 1.000 64-16,-3.000 0.000 16 0,3.000 2.000-1584 0,0.000-1.000-320 15,0.000 1.000-64-15,-1.000 0.000-16 0,1.000 1.000-624 0,-2.000 1.000-112 16,2.000 1.000-16-16,-2.000 2.000-16 0,1.000 1.000-240 0,-1.000 1.000-128 0,-1.000 4.000 160 0,0.000 0.000-160 15,-1.000 1.000 0-15,1.000 1.000 128 16,-3.000 1.000-128-16,3.000 2.000 0 0,-2.000 1.000 144 0,0.000 1.000-16 0,0.000 0.000 0 0,-1.000-1.000 0 16,1.000 0.000-128-1,0.000-1.000 128-15,0.000-1.000-128 0,2.000-1.000 128 0,-3.000-2.000-128 0,3.000 0.000 0 0,1.000-1.000 0 0,-3.000-1.000 0 16,2.000-2.000 0-16,0.000-1.000 0 0,-1.000 0.000 0 16,0.000-2.000 0-16,1.000 1.000-128 0,1.000-2.000 128 0,-1.000-1.000 0 15,1.000 0.000 0-15,1.000-1.000-768 0,-1.000-1.000-64 0,0.000-1.000-32 16,-1.000 0.000-14624-16</inkml:trace>
  <inkml:trace contextRef="#ctx0" brushRef="#br1">4637.000 11579.000 11055 0,'0.000'-1.000'976'0,"0.000"1.000"-784"15,0.000 0.000-192-15,0.000 0.000 0 0,0.000 0.000 1136 0,0.000 0.000 176 0,0.000 0.000 32 0,2.000 0.000 16 31,-1.000 1.000 368-31,1.000-1.000 64 0,-2.000 0.000 0 0,0.000 0.000 16 0,0.000 0.000-1200 0,0.000 0.000-240 16,0.000 0.000-48-16,0.000 0.000-16 16,51.000 21.000 80-16,-51.000-21.000 32 0,0.000 0.000 0 0,0.000 0.000 0 0,50.000 23.000-272 0,-50.000-23.000-144 15,0.000 0.000 160-15,0.000 0.000-160 0,54.000 26.000 0 0,-54.000-26.000 0 0,0.000 0.000 0 0,43.000 22.000 0 16,-43.000-22.000-128-16,0.000 0.000 128 0</inkml:trace>
  <inkml:trace contextRef="#ctx0" brushRef="#br1">5363.000 11303.000 11967 0,'0.000'-2.000'1072'15,"-1.000"1.000"-864"-15,1.000 0.000-208 0,0.000 1.000 0 0,0.000 0.000 1264 0,0.000 0.000 208 0,-2.000-1.000 32 0,2.000 0.000 16 0,0.000 0.000 1120 0,-2.000 0.000 240 0,2.000 0.000 32 0,-1.000 1.000 16 16,-1.000 1.000-1376-16,2.000 0.000-272 0,-1.000 1.000-48 0,-1.000 2.000-16 16,-1.000 2.000-688-16,0.000 1.000-144 0,0.000 3.000-16 0,-1.000 1.000-16 15,1.000 3.000-224-15,0.000 0.000-128 0,-2.000 4.000 128 0,1.000 0.000-128 0,0.000 0.000 256 0,-1.000-1.000-32 16,2.000-1.000 0-16,-2.000-1.000 0 0,2.000-1.000-32 0,-1.000 0.000 0 15,0.000-1.000 0-15,-1.000 0.000 0 0,2.000-1.000-192 0,-2.000 1.000 0 16,2.000 1.000 0-16,-3.000-2.000 0 0,4.000 0.000 0 0,-3.000-1.000 0 16,0.000 0.000 0-16,2.000 1.000-160 0,-3.000-3.000 160 0,3.000 0.000-128 0,-2.000-3.000 128 15,3.000-2.000-128 1,-1.000-1.000-880-16,1.000-2.000-160 0,1.000-1.000-48 16,-1.000-1.000-13072-16</inkml:trace>
  <inkml:trace contextRef="#ctx0" brushRef="#br1">5184.000 11468.000 4607 0,'0.000'-3.000'400'0,"-3.000"1.000"-400"0,3.000 1.000 0 0,0.000-1.000 0 16,0.000 2.000 1872-16,0.000-1.000 304 0,0.000-1.000 48 0,0.000-1.000 16 15,0.000 0.000 864-15,-1.000-1.000 176 0,1.000 1.000 48 0,0.000 1.000 0 16,1.000 0.000-1520-16,-1.000 1.000-288 0,3.000 0.000-64 0,0.000 1.000-16 16,0.000 1.000-928-16,-3.000-1.000-176 0,0.000 0.000-32 0,0.000 0.000-16 15,0.000 0.000 144-15,0.000 0.000 16 0,48.000 17.000 16 0,-48.000-17.000 0 16,0.000 0.000-208-16,0.000 0.000-32 0,42.000 20.000-16 0,-42.000-20.000 0 15,0.000 0.000-208-15,0.000 0.000 0 0,48.000 29.000 0 0,-48.000-29.000 0 16,0.000 0.000-256-16,37.000 27.000-64 0</inkml:trace>
  <inkml:trace contextRef="#ctx0" brushRef="#br1">5831.000 11659.000 23039 0,'0.000'0.000'2048'0,"-2.000"0.000"-1648"16,2.000 0.000-400-16,0.000 0.000 0 0,0.000 0.000 528 0,0.000 0.000 32 0,0.000 0.000 0 0,0.000 1.000 0 0,0.000-1.000 944 0,-2.000 2.000 192 0,-1.000 0.000 32 0,2.000 2.000 16 0,-3.000 1.000-1248 0,1.000 3.000-256 16,0.000-1.000-48-16,-2.000 2.000-16 0,0.000 3.000-176 0,1.000 0.000 0 15,-1.000 3.000 0-15,0.000 1.000 128 0,-1.000 0.000 80 0,1.000 1.000 16 16,0.000 2.000 0-16,0.000 0.000 0 0,2.000-2.000 288 0,-2.000 1.000 64 16,0.000-2.000 16-16,4.000-2.000 0 0,-2.000 0.000-368 0,-1.000-1.000-80 15,1.000 0.000-16-15,3.000-13.000 0 0,-3.000 20.000-128 0,3.000-20.000 0 16,-5.000 14.000 0-16,5.000-14.000 0 0,0.000 0.000 0 0,-3.000 12.000-176 0,3.000-10.000 176 15,-2.000-1.000-128-15,2.000-1.000-16 0,0.000 0.000 0 0,0.000 0.000 0 0,-1.000-1.000-15344 16</inkml:trace>
  <inkml:trace contextRef="#ctx0" brushRef="#br1">5691.000 11752.000 3679 0,'0.000'-3.000'320'0,"0.000"2.000"-320"15,0.000 1.000 0-15,0.000 0.000 0 0,0.000 0.000 1872 0,0.000 0.000 304 0,0.000 0.000 64 0,0.000-1.000 16 16,2.000 1.000 752-16,-1.000-1.000 128 0,-1.000 1.000 48 0,0.000 0.000 0 16,0.000 0.000-1360-16,0.000 0.000-272 0,0.000 0.000-48 0,0.000 0.000-16 0,39.000 27.000-288 0,-39.000-27.000-64 15,0.000 0.000-16-15,0.000 0.000 0 0,35.000 32.000-528 16,-35.000-32.000-96-16,0.000 0.000-32 0,0.000 0.000 0 0,32.000 31.000-224 0,-32.000-31.000-48 16,0.000 0.000-16-16,0.000 0.000 0 0,0.000 0.000-176 0,37.000 35.000 0 15,-37.000-35.000 0-15,0.000 0.000 0 0,0.000 0.000 0 0,0.000 0.000 0 16,30.000 34.000 0-16,-30.000-34.000 0 0,0.000 0.000-160 0,0.000 0.000 160 15,0.000 0.000 0-15,19.000 34.000-10368 16,-19.000-34.000-1984-16</inkml:trace>
  <inkml:trace contextRef="#ctx0" brushRef="#br1">5163.000 11542.000 9215 0,'0.000'0.000'816'0,"0.000"0.000"-656"0,0.000 0.000-160 0,0.000 0.000 0 0,0.000 0.000 576 0,0.000-1.000 96 0,0.000 1.000 16 0,0.000-1.000 0 0,-1.000 1.000 992 15,1.000-1.000 208-15,0.000 0.000 32 0,-2.000-1.000 16 0,2.000 1.000-464 0,0.000-2.000-112 16,0.000 2.000-16-16,0.000-1.000 0 0,0.000 1.000-80 0,0.000 0.000-32 16,0.000 0.000 0-16,0.000 0.000 0 0,2.000 0.000-336 0,-2.000 1.000-64 15,1.000-1.000 0-15,-1.000 0.000-16 0,2.000 1.000-496 0,-1.000 0.000-80 0,1.000-1.000-32 16,1.000 1.000 0-16,2.000-1.000-208 0,-5.000 1.000 0 0,0.000 0.000 0 0,0.000 0.000-160 16,29.000-6.000 160-16,-29.000 6.000 0 15,0.000 0.000 0-15,35.000-13.000-128 0,-35.000 13.000 128 0,24.000-10.000 0 16,-24.000 10.000 0-16,26.000-13.000 128 0,-15.000 7.000-128 0,-11.000 6.000 192 15,23.000-12.000-64-15,-23.000 12.000 0 0,0.000 0.000-128 0,28.000-10.000 0 0,-28.000 10.000 0 16,0.000 0.000 128-16,0.000 0.000-128 0,0.000 0.000 0 16,32.000-4.000 0-16,-32.000 4.000 0 0,0.000 0.000-144 0,0.000 0.000 144 0,0.000 0.000-160 0,0.000 0.000 160 15,0.000 0.000-144-15,0.000 0.000 144 16,0.000 0.000-128-16,0.000 0.000-13856 0</inkml:trace>
  <inkml:trace contextRef="#ctx0" brushRef="#br1">5674.000 11898.000 3679 0,'0.000'-1.000'320'0,"0.000"1.000"-320"0,0.000 0.000 0 0,-2.000-1.000 0 0,2.000 1.000 2992 0,0.000 0.000 528 0,0.000 0.000 96 15,0.000-1.000 32-15,0.000-1.000-848 0,0.000 1.000-176 0,0.000 0.000-16 0,0.000 0.000-16 0,2.000-1.000-1008 0,-2.000 0.000-208 0,1.000 1.000-32 0,-1.000-2.000-16 0,2.000 1.000-560 16,1.000-1.000-96-16,-1.000 0.000-32 0,-1.000 0.000 0 0,-1.000 3.000-224 0,0.000 0.000-48 16,0.000 0.000-16-16,16.000-13.000 0 0,-16.000 13.000 32 0,0.000 0.000 16 15,0.000 0.000 0-15,19.000-13.000 0 0,-19.000 13.000-112 0,0.000 0.000-32 16,0.000 0.000 0-16,24.000-10.000 0 0,-24.000 10.000-16 0,0.000 0.000-16 16,21.000-10.000 0-16,-21.000 10.000 0 0,18.000-11.000-224 0,-18.000 11.000 176 15,22.000-13.000-176-15,-22.000 13.000 160 0,23.000-15.000-160 0,-23.000 15.000 0 16,22.000-16.000 144-16,-22.000 16.000-144 0,23.000-14.000 0 0,-14.000 5.000 0 0,-9.000 9.000 0 15,19.000-12.000 0-15,-19.000 12.000 0 0,0.000 0.000 0 0,24.000-13.000 0 0,-24.000 13.000 0 16,0.000 0.000 0-16,0.000 0.000 0 0,0.000 0.000 0 0,0.000 0.000 0 16,0.000 0.000 0-16,0.000 0.000 0 0,0.000 0.000 0 0,0.000 0.000-128 15,0.000 0.000-192-15,0.000 0.000-48 0,0.000 0.000 0 0,16.000 36.000-16112 16</inkml:trace>
  <inkml:trace contextRef="#ctx0" brushRef="#br1">4632.000 11693.000 14735 0,'0.000'0.000'1312'0,"0.000"0.000"-1056"0,0.000 0.000-256 0,0.000 0.000 0 0,0.000 0.000 1136 0,0.000 0.000 160 0,0.000 0.000 48 0,0.000 0.000 0 0,-2.000 0.000 0 0,2.000 1.000 0 0,0.000-1.000 0 16,0.000 0.000 0-16,0.000 0.000-992 0,0.000 0.000-192 0,2.000-1.000-32 0,0.000 1.000-128 0,-1.000-1.000 0 0,1.000 0.000 0 16,1.000-1.000 0-16,2.000-2.000 0 0,2.000 0.000 944 0,0.000-2.000 80 15,2.000 0.000 0-15,-1.000 0.000 16 16,1.000-1.000-144-16,1.000-1.000-16 0,1.000 0.000-16 0,-3.000 1.000 0 0,2.000-1.000-288 0,-1.000 1.000-64 16,-1.000 2.000-16-16,3.000 0.000 0 0,-3.000-1.000-272 0,0.000 1.000-48 0,3.000 0.000-16 0,-4.000 1.000 0 0,1.000 0.000-160 15,1.000-1.000 0 1,-4.000 2.000 0-16,-5.000 3.000 0 0,0.000 0.000 0 0,0.000 0.000 0 15,0.000 0.000-128-15,0.000 0.000 128 0,31.000-7.000 0 0,-28.000 7.000 0 16,-1.000 0.000-144-16,-1.000 1.000 144 0,2.000 0.000 0 0,-1.000 0.000-192 16,-1.000 0.000 192-16,-1.000 1.000-160 15,0.000 2.000-800-15,0.000 3.000-176 0</inkml:trace>
  <inkml:trace contextRef="#ctx0" brushRef="#br1">4227.000 12041.000 2751 0,'-3.000'-3.000'256'15,"2.000"1.000"-256"-15,-1.000 1.000 0 0,2.000 0.000 0 0,0.000 1.000 1712 0,0.000 0.000 288 0,0.000 0.000 64 0,0.000-1.000 16 0,-3.000 0.000 272 0,3.000 0.000 48 0,0.000 0.000 16 0,-1.000-1.000 0 0,1.000 0.000-608 0,1.000 0.000-112 16,-1.000 0.000-32-16,0.000 0.000 0 0,3.000-1.000-448 0,-3.000 0.000-112 16,3.000 0.000-16-16,-1.000 0.000 0 0,-1.000 1.000-128 0,3.000-1.000-48 15,-1.000 0.000 0-15,0.000 0.000 0 0,2.000-1.000-48 0,0.000 0.000-16 0,1.000 0.000 0 0,1.000 0.000 0 16,2.000-1.000-272-16,-1.000 0.000-48 0,-8.000 5.000-16 0,24.000-12.000 0 0,-24.000 12.000-224 0,26.000-11.000-48 31,-26.000 11.000-16-31,27.000-12.000 0 0,-27.000 12.000-224 0,29.000-12.000 176 0,-29.000 12.000-176 0,27.000-12.000 160 0,-27.000 12.000-160 16,24.000-11.000 128-16,-24.000 11.000-128 0,0.000 0.000 128 0,28.000-12.000-128 15,-21.000 9.000 0-15,-7.000 3.000 0 0,0.000 0.000 128 16,0.000 0.000-128-16,0.000 0.000 0 0,0.000 0.000 0 0,0.000 0.000 0 16,0.000 0.000 0-16,0.000 0.000 0 0,0.000 0.000 0 0,0.000 0.000 0 15,0.000 0.000 0-15,0.000 0.000-144 0,0.000 0.000 144 0,0.000 0.000-17072 16</inkml:trace>
  <inkml:trace contextRef="#ctx0" brushRef="#br1">4361.000 12517.000 11967 0,'0.000'-1.000'1072'0,"-2.000"-1.000"-864"0,2.000 1.000-208 0,0.000 1.000 0 0,0.000 0.000 384 0,0.000 0.000 16 0,0.000-1.000 16 0,-2.000 0.000 0 0,2.000-1.000 656 0,0.000 1.000 128 0,-1.000 0.000 16 0,1.000 0.000 16 0,0.000 0.000-144 0,0.000 1.000-16 16,0.000 0.000-16-16,0.000 0.000 0 0,0.000 1.000 96 0,0.000-1.000 32 16,0.000 0.000 0-16,0.000 1.000 0 0,0.000-1.000-224 0,0.000 1.000-32 15,0.000 0.000-16-15,0.000 1.000 0 0,0.000 3.000-208 0,0.000 3.000-32 16,-2.000-1.000-16-16,2.000 3.000 0 0,-2.000 3.000-144 0,-1.000 3.000-16 16,1.000 2.000-16-16,-1.000 1.000 0 0,0.000 0.000-176 0,-3.000 0.000-48 15,3.000-1.000 0-15,-1.000 0.000 0 0,1.000-2.000-256 16,-2.000 0.000 128-16,2.000-1.000-128 0,-3.000-1.000 0 0,4.000-3.000 0 0,-1.000-1.000 0 15,1.000-2.000 0-15,-1.000-3.000 0 0,0.000 1.000 0 0,3.000-1.000 0 0,-3.000-3.000 0 0,1.000 0.000 0 32,-2.000 0.000-592-32,0.000-1.000-32 0,1.000 0.000 0 0,1.000 0.000-13968 0</inkml:trace>
  <inkml:trace contextRef="#ctx0" brushRef="#br1">4205.000 12649.000 14735 0,'0.000'0.000'640'0,"2.000"-1.000"160"0,-1.000 0.000-640 0,-1.000 0.000-160 0,2.000 0.000 0 0,-2.000 0.000 0 16,2.000 1.000 1904-16,1.000-1.000 336 0,0.000-1.000 80 0,-3.000 2.000 16 0,0.000 0.000-80 0,0.000 0.000-16 15,35.000-7.000 0-15,-35.000 7.000 0 0,0.000 0.000-944 0,0.000 0.000-192 16,45.000 5.000-32-16,-45.000-5.000-16 16,0.000 0.000-416-16,0.000 0.000-64 0,49.000 19.000-32 0,-49.000-19.000 0 0,0.000 0.000-384 0,0.000 0.000-160 15,45.000 25.000 128-15,-45.000-25.000-128 0,0.000 0.000 0 0,0.000 0.000 0 16,0.000 0.000 0-16,37.000 31.000 0 0,-37.000-31.000 0 0,0.000 0.000 0 0,0.000 0.000-176 0,0.000 0.000 176 31,0.000 0.000-960-31,21.000 31.000-96 0</inkml:trace>
  <inkml:trace contextRef="#ctx0" brushRef="#br1">4197.000 12764.000 10127 0,'2.000'-1.000'448'0,"-2.000"0.000"96"0,1.000 0.000-544 0,-1.000-1.000 0 0,2.000 1.000 0 15,-1.000 0.000 0-15,1.000 1.000 1056 0,1.000-2.000 96 0,-3.000 2.000 32 0,0.000 0.000 0 0,0.000 0.000 864 0,29.000-10.000 192 16,-29.000 10.000 16-16,0.000 0.000 16 0,0.000 0.000-1168 0,42.000-12.000-224 16,-42.000 12.000-48-16,0.000 0.000-16 15,32.000-9.000-464-15,-32.000 9.000-96 0,0.000 0.000 0 0,35.000-16.000-16 16,-35.000 16.000-240-16,21.000-12.000 176 0,-21.000 12.000-176 0,19.000-15.000 160 15,-10.000 7.000-160-15,1.000 0.000 0 0,-3.000-1.000-192 0,2.000 0.000-11584 0</inkml:trace>
  <inkml:trace contextRef="#ctx0" brushRef="#br1">4720.000 12320.000 11967 0,'0.000'-3.000'528'0,"0.000"1.000"112"0,0.000 1.000-512 0,0.000 0.000-128 0,0.000 1.000 0 0,0.000 0.000 0 0,0.000 0.000 1408 0,2.000-1.000 240 16,-2.000 1.000 48-16,0.000 0.000 16 0,0.000 0.000 1184 0,0.000 0.000 240 15,0.000 2.000 64-15,0.000 0.000 0 0,-2.000 3.000-2048 0,1.000 2.000-384 16,1.000 2.000-96-16,-2.000 1.000-16 0,-1.000 2.000-416 0,1.000 0.000-96 16,-1.000 1.000-16-16,0.000-1.000 0 15,1.000 2.000 48-15,-4.000 0.000 0 0,3.000 0.000 0 0,-2.000 0.000 0 16,0.000 0.000-48-16,2.000 1.000 0 0,-1.000-2.000 0 0,-3.000 1.000 0 0,2.000 0.000-128 0,0.000-2.000 0 16,2.000 0.000 0-16,-3.000-1.000 0 15,1.000 1.000-144-15,0.000-2.000 144 16,2.000 0.000-192-16,-2.000-1.000-9680 0,1.000-2.000-1952 15</inkml:trace>
  <inkml:trace contextRef="#ctx0" brushRef="#br1">4568.000 12489.000 9215 0,'2.000'-1.000'816'0,"-2.000"0.000"-656"0,0.000 0.000-160 0,2.000 0.000 0 0,-2.000 1.000 1392 0,0.000 0.000 240 0,1.000 0.000 48 0,-1.000-1.000 16 16,2.000 1.000 1136-16,-2.000-1.000 240 0,5.000 0.000 32 0,-1.000 1.000 16 15,-4.000 0.000-1552-15,0.000 0.000-304 16,0.000 0.000-64-16,0.000 0.000-16 0,0.000 0.000-112 0,42.000 13.000-32 0,-42.000-13.000 0 0,0.000 0.000 0 0,0.000 0.000-608 0,0.000 0.000-128 31,52.000 26.000-32-31,-52.000-26.000 0 0,0.000 0.000-272 0,0.000 0.000 0 16,0.000 0.000 0-16,46.000 25.000 0 0,-46.000-25.000 0 0,0.000 0.000 0 16,0.000 0.000 0-16,0.000 0.000 0 0,0.000 0.000-384 0,0.000 0.000 32 15,38.000 28.000 0-15,-38.000-28.000-15008 0</inkml:trace>
  <inkml:trace contextRef="#ctx0" brushRef="#br1">4573.000 12581.000 12895 0,'0.000'0.000'576'0,"0.000"0.000"112"0,0.000 0.000-560 0,-1.000 0.000-128 0,1.000 0.000 0 0,0.000-1.000 0 15,0.000 1.000 672-15,1.000 0.000 96 0,-1.000-1.000 32 0,2.000-1.000 0 16,1.000 0.000 656-16,1.000-2.000 128 0,1.000-2.000 16 0,0.000 1.000 16 16,0.000 0.000 64-16,2.000-1.000 16 0,2.000-4.000 0 0,-1.000 2.000 0 0,3.000 0.000 192 0,-3.000-1.000 32 15,2.000 2.000 16-15,-1.000 0.000 0 16,-9.000 7.000-2192-16,21.000-11.000-448 0,-21.000 11.000-96 0,0.000 0.000-16 0,29.000-12.000 576 0,-29.000 12.000 240 16,0.000 0.000-192-16,0.000 0.000 192 0,37.000-10.000-160 0,-37.000 10.000 160 15,0.000 0.000 0-15,0.000 0.000-9376 16,0.000 0.000-1760-16</inkml:trace>
  <inkml:trace contextRef="#ctx0" brushRef="#br1">4752.000 12964.000 21183 0,'0.000'0.000'1888'16,"0.000"0.000"-1504"-16,0.000 0.000-384 0,0.000 0.000 0 0,0.000 0.000 1760 0,0.000 0.000 288 0,0.000 0.000 48 0,0.000 0.000 16 0,0.000 1.000-96 0,0.000 0.000-16 0,0.000 2.000 0 0,0.000 2.000 0 15,0.000 5.000-1424-15,0.000 2.000-272 0,0.000 4.000-64 0,0.000 1.000-16 16,0.000 1.000-224-16,0.000 1.000 0 0,-3.000 0.000 0 0,3.000 0.000 0 15,-1.000-3.000 0-15,-1.000 0.000 0 0,-1.000 0.000 0 0,1.000-2.000 0 16,-1.000 1.000 0-16,1.000-2.000 0 0,1.000-1.000 0 0,-3.000 1.000 0 16,3.000-3.000 0-16,-1.000 1.000 0 0,-2.000 0.000 0 0,0.000-1.000 0 15,3.000 1.000 0-15,-1.000-4.000 0 0,1.000-1.000 0 0,-1.000-1.000 0 16,0.000-1.000-1600-16,1.000-3.000-256 0</inkml:trace>
  <inkml:trace contextRef="#ctx0" brushRef="#br1">4621.000 13151.000 11967 0,'0.000'-2.000'528'0,"0.000"0.000"112"0,0.000-1.000-512 0,0.000 2.000-128 16,0.000 1.000 0-16,0.000 0.000 0 0,2.000 0.000 1504 0,-2.000-1.000 272 16,3.000 0.000 48-16,1.000-1.000 16 0,-4.000 2.000 144 0,0.000 0.000 48 15,0.000 0.000 0-15,0.000 0.000 0 0,0.000 0.000-592 0,0.000 0.000-112 16,50.000 11.000-32-16,-50.000-11.000 0 0,0.000 0.000-448 0,0.000 0.000-80 15,0.000 0.000-32-15,44.000 18.000 0 0,-44.000-18.000-464 0,0.000 0.000-80 0,0.000 0.000-32 0,0.000 0.000 0 16,48.000 22.000-160-16,-48.000-22.000 0 0,0.000 0.000 0 0,0.000 0.000 0 16,0.000 0.000 0-16,48.000 24.000-176 15,-48.000-24.000 176-15,0.000 0.000-128 0,0.000 0.000-240 0,0.000 0.000-32 0,35.000 28.000-16 0,-35.000-28.000-14048 16</inkml:trace>
  <inkml:trace contextRef="#ctx0" brushRef="#br1">4642.000 13239.000 12607 0,'0.000'-1.000'272'0,"-2.000"0.000"64"0,2.000 1.000 16 0,0.000-1.000 0 0,0.000 1.000-352 0,0.000 0.000 0 16,0.000 0.000 0-16,0.000 0.000 0 0,0.000 0.000 1296 0,2.000-1.000 192 15,-2.000 0.000 48-15,3.000 0.000 0 0,0.000 0.000-704 0,-3.000 1.000-144 16,0.000 0.000-32-16,0.000 0.000 0 0,0.000 0.000-144 0,0.000 0.000-48 16,37.000-9.000 0-16,-37.000 9.000 0 0,0.000 0.000-256 0,27.000-13.000-48 15,-27.000 13.000-16-15,21.000-12.000 0 0,-21.000 12.000-144 0,22.000-14.000 128 0,-22.000 14.000-128 0,18.000-16.000 128 16,-18.000 16.000-128-16,18.000-14.000 0 0,-18.000 14.000 0 0,17.000-15.000-176 16,-17.000 15.000 176-16,13.000-12.000 0 15,-13.000 12.000-144-15,0.000 0.000 144 0,19.000-14.000-192 0,-15.000 11.000 16 16,0.000 0.000 16-16,-1.000 0.000-9696 0</inkml:trace>
  <inkml:trace contextRef="#ctx0" brushRef="#br1">5200.000 12746.000 16575 0,'-1.000'-1.000'736'0,"1.000"0.000"160"0,0.000 1.000-720 0,-2.000-1.000-176 0,2.000 1.000 0 0,0.000 0.000 0 16,0.000 0.000 1056-16,0.000 0.000 176 0,0.000 0.000 48 0,0.000 0.000 0 0,0.000 1.000 1408 0,0.000-1.000 272 15,0.000 2.000 64-15,0.000 0.000 16 16,-2.000 1.000-1952-16,2.000 1.000-400 0,-3.000 4.000-80 0,1.000 0.000-16 0,-1.000 2.000-336 0,0.000 1.000-64 16,0.000 0.000 0-16,0.000 3.000-16 0,1.000 0.000-176 0,-3.000 1.000 128 0,2.000 0.000-128 0,0.000-1.000 128 15,1.000 2.000-128-15,-1.000 0.000 0 0,0.000-1.000 144 0,0.000 1.000-144 16,1.000-3.000 0-16,-1.000 0.000 0 0,1.000-2.000 0 0,1.000 1.000 128 16,-1.000-2.000-128-16,0.000-1.000 0 15,1.000-2.000-128-15,-1.000-1.000 128 0,-1.000-2.000-320 0,3.000 1.000 0 0,-3.000-2.000 16 16,0.000-1.000-9920-16,1.000-1.000-1984 15</inkml:trace>
  <inkml:trace contextRef="#ctx0" brushRef="#br1">5066.000 12915.000 10127 0,'-2.000'-2.000'448'0,"2.000"1.000"96"0,0.000-1.000-544 0,0.000 1.000 0 15,0.000 1.000 0-15,0.000 0.000 0 0,0.000-1.000 1616 0,0.000 1.000 224 16,2.000-1.000 32-16,-2.000 0.000 16 15,1.000 0.000 864-15,1.000-1.000 192 0,1.000 1.000 16 0,-3.000 1.000 16 16,0.000 0.000-800-16,0.000 0.000-176 0,0.000 0.000-16 0,0.000 0.000-16 0,0.000 0.000-1776 0,48.000 13.000-336 16,-48.000-13.000-80-16,0.000 0.000-16 0,0.000 0.000 416 15,45.000 19.000 80-15,-45.000-19.000 0 0,0.000 0.000 16 16,0.000 0.000-272-16,45.000 18.000 128 0,-45.000-18.000-128 0,0.000 0.000 0 0,0.000 0.000 0 16,0.000 0.000 0-16,0.000 0.000 0 0,42.000 24.000 0 15,-42.000-24.000-656-15,0.000 0.000-96 0</inkml:trace>
  <inkml:trace contextRef="#ctx0" brushRef="#br1">5037.000 12982.000 12895 0,'0.000'-1.000'1152'0,"0.000"1.000"-928"15,0.000 0.000-224-15,0.000-1.000 0 0,0.000 1.000 832 0,0.000 0.000 112 0,3.000 0.000 16 0,-3.000-1.000 16 16,0.000-2.000 768-16,3.000 1.000 160 16,-1.000 0.000 16-16,1.000 0.000 16 0,0.000-1.000-816 0,2.000 0.000-160 0,-5.000 3.000-48 0,0.000 0.000 0 15,0.000 0.000-208-15,29.000-14.000-64 0,-29.000 14.000 0 0,0.000 0.000 0 16,34.000-13.000-512-16,-34.000 13.000-128 0,0.000 0.000 0 0,35.000-15.000 0 16,-35.000 15.000 0-16,24.000-10.000 0 0,-24.000 10.000-176 0,24.000-12.000 176 15,-24.000 12.000-368-15</inkml:trace>
  <inkml:trace contextRef="#ctx0" brushRef="#br1">5759.000 12526.000 20271 0,'0.000'0.000'1792'0,"0.000"-1.000"-1424"0,0.000 1.000-368 0,0.000 0.000 0 0,0.000 0.000 896 0,0.000 0.000 128 0,0.000 0.000 0 0,0.000 0.000 16 0,-2.000 0.000 1504 0,2.000-1.000 288 0,0.000 2.000 64 0,0.000-1.000 16 0,0.000 0.000-1632 0,0.000 0.000-320 15,0.000 1.000-64-15,0.000 0.000 0 0,0.000 2.000-640 0,0.000 0.000-112 16,-2.000 2.000-16-16,1.000 3.000-128 16,1.000 2.000 0-16,-2.000 1.000 0 0,-1.000 3.000 0 0,1.000-1.000 0 0,-1.000 0.000 0 0,0.000 1.000 0 15,-2.000 0.000 0-15,2.000 0.000 0 0,0.000-1.000 128 0,-2.000 1.000-128 0,2.000-1.000 0 0,-1.000-2.000 0 16,1.000-2.000 0-16,-3.000 0.000 0 0,3.000-1.000 0 16,-2.000-1.000 0-16,2.000 2.000 0 0,-1.000-3.000 0 15,-1.000-1.000 0-15,-2.000 1.000 0 0,4.000 0.000-256 0,-4.000-1.000-64 0,4.000 1.000-16 0,-3.000-2.000 0 31,1.000 2.000-2384-31,0.000-2.000-480 0</inkml:trace>
  <inkml:trace contextRef="#ctx0" brushRef="#br1">5584.000 12702.000 3679 0,'0.000'-2.000'320'0,"0.000"-1.000"-320"15,0.000 1.000 0-15,0.000 0.000 0 0,2.000 1.000 1664 0,-2.000 1.000 256 16,0.000 0.000 48-16,0.000-1.000 16 0,3.000-1.000 832 0,1.000-2.000 160 15,0.000 1.000 32-15,-4.000 3.000 16 16,0.000 0.000-1568-16,0.000 0.000-320 0,0.000 0.000-64 0,0.000 0.000-16 0,0.000 0.000-32 0,44.000 3.000-16 16,-44.000-3.000 0-16,0.000 0.000 0 0,0.000 0.000-240 0,0.000 0.000-32 15,44.000 20.000-16-15,-44.000-20.000 0 0,0.000 0.000-336 0,0.000 0.000-80 16,0.000 0.000-16-16,0.000 0.000 0 16,46.000 22.000-288-16,-46.000-22.000 0 0,0.000 0.000 0 0,0.000 0.000 0 0,0.000 0.000 0 0,0.000 0.000 0 0,0.000 0.000 0 0,0.000 0.000-144 15,44.000 20.000-16-15,-44.000-20.000 0 0,0.000 0.000 0 0,0.000 0.000-14144 16</inkml:trace>
  <inkml:trace contextRef="#ctx0" brushRef="#br1">5579.000 12780.000 10127 0,'0.000'-1.000'896'0,"0.000"-1.000"-704"16,0.000 1.000-192-16,0.000 0.000 0 0,0.000 1.000 1024 0,0.000-1.000 192 16,2.000-1.000 16-16,-2.000-1.000 16 0,2.000-1.000 992 0,1.000-2.000 208 15,0.000 1.000 48-15,3.000-1.000 0 0,-6.000 6.000-1200 0,12.000-10.000-224 16,-12.000 10.000-48-16,0.000 0.000-16 0,25.000-15.000-592 0,-25.000 15.000-112 16,0.000 0.000-32-16,33.000-14.000 0 0,-33.000 14.000-272 0,0.000 0.000 0 0,36.000-14.000-208 0,-36.000 14.000 80 15,22.000-12.000 128-15,-22.000 12.000 0 16,21.000-11.000-144-16,-21.000 11.000-8096 0,22.000-14.000-1616 0</inkml:trace>
  <inkml:trace contextRef="#ctx0" brushRef="#br1">6110.000 12337.000 14735 0,'0.000'-1.000'1312'0,"0.000"0.000"-1056"16,0.000 1.000-256-16,0.000 0.000 0 0,0.000 0.000 1216 0,0.000 0.000 176 0,0.000 0.000 32 0,0.000-1.000 16 15,0.000 0.000 1424-15,0.000 1.000 272 0,-1.000 0.000 64 0,1.000 0.000 16 16,0.000 1.000-1648-16,0.000-1.000-336 0,-2.000 2.000-64 0,2.000 1.000-16 16,-1.000 1.000-736-16,-1.000 2.000-160 15,0.000 3.000-16-15,1.000 0.000-16 0,-1.000 3.000-224 0,-2.000 0.000 0 0,0.000 2.000 0 0,1.000-1.000 0 16,0.000 1.000 160-16,-2.000-2.000-160 0,2.000 1.000 160 0,-2.000-3.000-160 16,0.000 1.000 128-16,2.000-2.000-128 15,1.000 1.000 0-15,-1.000-3.000 144 0,0.000 0.000-144 0,0.000 0.000 0 0,1.000 0.000 0 0,-2.000-1.000 0 16,2.000 1.000 0-16,-1.000 0.000-176 15,1.000-1.000 176-15,-1.000 1.000-16384 0</inkml:trace>
  <inkml:trace contextRef="#ctx0" brushRef="#br1">6000.000 12433.000 11055 0,'0.000'-1.000'976'0,"3.000"0.000"-784"15,-3.000 1.000-192-15,2.000 0.000 0 16,-2.000 0.000 576-16,1.000-1.000 80 0,-1.000 1.000 16 0,0.000 0.000 0 16,0.000 0.000 1184-16,0.000 0.000 224 0,0.000 0.000 48 0,0.000 0.000 16 0,0.000 0.000-704 15,39.000 5.000-144-15,-39.000-5.000-16 0,0.000 0.000-16 0,0.000 0.000-240 0,0.000 0.000-64 0,43.000 23.000 0 0,-43.000-23.000 0 16,0.000 0.000-576-16,0.000 0.000-112 16,0.000 0.000-16-16,37.000 28.000-16 0,-37.000-28.000-240 0,0.000 0.000 0 15,0.000 0.000 0-15,0.000 0.000 0 0,0.000 0.000-272 0,25.000 31.000-112 0,-25.000-31.000 0 0,0.000 0.000-12592 16</inkml:trace>
  <inkml:trace contextRef="#ctx0" brushRef="#br1">5994.000 12529.000 16575 0,'-2.000'-3.000'736'0,"2.000"1.000"160"0,0.000 0.000-720 0,0.000-1.000-176 0,0.000 2.000 0 0,0.000 0.000 0 0,0.000 0.000 832 0,2.000-2.000 144 16,-1.000 0.000 32-16,3.000-2.000 0 16,0.000 0.000 1104-16,1.000-2.000 240 0,-5.000 7.000 32 15,11.000-10.000 16-15,-11.000 10.000-1584 0,0.000 0.000-320 0,21.000-11.000-64 0,-21.000 11.000-16 0,0.000 0.000-416 16,29.000-10.000 0-16,-29.000 10.000 0 0,0.000 0.000 0 0,30.000-11.000 0 0,-30.000 11.000-144 0,0.000 0.000 144 16,30.000-11.000-8992-1,-30.000 11.000-1696-15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841"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841"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B83175-4722-4A10-8460-97CF65A54AB8}" type="datetimeFigureOut">
              <a:rPr lang="zh-CN" altLang="en-US" smtClean="0"/>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54CBFD-70A7-4979-A18C-0C8BAF40B62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B83175-4722-4A10-8460-97CF65A54AB8}" type="datetimeFigureOut">
              <a:rPr lang="zh-CN" altLang="en-US" smtClean="0"/>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54CBFD-70A7-4979-A18C-0C8BAF40B62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jpeg"/><Relationship Id="rId2" Type="http://schemas.openxmlformats.org/officeDocument/2006/relationships/tags" Target="../tags/tag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7.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image" Target="../media/image27.png"/><Relationship Id="rId7" Type="http://schemas.openxmlformats.org/officeDocument/2006/relationships/image" Target="../media/image26.pn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4.png"/><Relationship Id="rId12" Type="http://schemas.openxmlformats.org/officeDocument/2006/relationships/slideLayout" Target="../slideLayouts/slideLayout2.xml"/><Relationship Id="rId11" Type="http://schemas.openxmlformats.org/officeDocument/2006/relationships/image" Target="../media/image30.png"/><Relationship Id="rId10" Type="http://schemas.openxmlformats.org/officeDocument/2006/relationships/image" Target="../media/image29.png"/><Relationship Id="rId1" Type="http://schemas.openxmlformats.org/officeDocument/2006/relationships/image" Target="../media/image21.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38.png"/><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customXml" Target="../ink/ink1.xml"/><Relationship Id="rId3" Type="http://schemas.openxmlformats.org/officeDocument/2006/relationships/image" Target="../media/image35.png"/><Relationship Id="rId2" Type="http://schemas.openxmlformats.org/officeDocument/2006/relationships/image" Target="../media/image4.png"/><Relationship Id="rId1" Type="http://schemas.openxmlformats.org/officeDocument/2006/relationships/image" Target="../media/image34.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tags" Target="../tags/tag2.xml"/><Relationship Id="rId2" Type="http://schemas.openxmlformats.org/officeDocument/2006/relationships/image" Target="../media/image40.png"/><Relationship Id="rId1" Type="http://schemas.openxmlformats.org/officeDocument/2006/relationships/image" Target="../media/image39.png"/></Relationships>
</file>

<file path=ppt/slides/_rels/slide11.xml.rels><?xml version="1.0" encoding="UTF-8" standalone="yes"?>
<Relationships xmlns="http://schemas.openxmlformats.org/package/2006/relationships"><Relationship Id="rId9" Type="http://schemas.openxmlformats.org/officeDocument/2006/relationships/image" Target="../media/image48.png"/><Relationship Id="rId8" Type="http://schemas.openxmlformats.org/officeDocument/2006/relationships/image" Target="../media/image47.png"/><Relationship Id="rId7" Type="http://schemas.openxmlformats.org/officeDocument/2006/relationships/image" Target="../media/image46.png"/><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png"/><Relationship Id="rId3" Type="http://schemas.openxmlformats.org/officeDocument/2006/relationships/image" Target="../media/image43.png"/><Relationship Id="rId2" Type="http://schemas.openxmlformats.org/officeDocument/2006/relationships/image" Target="../media/image42.png"/><Relationship Id="rId12" Type="http://schemas.openxmlformats.org/officeDocument/2006/relationships/slideLayout" Target="../slideLayouts/slideLayout2.xml"/><Relationship Id="rId11" Type="http://schemas.openxmlformats.org/officeDocument/2006/relationships/image" Target="../media/image50.png"/><Relationship Id="rId10" Type="http://schemas.openxmlformats.org/officeDocument/2006/relationships/image" Target="../media/image49.png"/><Relationship Id="rId1" Type="http://schemas.openxmlformats.org/officeDocument/2006/relationships/image" Target="../media/image41.png"/></Relationships>
</file>

<file path=ppt/slides/_rels/slide12.xml.rels><?xml version="1.0" encoding="UTF-8" standalone="yes"?>
<Relationships xmlns="http://schemas.openxmlformats.org/package/2006/relationships"><Relationship Id="rId9" Type="http://schemas.openxmlformats.org/officeDocument/2006/relationships/image" Target="../media/image58.png"/><Relationship Id="rId8" Type="http://schemas.openxmlformats.org/officeDocument/2006/relationships/image" Target="../media/image57.png"/><Relationship Id="rId7" Type="http://schemas.openxmlformats.org/officeDocument/2006/relationships/image" Target="../media/image56.png"/><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0" Type="http://schemas.openxmlformats.org/officeDocument/2006/relationships/slideLayout" Target="../slideLayouts/slideLayout13.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64.png"/><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4.png"/><Relationship Id="rId1" Type="http://schemas.openxmlformats.org/officeDocument/2006/relationships/image" Target="../media/image59.png"/></Relationships>
</file>

<file path=ppt/slides/_rels/slide14.xml.rels><?xml version="1.0" encoding="UTF-8" standalone="yes"?>
<Relationships xmlns="http://schemas.openxmlformats.org/package/2006/relationships"><Relationship Id="rId9" Type="http://schemas.openxmlformats.org/officeDocument/2006/relationships/image" Target="../media/image72.png"/><Relationship Id="rId8" Type="http://schemas.openxmlformats.org/officeDocument/2006/relationships/image" Target="../media/image71.png"/><Relationship Id="rId7" Type="http://schemas.openxmlformats.org/officeDocument/2006/relationships/image" Target="../media/image70.png"/><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 Id="rId3" Type="http://schemas.openxmlformats.org/officeDocument/2006/relationships/image" Target="../media/image66.png"/><Relationship Id="rId2" Type="http://schemas.openxmlformats.org/officeDocument/2006/relationships/image" Target="../media/image4.png"/><Relationship Id="rId13" Type="http://schemas.openxmlformats.org/officeDocument/2006/relationships/slideLayout" Target="../slideLayouts/slideLayout2.xml"/><Relationship Id="rId12" Type="http://schemas.openxmlformats.org/officeDocument/2006/relationships/image" Target="../media/image75.png"/><Relationship Id="rId11" Type="http://schemas.openxmlformats.org/officeDocument/2006/relationships/image" Target="../media/image74.png"/><Relationship Id="rId10" Type="http://schemas.openxmlformats.org/officeDocument/2006/relationships/image" Target="../media/image73.png"/><Relationship Id="rId1" Type="http://schemas.openxmlformats.org/officeDocument/2006/relationships/image" Target="../media/image65.png"/></Relationships>
</file>

<file path=ppt/slides/_rels/slide15.xml.rels><?xml version="1.0" encoding="UTF-8" standalone="yes"?>
<Relationships xmlns="http://schemas.openxmlformats.org/package/2006/relationships"><Relationship Id="rId9" Type="http://schemas.openxmlformats.org/officeDocument/2006/relationships/image" Target="../media/image81.png"/><Relationship Id="rId8" Type="http://schemas.openxmlformats.org/officeDocument/2006/relationships/image" Target="../media/image80.png"/><Relationship Id="rId7" Type="http://schemas.openxmlformats.org/officeDocument/2006/relationships/image" Target="../media/image79.png"/><Relationship Id="rId6" Type="http://schemas.openxmlformats.org/officeDocument/2006/relationships/image" Target="../media/image78.png"/><Relationship Id="rId5" Type="http://schemas.openxmlformats.org/officeDocument/2006/relationships/image" Target="../media/image71.png"/><Relationship Id="rId4" Type="http://schemas.openxmlformats.org/officeDocument/2006/relationships/image" Target="../media/image77.png"/><Relationship Id="rId3" Type="http://schemas.openxmlformats.org/officeDocument/2006/relationships/image" Target="../media/image76.png"/><Relationship Id="rId2" Type="http://schemas.openxmlformats.org/officeDocument/2006/relationships/image" Target="../media/image4.png"/><Relationship Id="rId11" Type="http://schemas.openxmlformats.org/officeDocument/2006/relationships/slideLayout" Target="../slideLayouts/slideLayout2.xml"/><Relationship Id="rId10" Type="http://schemas.openxmlformats.org/officeDocument/2006/relationships/image" Target="../media/image82.png"/><Relationship Id="rId1" Type="http://schemas.openxmlformats.org/officeDocument/2006/relationships/image" Target="../media/image65.png"/></Relationships>
</file>

<file path=ppt/slides/_rels/slide16.xml.rels><?xml version="1.0" encoding="UTF-8" standalone="yes"?>
<Relationships xmlns="http://schemas.openxmlformats.org/package/2006/relationships"><Relationship Id="rId9" Type="http://schemas.openxmlformats.org/officeDocument/2006/relationships/image" Target="../media/image81.png"/><Relationship Id="rId8" Type="http://schemas.openxmlformats.org/officeDocument/2006/relationships/image" Target="../media/image80.png"/><Relationship Id="rId7" Type="http://schemas.openxmlformats.org/officeDocument/2006/relationships/image" Target="../media/image85.png"/><Relationship Id="rId6" Type="http://schemas.openxmlformats.org/officeDocument/2006/relationships/image" Target="../media/image84.png"/><Relationship Id="rId5" Type="http://schemas.openxmlformats.org/officeDocument/2006/relationships/image" Target="../media/image71.png"/><Relationship Id="rId4" Type="http://schemas.openxmlformats.org/officeDocument/2006/relationships/image" Target="../media/image77.png"/><Relationship Id="rId3" Type="http://schemas.openxmlformats.org/officeDocument/2006/relationships/image" Target="../media/image83.png"/><Relationship Id="rId2" Type="http://schemas.openxmlformats.org/officeDocument/2006/relationships/image" Target="../media/image4.png"/><Relationship Id="rId12" Type="http://schemas.openxmlformats.org/officeDocument/2006/relationships/slideLayout" Target="../slideLayouts/slideLayout2.xml"/><Relationship Id="rId11" Type="http://schemas.openxmlformats.org/officeDocument/2006/relationships/image" Target="../media/image87.png"/><Relationship Id="rId10" Type="http://schemas.openxmlformats.org/officeDocument/2006/relationships/image" Target="../media/image86.png"/><Relationship Id="rId1" Type="http://schemas.openxmlformats.org/officeDocument/2006/relationships/image" Target="../media/image65.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94.png"/><Relationship Id="rId7" Type="http://schemas.openxmlformats.org/officeDocument/2006/relationships/image" Target="../media/image93.png"/><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 Id="rId3" Type="http://schemas.openxmlformats.org/officeDocument/2006/relationships/image" Target="../media/image89.png"/><Relationship Id="rId2" Type="http://schemas.openxmlformats.org/officeDocument/2006/relationships/image" Target="../media/image4.png"/><Relationship Id="rId1" Type="http://schemas.openxmlformats.org/officeDocument/2006/relationships/image" Target="../media/image8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png"/><Relationship Id="rId1" Type="http://schemas.openxmlformats.org/officeDocument/2006/relationships/image" Target="../media/image95.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97.png"/><Relationship Id="rId1" Type="http://schemas.openxmlformats.org/officeDocument/2006/relationships/image" Target="../media/image96.pn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04.png"/><Relationship Id="rId7" Type="http://schemas.openxmlformats.org/officeDocument/2006/relationships/image" Target="../media/image103.png"/><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 Id="rId3" Type="http://schemas.openxmlformats.org/officeDocument/2006/relationships/image" Target="../media/image99.png"/><Relationship Id="rId2" Type="http://schemas.openxmlformats.org/officeDocument/2006/relationships/image" Target="../media/image4.png"/><Relationship Id="rId1" Type="http://schemas.openxmlformats.org/officeDocument/2006/relationships/image" Target="../media/image98.png"/></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110.png"/><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 Id="rId3" Type="http://schemas.openxmlformats.org/officeDocument/2006/relationships/image" Target="../media/image106.png"/><Relationship Id="rId2" Type="http://schemas.openxmlformats.org/officeDocument/2006/relationships/image" Target="../media/image4.png"/><Relationship Id="rId1" Type="http://schemas.openxmlformats.org/officeDocument/2006/relationships/image" Target="../media/image10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p:cNvSpPr>
            <a:spLocks noGrp="1" noRot="1" noChangeAspect="1" noMove="1" noResize="1" noEditPoints="1" noAdjustHandles="1" noChangeArrowheads="1" noChangeShapeType="1" noTextEdit="1"/>
          </p:cNvSpPr>
          <p:nvPr/>
        </p:nvSpPr>
        <p:spPr>
          <a:xfrm>
            <a:off x="0" y="85725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ectangle 13"/>
          <p:cNvSpPr>
            <a:spLocks noGrp="1" noRot="1" noChangeAspect="1" noMove="1" noResize="1" noEditPoints="1" noAdjustHandles="1" noChangeArrowheads="1" noChangeShapeType="1" noTextEdit="1"/>
          </p:cNvSpPr>
          <p:nvPr/>
        </p:nvSpPr>
        <p:spPr>
          <a:xfrm>
            <a:off x="2286" y="1670810"/>
            <a:ext cx="9141714" cy="2470655"/>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6" name="Picture 15"/>
          <p:cNvPicPr>
            <a:picLocks noGrp="1" noRot="1" noChangeAspect="1" noMove="1" noResize="1" noEditPoints="1" noAdjustHandles="1" noChangeArrowheads="1" noChangeShapeType="1" noCrop="1"/>
          </p:cNvPicPr>
          <p:nvPr/>
        </p:nvPicPr>
        <p:blipFill>
          <a:blip r:embed="rId1">
            <a:extLst>
              <a:ext uri="{28A0092B-C50C-407E-A947-70E740481C1C}">
                <a14:useLocalDpi xmlns:a14="http://schemas.microsoft.com/office/drawing/2010/main" val="0"/>
              </a:ext>
            </a:extLst>
          </a:blip>
          <a:srcRect l="8235" r="8214" b="45501"/>
          <a:stretch>
            <a:fillRect/>
          </a:stretch>
        </p:blipFill>
        <p:spPr>
          <a:xfrm flipV="1">
            <a:off x="0" y="857250"/>
            <a:ext cx="9143999" cy="3355020"/>
          </a:xfrm>
          <a:custGeom>
            <a:avLst/>
            <a:gdLst>
              <a:gd name="connsiteX0" fmla="*/ 0 w 12191999"/>
              <a:gd name="connsiteY0" fmla="*/ 4473360 h 4473360"/>
              <a:gd name="connsiteX1" fmla="*/ 12191999 w 12191999"/>
              <a:gd name="connsiteY1" fmla="*/ 4473360 h 4473360"/>
              <a:gd name="connsiteX2" fmla="*/ 12191999 w 12191999"/>
              <a:gd name="connsiteY2" fmla="*/ 0 h 4473360"/>
              <a:gd name="connsiteX3" fmla="*/ 0 w 12191999"/>
              <a:gd name="connsiteY3" fmla="*/ 0 h 4473360"/>
            </a:gdLst>
            <a:ahLst/>
            <a:cxnLst>
              <a:cxn ang="0">
                <a:pos x="connsiteX0" y="connsiteY0"/>
              </a:cxn>
              <a:cxn ang="0">
                <a:pos x="connsiteX1" y="connsiteY1"/>
              </a:cxn>
              <a:cxn ang="0">
                <a:pos x="connsiteX2" y="connsiteY2"/>
              </a:cxn>
              <a:cxn ang="0">
                <a:pos x="connsiteX3" y="connsiteY3"/>
              </a:cxn>
            </a:cxnLst>
            <a:rect l="l" t="t" r="r" b="b"/>
            <a:pathLst>
              <a:path w="12191999" h="4473360">
                <a:moveTo>
                  <a:pt x="0" y="4473360"/>
                </a:moveTo>
                <a:lnTo>
                  <a:pt x="12191999" y="4473360"/>
                </a:lnTo>
                <a:lnTo>
                  <a:pt x="12191999" y="0"/>
                </a:lnTo>
                <a:lnTo>
                  <a:pt x="0" y="0"/>
                </a:lnTo>
                <a:close/>
              </a:path>
            </a:pathLst>
          </a:custGeom>
        </p:spPr>
      </p:pic>
      <p:sp>
        <p:nvSpPr>
          <p:cNvPr id="2" name="标题 1"/>
          <p:cNvSpPr>
            <a:spLocks noGrp="1"/>
          </p:cNvSpPr>
          <p:nvPr>
            <p:ph type="ctrTitle"/>
          </p:nvPr>
        </p:nvSpPr>
        <p:spPr>
          <a:xfrm>
            <a:off x="565444" y="2414588"/>
            <a:ext cx="8013113" cy="1008851"/>
          </a:xfrm>
        </p:spPr>
        <p:txBody>
          <a:bodyPr anchor="ctr">
            <a:noAutofit/>
          </a:bodyPr>
          <a:lstStyle/>
          <a:p>
            <a:r>
              <a:rPr lang="zh-CN" altLang="en-US" sz="4200" b="1">
                <a:solidFill>
                  <a:srgbClr val="FFFFFF"/>
                </a:solidFill>
                <a:latin typeface="楷体" panose="02010609060101010101" pitchFamily="49" charset="-122"/>
                <a:ea typeface="楷体" panose="02010609060101010101" pitchFamily="49" charset="-122"/>
              </a:rPr>
              <a:t>复变函数与积分变换</a:t>
            </a:r>
            <a:endParaRPr lang="zh-CN" altLang="en-US" sz="4200" b="1">
              <a:solidFill>
                <a:srgbClr val="FFFFFF"/>
              </a:solidFill>
              <a:latin typeface="楷体" panose="02010609060101010101" pitchFamily="49" charset="-122"/>
              <a:ea typeface="楷体" panose="02010609060101010101" pitchFamily="49" charset="-122"/>
            </a:endParaRPr>
          </a:p>
        </p:txBody>
      </p:sp>
      <p:sp>
        <p:nvSpPr>
          <p:cNvPr id="3" name="副标题 2"/>
          <p:cNvSpPr>
            <a:spLocks noGrp="1"/>
          </p:cNvSpPr>
          <p:nvPr>
            <p:ph type="subTitle" idx="1"/>
          </p:nvPr>
        </p:nvSpPr>
        <p:spPr>
          <a:xfrm>
            <a:off x="878681" y="4212270"/>
            <a:ext cx="7101908" cy="649229"/>
          </a:xfrm>
        </p:spPr>
        <p:txBody>
          <a:bodyPr anchor="ctr">
            <a:normAutofit/>
          </a:bodyPr>
          <a:lstStyle/>
          <a:p>
            <a:r>
              <a:rPr lang="zh-CN" altLang="en-US" sz="2100" dirty="0">
                <a:solidFill>
                  <a:srgbClr val="000000"/>
                </a:solidFill>
              </a:rPr>
              <a:t>狄艳媚</a:t>
            </a:r>
            <a:endParaRPr lang="zh-CN" altLang="en-US" sz="2100" dirty="0">
              <a:solidFill>
                <a:srgbClr val="000000"/>
              </a:solidFill>
            </a:endParaRPr>
          </a:p>
        </p:txBody>
      </p:sp>
      <p:pic>
        <p:nvPicPr>
          <p:cNvPr id="7" name="图片 6"/>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2540" y="5915025"/>
            <a:ext cx="9144000" cy="9429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标题 1"/>
              <p:cNvSpPr txBox="1"/>
              <p:nvPr/>
            </p:nvSpPr>
            <p:spPr>
              <a:xfrm>
                <a:off x="2045926" y="941070"/>
                <a:ext cx="4315460" cy="57277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latin typeface="楷体" panose="02010609060101010101" pitchFamily="49" charset="-122"/>
                    <a:ea typeface="楷体" panose="02010609060101010101" pitchFamily="49" charset="-122"/>
                    <a:cs typeface="楷体" panose="02010609060101010101" pitchFamily="49" charset="-122"/>
                  </a:rPr>
                  <a:t>3.3</a:t>
                </a:r>
                <a:r>
                  <a:rPr lang="zh-CN" altLang="en-US" sz="3600" b="1" dirty="0">
                    <a:latin typeface="楷体" panose="02010609060101010101" pitchFamily="49" charset="-122"/>
                    <a:ea typeface="楷体" panose="02010609060101010101" pitchFamily="49" charset="-122"/>
                    <a:cs typeface="楷体" panose="02010609060101010101" pitchFamily="49" charset="-122"/>
                  </a:rPr>
                  <a:t>  </a:t>
                </a:r>
                <a14:m>
                  <m:oMath xmlns:m="http://schemas.openxmlformats.org/officeDocument/2006/math">
                    <m:r>
                      <a:rPr lang="en-US" altLang="zh-CN" sz="3600" b="1" i="1" smtClean="0">
                        <a:latin typeface="Cambria Math" panose="02040503050406030204" pitchFamily="18" charset="0"/>
                        <a:ea typeface="楷体" panose="02010609060101010101" pitchFamily="49" charset="-122"/>
                        <a:cs typeface="Cambria Math" panose="02040503050406030204" pitchFamily="18" charset="0"/>
                      </a:rPr>
                      <m:t>𝑳𝒂𝒖𝒓𝒆𝒏𝒕</m:t>
                    </m:r>
                  </m:oMath>
                </a14:m>
                <a:r>
                  <a:rPr lang="zh-CN" altLang="en-US" sz="3600" b="1" dirty="0">
                    <a:latin typeface="楷体" panose="02010609060101010101" pitchFamily="49" charset="-122"/>
                    <a:ea typeface="楷体" panose="02010609060101010101" pitchFamily="49" charset="-122"/>
                    <a:cs typeface="楷体" panose="02010609060101010101" pitchFamily="49" charset="-122"/>
                  </a:rPr>
                  <a:t>级数</a:t>
                </a:r>
                <a:endParaRPr lang="zh-CN" altLang="en-US" sz="3600" b="1"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6" name="标题 1"/>
              <p:cNvSpPr txBox="1">
                <a:spLocks noRot="1" noChangeAspect="1" noMove="1" noResize="1" noEditPoints="1" noAdjustHandles="1" noChangeArrowheads="1" noChangeShapeType="1" noTextEdit="1"/>
              </p:cNvSpPr>
              <p:nvPr/>
            </p:nvSpPr>
            <p:spPr>
              <a:xfrm>
                <a:off x="2045926" y="941070"/>
                <a:ext cx="4315460" cy="572770"/>
              </a:xfrm>
              <a:prstGeom prst="rect">
                <a:avLst/>
              </a:prstGeom>
              <a:blipFill rotWithShape="1">
                <a:blip r:embed="rId1"/>
                <a:stretch>
                  <a:fillRect l="-14" r="14"/>
                </a:stretch>
              </a:blipFill>
            </p:spPr>
            <p:txBody>
              <a:bodyPr/>
              <a:lstStyle/>
              <a:p>
                <a:r>
                  <a:rPr lang="zh-CN" altLang="en-US">
                    <a:noFill/>
                  </a:rPr>
                  <a:t> </a:t>
                </a:r>
              </a:p>
            </p:txBody>
          </p:sp>
        </mc:Fallback>
      </mc:AlternateContent>
      <p:sp>
        <p:nvSpPr>
          <p:cNvPr id="10" name="标题 1"/>
          <p:cNvSpPr txBox="1"/>
          <p:nvPr/>
        </p:nvSpPr>
        <p:spPr>
          <a:xfrm>
            <a:off x="233001" y="1547495"/>
            <a:ext cx="2842260" cy="59055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1" dirty="0">
                <a:latin typeface="楷体" panose="02010609060101010101" pitchFamily="49" charset="-122"/>
                <a:ea typeface="楷体" panose="02010609060101010101" pitchFamily="49" charset="-122"/>
              </a:rPr>
              <a:t>教学目标：</a:t>
            </a:r>
            <a:endParaRPr lang="zh-CN" altLang="en-US" sz="3000" b="1" dirty="0">
              <a:latin typeface="楷体" panose="02010609060101010101" pitchFamily="49" charset="-122"/>
              <a:ea typeface="楷体" panose="02010609060101010101" pitchFamily="49" charset="-122"/>
            </a:endParaRPr>
          </a:p>
        </p:txBody>
      </p:sp>
      <p:sp>
        <p:nvSpPr>
          <p:cNvPr id="7" name="标题 1"/>
          <p:cNvSpPr txBox="1"/>
          <p:nvPr/>
        </p:nvSpPr>
        <p:spPr>
          <a:xfrm>
            <a:off x="834981" y="2298065"/>
            <a:ext cx="6719570" cy="51625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zh-CN" altLang="zh-CN" sz="3000" dirty="0">
                <a:latin typeface="楷体" panose="02010609060101010101" pitchFamily="49" charset="-122"/>
                <a:ea typeface="楷体" panose="02010609060101010101" pitchFamily="49" charset="-122"/>
              </a:rPr>
              <a:t>理解洛朗级数的概念与性质</a:t>
            </a:r>
            <a:r>
              <a:rPr lang="zh-CN" altLang="en-US" sz="3000" dirty="0">
                <a:latin typeface="楷体" panose="02010609060101010101" pitchFamily="49" charset="-122"/>
                <a:ea typeface="楷体" panose="02010609060101010101" pitchFamily="49" charset="-122"/>
              </a:rPr>
              <a:t>；</a:t>
            </a:r>
            <a:endParaRPr lang="zh-CN" altLang="zh-CN" sz="3000" dirty="0">
              <a:latin typeface="楷体" panose="02010609060101010101" pitchFamily="49" charset="-122"/>
              <a:ea typeface="楷体" panose="02010609060101010101" pitchFamily="49" charset="-122"/>
            </a:endParaRPr>
          </a:p>
        </p:txBody>
      </p:sp>
      <p:sp>
        <p:nvSpPr>
          <p:cNvPr id="2" name="标题 1"/>
          <p:cNvSpPr txBox="1"/>
          <p:nvPr/>
        </p:nvSpPr>
        <p:spPr>
          <a:xfrm>
            <a:off x="834981" y="2974340"/>
            <a:ext cx="7871460" cy="88201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zh-CN" altLang="zh-CN" sz="3000" dirty="0">
                <a:latin typeface="楷体" panose="02010609060101010101" pitchFamily="49" charset="-122"/>
                <a:ea typeface="楷体" panose="02010609060101010101" pitchFamily="49" charset="-122"/>
              </a:rPr>
              <a:t>知道洛朗级数定理，会熟练用直接、间接法将解析函数在不同环域内展开成洛朗级数。</a:t>
            </a:r>
            <a:endParaRPr lang="zh-CN" altLang="zh-CN" sz="3000" dirty="0">
              <a:latin typeface="楷体" panose="02010609060101010101" pitchFamily="49" charset="-122"/>
              <a:ea typeface="楷体" panose="02010609060101010101" pitchFamily="49" charset="-122"/>
            </a:endParaRPr>
          </a:p>
        </p:txBody>
      </p:sp>
      <p:sp>
        <p:nvSpPr>
          <p:cNvPr id="3" name="标题 1"/>
          <p:cNvSpPr txBox="1"/>
          <p:nvPr/>
        </p:nvSpPr>
        <p:spPr>
          <a:xfrm>
            <a:off x="179026" y="4289425"/>
            <a:ext cx="1515110" cy="56134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1" dirty="0">
                <a:latin typeface="楷体" panose="02010609060101010101" pitchFamily="49" charset="-122"/>
                <a:ea typeface="楷体" panose="02010609060101010101" pitchFamily="49" charset="-122"/>
              </a:rPr>
              <a:t>重难点：</a:t>
            </a:r>
            <a:endParaRPr lang="zh-CN" altLang="en-US" sz="3000" b="1" dirty="0">
              <a:latin typeface="楷体" panose="02010609060101010101" pitchFamily="49" charset="-122"/>
              <a:ea typeface="楷体" panose="02010609060101010101" pitchFamily="49" charset="-122"/>
            </a:endParaRPr>
          </a:p>
        </p:txBody>
      </p:sp>
      <p:sp>
        <p:nvSpPr>
          <p:cNvPr id="8" name="标题 1"/>
          <p:cNvSpPr txBox="1"/>
          <p:nvPr/>
        </p:nvSpPr>
        <p:spPr>
          <a:xfrm>
            <a:off x="834981" y="5038090"/>
            <a:ext cx="8253730" cy="60833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zh-CN" altLang="en-US" sz="3000" dirty="0">
                <a:latin typeface="楷体" panose="02010609060101010101" pitchFamily="49" charset="-122"/>
                <a:ea typeface="楷体" panose="02010609060101010101" pitchFamily="49" charset="-122"/>
                <a:cs typeface="楷体" panose="02010609060101010101" pitchFamily="49" charset="-122"/>
              </a:rPr>
              <a:t>重点</a:t>
            </a:r>
            <a:r>
              <a:rPr lang="en-US" altLang="zh-CN" sz="3000" dirty="0">
                <a:latin typeface="楷体" panose="02010609060101010101" pitchFamily="49" charset="-122"/>
                <a:ea typeface="楷体" panose="02010609060101010101" pitchFamily="49" charset="-122"/>
                <a:cs typeface="楷体" panose="02010609060101010101" pitchFamily="49" charset="-122"/>
              </a:rPr>
              <a:t>—</a:t>
            </a:r>
            <a:r>
              <a:rPr lang="zh-CN" altLang="en-US" sz="3000" dirty="0">
                <a:latin typeface="楷体" panose="02010609060101010101" pitchFamily="49" charset="-122"/>
                <a:ea typeface="楷体" panose="02010609060101010101" pitchFamily="49" charset="-122"/>
                <a:cs typeface="楷体" panose="02010609060101010101" pitchFamily="49" charset="-122"/>
              </a:rPr>
              <a:t>将解析函数在不同环域内展开成洛朗级数</a:t>
            </a:r>
            <a:endParaRPr lang="zh-CN" altLang="zh-CN" sz="3000" dirty="0">
              <a:latin typeface="楷体" panose="02010609060101010101" pitchFamily="49" charset="-122"/>
              <a:ea typeface="楷体" panose="02010609060101010101" pitchFamily="49" charset="-122"/>
              <a:cs typeface="楷体" panose="02010609060101010101" pitchFamily="49" charset="-122"/>
            </a:endParaRPr>
          </a:p>
        </p:txBody>
      </p:sp>
      <p:sp>
        <p:nvSpPr>
          <p:cNvPr id="9" name="标题 1"/>
          <p:cNvSpPr txBox="1"/>
          <p:nvPr/>
        </p:nvSpPr>
        <p:spPr>
          <a:xfrm>
            <a:off x="834981" y="5735320"/>
            <a:ext cx="8174990" cy="74612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zh-CN" altLang="en-US" sz="3000" dirty="0">
                <a:latin typeface="楷体" panose="02010609060101010101" pitchFamily="49" charset="-122"/>
                <a:ea typeface="楷体" panose="02010609060101010101" pitchFamily="49" charset="-122"/>
                <a:cs typeface="楷体" panose="02010609060101010101" pitchFamily="49" charset="-122"/>
              </a:rPr>
              <a:t>难点</a:t>
            </a:r>
            <a:r>
              <a:rPr lang="en-US" altLang="zh-CN" sz="3000" dirty="0">
                <a:latin typeface="楷体" panose="02010609060101010101" pitchFamily="49" charset="-122"/>
                <a:ea typeface="楷体" panose="02010609060101010101" pitchFamily="49" charset="-122"/>
                <a:cs typeface="楷体" panose="02010609060101010101" pitchFamily="49" charset="-122"/>
              </a:rPr>
              <a:t>—</a:t>
            </a:r>
            <a:r>
              <a:rPr lang="zh-CN" altLang="en-US" sz="3000" dirty="0">
                <a:latin typeface="楷体" panose="02010609060101010101" pitchFamily="49" charset="-122"/>
                <a:ea typeface="楷体" panose="02010609060101010101" pitchFamily="49" charset="-122"/>
                <a:cs typeface="楷体" panose="02010609060101010101" pitchFamily="49" charset="-122"/>
              </a:rPr>
              <a:t>将解析函数在不同环域内展开成洛朗级数</a:t>
            </a:r>
            <a:endParaRPr lang="zh-CN" altLang="zh-CN" sz="3000" dirty="0">
              <a:latin typeface="楷体" panose="02010609060101010101" pitchFamily="49" charset="-122"/>
              <a:ea typeface="楷体" panose="02010609060101010101" pitchFamily="49" charset="-122"/>
              <a:cs typeface="楷体" panose="02010609060101010101" pitchFamily="49" charset="-122"/>
            </a:endParaRPr>
          </a:p>
        </p:txBody>
      </p:sp>
      <p:grpSp>
        <p:nvGrpSpPr>
          <p:cNvPr id="12" name="组合 11"/>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13"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13"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2"/>
                </a:blipFill>
              </p:spPr>
              <p:txBody>
                <a:bodyPr/>
                <a:lstStyle/>
                <a:p>
                  <a:r>
                    <a:rPr lang="zh-CN" altLang="en-US">
                      <a:noFill/>
                    </a:rPr>
                    <a:t> </a:t>
                  </a:r>
                </a:p>
              </p:txBody>
            </p:sp>
          </mc:Fallback>
        </mc:AlternateContent>
        <p:cxnSp>
          <p:nvCxnSpPr>
            <p:cNvPr id="14" name="直接连接符 13"/>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7" grpId="0"/>
      <p:bldP spid="2" grpId="0"/>
      <p:bldP spid="3" grpId="0"/>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标题 1"/>
              <p:cNvSpPr txBox="1"/>
              <p:nvPr/>
            </p:nvSpPr>
            <p:spPr>
              <a:xfrm>
                <a:off x="397510" y="788670"/>
                <a:ext cx="8207375" cy="76136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在</a:t>
                </a:r>
                <a14:m>
                  <m:oMath xmlns:m="http://schemas.openxmlformats.org/officeDocument/2006/math">
                    <m:sSub>
                      <m:sSubPr>
                        <m:ctrlPr>
                          <a:rPr lang="en-US" altLang="zh-CN" sz="300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𝑧</m:t>
                        </m:r>
                      </m:e>
                      <m:sub>
                        <m:r>
                          <a:rPr lang="en-US" altLang="zh-CN" sz="3000" b="0" i="1" smtClean="0">
                            <a:latin typeface="Cambria Math" panose="02040503050406030204" pitchFamily="18" charset="0"/>
                            <a:ea typeface="楷体" panose="02010609060101010101" pitchFamily="49" charset="-122"/>
                          </a:rPr>
                          <m:t>0</m:t>
                        </m:r>
                      </m:sub>
                    </m:sSub>
                  </m:oMath>
                </a14:m>
                <a:r>
                  <a:rPr lang="zh-CN" altLang="en-US" sz="3000" dirty="0">
                    <a:latin typeface="楷体" panose="02010609060101010101" pitchFamily="49" charset="-122"/>
                    <a:ea typeface="楷体" panose="02010609060101010101" pitchFamily="49" charset="-122"/>
                  </a:rPr>
                  <a:t>点解析，函数可以展开成</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𝑇𝑎𝑦𝑙𝑜𝑟</m:t>
                    </m:r>
                  </m:oMath>
                </a14:m>
                <a:r>
                  <a:rPr lang="zh-CN" altLang="en-US" sz="3000" dirty="0">
                    <a:latin typeface="楷体" panose="02010609060101010101" pitchFamily="49" charset="-122"/>
                    <a:ea typeface="楷体" panose="02010609060101010101" pitchFamily="49" charset="-122"/>
                  </a:rPr>
                  <a:t>级数；</a:t>
                </a:r>
                <a:r>
                  <a:rPr lang="en-US" altLang="zh-CN" sz="3000" dirty="0">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397510" y="788670"/>
                <a:ext cx="8207375" cy="76136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a:off x="397510" y="4801235"/>
                <a:ext cx="8207375" cy="146050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𝐿𝑎𝑢𝑟𝑒𝑛𝑡</m:t>
                    </m:r>
                    <m:r>
                      <a:rPr lang="zh-CN" altLang="en-US" sz="3000" i="1">
                        <a:latin typeface="Cambria Math" panose="02040503050406030204" pitchFamily="18" charset="0"/>
                        <a:ea typeface="楷体" panose="02010609060101010101" pitchFamily="49" charset="-122"/>
                      </a:rPr>
                      <m:t>级数</m:t>
                    </m:r>
                  </m:oMath>
                </a14:m>
                <a:r>
                  <a:rPr lang="zh-CN" altLang="en-US" sz="3000" dirty="0">
                    <a:latin typeface="楷体" panose="02010609060101010101" pitchFamily="49" charset="-122"/>
                    <a:ea typeface="楷体" panose="02010609060101010101" pitchFamily="49" charset="-122"/>
                  </a:rPr>
                  <a:t>是后面研究解析函数在孤立奇点邻域内性质以及定义留数和计算留数的基础。</a:t>
                </a:r>
                <a:endParaRPr lang="zh-CN" altLang="en-US" sz="3000" dirty="0">
                  <a:latin typeface="楷体" panose="02010609060101010101" pitchFamily="49" charset="-122"/>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397510" y="4801235"/>
                <a:ext cx="8207375" cy="146050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标题 1"/>
              <p:cNvSpPr txBox="1"/>
              <p:nvPr/>
            </p:nvSpPr>
            <p:spPr>
              <a:xfrm>
                <a:off x="468630" y="1550035"/>
                <a:ext cx="8207375" cy="125984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a:latin typeface="Cambria Math" panose="02040503050406030204" pitchFamily="18" charset="0"/>
                        <a:ea typeface="楷体" panose="02010609060101010101" pitchFamily="49" charset="-122"/>
                      </a:rPr>
                      <m:t>𝑓</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在</a:t>
                </a:r>
                <a14:m>
                  <m:oMath xmlns:m="http://schemas.openxmlformats.org/officeDocument/2006/math">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0</m:t>
                        </m:r>
                      </m:sub>
                    </m:sSub>
                  </m:oMath>
                </a14:m>
                <a:r>
                  <a:rPr lang="zh-CN" altLang="en-US" sz="3000" dirty="0">
                    <a:latin typeface="楷体" panose="02010609060101010101" pitchFamily="49" charset="-122"/>
                    <a:ea typeface="楷体" panose="02010609060101010101" pitchFamily="49" charset="-122"/>
                  </a:rPr>
                  <a:t>点不解析，但在</a:t>
                </a:r>
                <a14:m>
                  <m:oMath xmlns:m="http://schemas.openxmlformats.org/officeDocument/2006/math">
                    <m:sSub>
                      <m:sSubPr>
                        <m:ctrlPr>
                          <a:rPr lang="en-US" altLang="zh-CN" sz="300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𝑅</m:t>
                        </m:r>
                      </m:e>
                      <m:sub>
                        <m:r>
                          <a:rPr lang="en-US" altLang="zh-CN" sz="3000" b="0" i="1" smtClean="0">
                            <a:latin typeface="Cambria Math" panose="02040503050406030204" pitchFamily="18" charset="0"/>
                            <a:ea typeface="楷体" panose="02010609060101010101" pitchFamily="49" charset="-122"/>
                          </a:rPr>
                          <m:t>1</m:t>
                        </m:r>
                      </m:sub>
                    </m:sSub>
                    <m:r>
                      <a:rPr lang="en-US" altLang="zh-CN" sz="3000" b="0" i="1" smtClean="0">
                        <a:latin typeface="Cambria Math" panose="02040503050406030204" pitchFamily="18" charset="0"/>
                        <a:ea typeface="楷体" panose="02010609060101010101" pitchFamily="49" charset="-122"/>
                      </a:rPr>
                      <m:t>&lt;</m:t>
                    </m:r>
                    <m:d>
                      <m:dPr>
                        <m:begChr m:val="|"/>
                        <m:endChr m:val="|"/>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𝑧</m:t>
                            </m:r>
                          </m:e>
                          <m:sub>
                            <m:r>
                              <a:rPr lang="en-US" altLang="zh-CN" sz="3000" b="0" i="1" smtClean="0">
                                <a:latin typeface="Cambria Math" panose="02040503050406030204" pitchFamily="18" charset="0"/>
                                <a:ea typeface="楷体" panose="02010609060101010101" pitchFamily="49" charset="-122"/>
                              </a:rPr>
                              <m:t>0</m:t>
                            </m:r>
                          </m:sub>
                        </m:sSub>
                      </m:e>
                    </m:d>
                    <m:r>
                      <a:rPr lang="en-US" altLang="zh-CN" sz="3000" b="0" i="0" smtClean="0">
                        <a:latin typeface="Cambria Math" panose="02040503050406030204" pitchFamily="18" charset="0"/>
                        <a:ea typeface="楷体" panose="02010609060101010101" pitchFamily="49" charset="-122"/>
                      </a:rPr>
                      <m:t>&lt;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𝑅</m:t>
                        </m:r>
                      </m:e>
                      <m:sub>
                        <m:r>
                          <a:rPr lang="en-US" altLang="zh-CN" sz="3000" b="0" i="1" smtClean="0">
                            <a:latin typeface="Cambria Math" panose="02040503050406030204" pitchFamily="18" charset="0"/>
                            <a:ea typeface="楷体" panose="02010609060101010101" pitchFamily="49" charset="-122"/>
                          </a:rPr>
                          <m:t>2</m:t>
                        </m:r>
                      </m:sub>
                    </m:sSub>
                  </m:oMath>
                </a14:m>
                <a:r>
                  <a:rPr lang="zh-CN" altLang="en-US" sz="3000" dirty="0">
                    <a:latin typeface="楷体" panose="02010609060101010101" pitchFamily="49" charset="-122"/>
                    <a:ea typeface="楷体" panose="02010609060101010101" pitchFamily="49" charset="-122"/>
                  </a:rPr>
                  <a:t>解析，那函数是否可以展开？</a:t>
                </a:r>
                <a:endParaRPr lang="zh-CN" altLang="en-US" sz="30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468630" y="1550035"/>
                <a:ext cx="8207375" cy="1259840"/>
              </a:xfrm>
              <a:prstGeom prst="rect">
                <a:avLst/>
              </a:prstGeom>
              <a:blipFill rotWithShape="1">
                <a:blip r:embed="rId3"/>
                <a:stretch>
                  <a:fillRect t="-4385" r="-2236" b="-4486"/>
                </a:stretch>
              </a:blipFill>
            </p:spPr>
            <p:txBody>
              <a:bodyPr/>
              <a:lstStyle/>
              <a:p>
                <a:r>
                  <a:rPr lang="zh-CN" altLang="en-US">
                    <a:noFill/>
                  </a:rPr>
                  <a:t> </a:t>
                </a:r>
              </a:p>
            </p:txBody>
          </p:sp>
        </mc:Fallback>
      </mc:AlternateContent>
      <p:sp>
        <p:nvSpPr>
          <p:cNvPr id="3" name="标题 1"/>
          <p:cNvSpPr txBox="1"/>
          <p:nvPr/>
        </p:nvSpPr>
        <p:spPr>
          <a:xfrm>
            <a:off x="397510" y="3036570"/>
            <a:ext cx="8207375" cy="153860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楷体" panose="02010609060101010101" pitchFamily="49" charset="-122"/>
                <a:ea typeface="楷体" panose="02010609060101010101" pitchFamily="49" charset="-122"/>
              </a:rPr>
              <a:t>  </a:t>
            </a:r>
            <a:r>
              <a:rPr lang="zh-CN" altLang="en-US" sz="3000" dirty="0">
                <a:latin typeface="楷体" panose="02010609060101010101" pitchFamily="49" charset="-122"/>
                <a:ea typeface="楷体" panose="02010609060101010101" pitchFamily="49" charset="-122"/>
              </a:rPr>
              <a:t>在这里我们用联系的观点看待事物，用更高的视角去看待问题，看看能不能找到新的解决方法。</a:t>
            </a:r>
            <a:endParaRPr lang="zh-CN" altLang="en-US" sz="3000" dirty="0">
              <a:latin typeface="楷体" panose="02010609060101010101" pitchFamily="49" charset="-122"/>
              <a:ea typeface="楷体" panose="02010609060101010101" pitchFamily="49" charset="-122"/>
            </a:endParaRPr>
          </a:p>
        </p:txBody>
      </p:sp>
      <p:grpSp>
        <p:nvGrpSpPr>
          <p:cNvPr id="13" name="组合 12"/>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14"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14"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4"/>
                </a:blipFill>
              </p:spPr>
              <p:txBody>
                <a:bodyPr/>
                <a:lstStyle/>
                <a:p>
                  <a:r>
                    <a:rPr lang="zh-CN" altLang="en-US">
                      <a:noFill/>
                    </a:rPr>
                    <a:t> </a:t>
                  </a:r>
                </a:p>
              </p:txBody>
            </p:sp>
          </mc:Fallback>
        </mc:AlternateContent>
        <p:cxnSp>
          <p:nvCxnSpPr>
            <p:cNvPr id="15" name="直接连接符 14"/>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标题 1"/>
              <p:cNvSpPr txBox="1"/>
              <p:nvPr/>
            </p:nvSpPr>
            <p:spPr>
              <a:xfrm>
                <a:off x="58821" y="729814"/>
                <a:ext cx="6228080" cy="6946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600" b="1" dirty="0">
                    <a:latin typeface="楷体" panose="02010609060101010101" pitchFamily="49" charset="-122"/>
                    <a:ea typeface="楷体" panose="02010609060101010101" pitchFamily="49" charset="-122"/>
                  </a:rPr>
                  <a:t>一、</a:t>
                </a:r>
                <a:r>
                  <a:rPr lang="en-US" altLang="zh-CN" sz="3600" b="1" dirty="0">
                    <a:ea typeface="楷体" panose="02010609060101010101" pitchFamily="49" charset="-122"/>
                  </a:rPr>
                  <a:t> </a:t>
                </a:r>
                <a14:m>
                  <m:oMath xmlns:m="http://schemas.openxmlformats.org/officeDocument/2006/math">
                    <m:r>
                      <a:rPr lang="en-US" altLang="zh-CN" sz="3600" b="1" i="1" smtClean="0">
                        <a:latin typeface="Cambria Math" panose="02040503050406030204" pitchFamily="18" charset="0"/>
                        <a:ea typeface="楷体" panose="02010609060101010101" pitchFamily="49" charset="-122"/>
                      </a:rPr>
                      <m:t>𝑳𝒂𝒖𝒓𝒆𝒏𝒕</m:t>
                    </m:r>
                    <m:r>
                      <a:rPr lang="zh-CN" altLang="en-US" sz="3600" b="1" i="1">
                        <a:latin typeface="Cambria Math" panose="02040503050406030204" pitchFamily="18" charset="0"/>
                        <a:ea typeface="楷体" panose="02010609060101010101" pitchFamily="49" charset="-122"/>
                      </a:rPr>
                      <m:t>级数</m:t>
                    </m:r>
                  </m:oMath>
                </a14:m>
                <a:r>
                  <a:rPr lang="zh-CN" altLang="en-US" sz="3600" b="1" dirty="0">
                    <a:latin typeface="楷体" panose="02010609060101010101" pitchFamily="49" charset="-122"/>
                    <a:ea typeface="楷体" panose="02010609060101010101" pitchFamily="49" charset="-122"/>
                  </a:rPr>
                  <a:t>定义和定理</a:t>
                </a:r>
                <a:endParaRPr lang="zh-CN" altLang="en-US" sz="3600" b="1"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58821" y="729814"/>
                <a:ext cx="6228080" cy="694690"/>
              </a:xfrm>
              <a:prstGeom prst="rect">
                <a:avLst/>
              </a:prstGeom>
              <a:blipFill rotWithShape="1">
                <a:blip r:embed="rId1"/>
                <a:stretch>
                  <a:fillRect l="-6" t="-9444" r="6" b="-947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标题 1"/>
              <p:cNvSpPr txBox="1"/>
              <p:nvPr/>
            </p:nvSpPr>
            <p:spPr>
              <a:xfrm>
                <a:off x="146685" y="1555351"/>
                <a:ext cx="8850630" cy="207518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solidFill>
                          <a:srgbClr val="FF0000"/>
                        </a:solidFill>
                        <a:latin typeface="Cambria Math" panose="02040503050406030204" pitchFamily="18" charset="0"/>
                        <a:ea typeface="楷体" panose="02010609060101010101" pitchFamily="49" charset="-122"/>
                      </a:rPr>
                      <m:t>𝐷𝑒𝑓</m:t>
                    </m:r>
                  </m:oMath>
                </a14:m>
                <a:r>
                  <a:rPr lang="zh-CN" altLang="en-US" sz="3000" dirty="0">
                    <a:latin typeface="楷体" panose="02010609060101010101" pitchFamily="49" charset="-122"/>
                    <a:ea typeface="楷体" panose="02010609060101010101" pitchFamily="49" charset="-122"/>
                  </a:rPr>
                  <a:t>：</a:t>
                </a:r>
                <a14:m>
                  <m:oMath xmlns:m="http://schemas.openxmlformats.org/officeDocument/2006/math">
                    <m:nary>
                      <m:naryPr>
                        <m:chr m:val="∑"/>
                        <m:ctrlPr>
                          <a:rPr lang="en-US" altLang="zh-CN" sz="3000" i="1" smtClean="0">
                            <a:latin typeface="Cambria Math" panose="02040503050406030204" pitchFamily="18" charset="0"/>
                            <a:ea typeface="楷体" panose="02010609060101010101" pitchFamily="49" charset="-122"/>
                          </a:rPr>
                        </m:ctrlPr>
                      </m:naryPr>
                      <m:sub>
                        <m:r>
                          <a:rPr lang="en-US" altLang="zh-CN" sz="3000" b="0" i="1" smtClean="0">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Cambria Math" panose="02040503050406030204" pitchFamily="18" charset="0"/>
                          </a:rPr>
                          <m:t>∞</m:t>
                        </m:r>
                      </m:sub>
                      <m:sup>
                        <m:r>
                          <a:rPr lang="en-US" altLang="zh-CN" sz="3000" i="1">
                            <a:latin typeface="Cambria Math" panose="02040503050406030204" pitchFamily="18" charset="0"/>
                            <a:ea typeface="Cambria Math" panose="02040503050406030204" pitchFamily="18" charset="0"/>
                          </a:rPr>
                          <m:t>∞</m:t>
                        </m:r>
                      </m:sup>
                      <m:e>
                        <m:sSub>
                          <m:sSubPr>
                            <m:ctrlPr>
                              <a:rPr lang="en-US" altLang="zh-CN" sz="3000" i="1">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𝐶</m:t>
                            </m:r>
                          </m:e>
                          <m:sub>
                            <m:r>
                              <a:rPr lang="en-US" altLang="zh-CN" sz="3000" b="0" i="1" smtClean="0">
                                <a:latin typeface="Cambria Math" panose="02040503050406030204" pitchFamily="18" charset="0"/>
                                <a:ea typeface="楷体" panose="02010609060101010101" pitchFamily="49" charset="-122"/>
                              </a:rPr>
                              <m:t>𝑛</m:t>
                            </m:r>
                          </m:sub>
                        </m:sSub>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𝑧</m:t>
                                </m:r>
                              </m:e>
                              <m:sub>
                                <m:r>
                                  <a:rPr lang="en-US" altLang="zh-CN" sz="3000" b="0" i="1" smtClean="0">
                                    <a:latin typeface="Cambria Math" panose="02040503050406030204" pitchFamily="18" charset="0"/>
                                    <a:ea typeface="楷体" panose="02010609060101010101" pitchFamily="49" charset="-122"/>
                                  </a:rPr>
                                  <m:t>0</m:t>
                                </m:r>
                              </m:sub>
                            </m:sSub>
                            <m:r>
                              <a:rPr lang="en-US" altLang="zh-CN" sz="3000" b="0" i="1" smtClean="0">
                                <a:latin typeface="Cambria Math" panose="02040503050406030204" pitchFamily="18" charset="0"/>
                                <a:ea typeface="楷体" panose="02010609060101010101" pitchFamily="49" charset="-122"/>
                              </a:rPr>
                              <m:t>)</m:t>
                            </m:r>
                          </m:e>
                          <m:sup>
                            <m:r>
                              <a:rPr lang="en-US" altLang="zh-CN" sz="3000" b="0" i="1" smtClean="0">
                                <a:latin typeface="Cambria Math" panose="02040503050406030204" pitchFamily="18" charset="0"/>
                                <a:ea typeface="楷体" panose="02010609060101010101" pitchFamily="49" charset="-122"/>
                              </a:rPr>
                              <m:t>𝑛</m:t>
                            </m:r>
                          </m:sup>
                        </m:sSup>
                      </m:e>
                    </m:nary>
                    <m:r>
                      <a:rPr lang="en-US" altLang="zh-CN" sz="3000" i="1">
                        <a:latin typeface="Cambria Math" panose="02040503050406030204" pitchFamily="18" charset="0"/>
                        <a:ea typeface="楷体" panose="02010609060101010101" pitchFamily="49" charset="-122"/>
                      </a:rPr>
                      <m:t>=</m:t>
                    </m:r>
                    <m:nary>
                      <m:naryPr>
                        <m:chr m:val="∑"/>
                        <m:ctrlPr>
                          <a:rPr lang="en-US" altLang="zh-CN" sz="3000" i="1">
                            <a:latin typeface="Cambria Math" panose="02040503050406030204" pitchFamily="18" charset="0"/>
                            <a:ea typeface="楷体" panose="02010609060101010101" pitchFamily="49" charset="-122"/>
                          </a:rPr>
                        </m:ctrlPr>
                      </m:naryPr>
                      <m:sub>
                        <m: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sub>
                      <m:sup>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1</m:t>
                        </m:r>
                      </m:sup>
                      <m:e>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𝐶</m:t>
                            </m:r>
                          </m:e>
                          <m:sub>
                            <m:r>
                              <a:rPr lang="en-US" altLang="zh-CN" sz="3000" i="1">
                                <a:latin typeface="Cambria Math" panose="02040503050406030204" pitchFamily="18" charset="0"/>
                                <a:ea typeface="楷体" panose="02010609060101010101" pitchFamily="49" charset="-122"/>
                              </a:rPr>
                              <m:t>𝑛</m:t>
                            </m:r>
                          </m:sub>
                        </m:sSub>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0</m:t>
                                </m:r>
                              </m:sub>
                            </m:sSub>
                            <m:r>
                              <a:rPr lang="en-US" altLang="zh-CN" sz="3000" i="1">
                                <a:latin typeface="Cambria Math" panose="02040503050406030204" pitchFamily="18" charset="0"/>
                                <a:ea typeface="楷体" panose="02010609060101010101" pitchFamily="49" charset="-122"/>
                              </a:rPr>
                              <m:t>)</m:t>
                            </m:r>
                          </m:e>
                          <m:sup>
                            <m:r>
                              <a:rPr lang="en-US" altLang="zh-CN" sz="3000" i="1">
                                <a:latin typeface="Cambria Math" panose="02040503050406030204" pitchFamily="18" charset="0"/>
                                <a:ea typeface="楷体" panose="02010609060101010101" pitchFamily="49" charset="-122"/>
                              </a:rPr>
                              <m:t>𝑛</m:t>
                            </m:r>
                          </m:sup>
                        </m:sSup>
                        <m:r>
                          <a:rPr lang="en-US" altLang="zh-CN" sz="3000" b="0" i="1" smtClean="0">
                            <a:latin typeface="Cambria Math" panose="02040503050406030204" pitchFamily="18" charset="0"/>
                            <a:ea typeface="楷体" panose="02010609060101010101" pitchFamily="49" charset="-122"/>
                          </a:rPr>
                          <m:t>+</m:t>
                        </m:r>
                      </m:e>
                    </m:nary>
                  </m:oMath>
                </a14:m>
                <a:endParaRPr lang="en-US" altLang="zh-CN" sz="3000" i="1" dirty="0">
                  <a:latin typeface="Cambria Math" panose="02040503050406030204" pitchFamily="18" charset="0"/>
                  <a:ea typeface="楷体" panose="02010609060101010101" pitchFamily="49" charset="-122"/>
                </a:endParaRPr>
              </a:p>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nary>
                      <m:naryPr>
                        <m:chr m:val="∑"/>
                        <m:ctrlPr>
                          <a:rPr lang="en-US" altLang="zh-CN" sz="3000" i="1">
                            <a:latin typeface="Cambria Math" panose="02040503050406030204" pitchFamily="18" charset="0"/>
                            <a:ea typeface="楷体" panose="02010609060101010101" pitchFamily="49" charset="-122"/>
                          </a:rPr>
                        </m:ctrlPr>
                      </m:naryPr>
                      <m:sub>
                        <m: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sub>
                      <m:sup>
                        <m:r>
                          <a:rPr lang="en-US" altLang="zh-CN" sz="3000" i="1">
                            <a:latin typeface="Cambria Math" panose="02040503050406030204" pitchFamily="18" charset="0"/>
                            <a:ea typeface="Cambria Math" panose="02040503050406030204" pitchFamily="18" charset="0"/>
                          </a:rPr>
                          <m:t>∞</m:t>
                        </m:r>
                      </m:sup>
                      <m:e>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𝐶</m:t>
                            </m:r>
                          </m:e>
                          <m:sub>
                            <m:r>
                              <a:rPr lang="en-US" altLang="zh-CN" sz="3000" i="1">
                                <a:latin typeface="Cambria Math" panose="02040503050406030204" pitchFamily="18" charset="0"/>
                                <a:ea typeface="楷体" panose="02010609060101010101" pitchFamily="49" charset="-122"/>
                              </a:rPr>
                              <m:t>𝑛</m:t>
                            </m:r>
                          </m:sub>
                        </m:sSub>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0</m:t>
                                </m:r>
                              </m:sub>
                            </m:sSub>
                            <m:r>
                              <a:rPr lang="en-US" altLang="zh-CN" sz="3000" i="1">
                                <a:latin typeface="Cambria Math" panose="02040503050406030204" pitchFamily="18" charset="0"/>
                                <a:ea typeface="楷体" panose="02010609060101010101" pitchFamily="49" charset="-122"/>
                              </a:rPr>
                              <m:t>)</m:t>
                            </m:r>
                          </m:e>
                          <m:sup>
                            <m:r>
                              <a:rPr lang="en-US" altLang="zh-CN" sz="3000" i="1">
                                <a:latin typeface="Cambria Math" panose="02040503050406030204" pitchFamily="18" charset="0"/>
                                <a:ea typeface="楷体" panose="02010609060101010101" pitchFamily="49" charset="-122"/>
                              </a:rPr>
                              <m:t>𝑛</m:t>
                            </m:r>
                          </m:sup>
                        </m:sSup>
                      </m:e>
                    </m:nary>
                    <m:r>
                      <a:rPr lang="zh-CN" altLang="en-US" sz="3000" i="1" smtClean="0">
                        <a:latin typeface="Cambria Math" panose="02040503050406030204" pitchFamily="18" charset="0"/>
                        <a:ea typeface="楷体" panose="02010609060101010101" pitchFamily="49" charset="-122"/>
                      </a:rPr>
                      <m:t>称为</m:t>
                    </m:r>
                    <m:r>
                      <a:rPr lang="en-US" altLang="zh-CN" sz="3000" b="0" i="1" smtClean="0">
                        <a:solidFill>
                          <a:srgbClr val="FF0000"/>
                        </a:solidFill>
                        <a:latin typeface="Cambria Math" panose="02040503050406030204" pitchFamily="18" charset="0"/>
                        <a:ea typeface="楷体" panose="02010609060101010101" pitchFamily="49" charset="-122"/>
                      </a:rPr>
                      <m:t>𝐿𝑎𝑢𝑟𝑒𝑛𝑡</m:t>
                    </m:r>
                    <m:r>
                      <a:rPr lang="en-US" altLang="zh-CN" sz="3000" i="1">
                        <a:solidFill>
                          <a:srgbClr val="FF0000"/>
                        </a:solidFill>
                        <a:latin typeface="Cambria Math" panose="02040503050406030204" pitchFamily="18" charset="0"/>
                        <a:ea typeface="楷体" panose="02010609060101010101" pitchFamily="49" charset="-122"/>
                      </a:rPr>
                      <m:t> </m:t>
                    </m:r>
                    <m:r>
                      <a:rPr lang="zh-CN" altLang="en-US" sz="3000" i="1" smtClean="0">
                        <a:solidFill>
                          <a:srgbClr val="FF0000"/>
                        </a:solidFill>
                        <a:latin typeface="Cambria Math" panose="02040503050406030204" pitchFamily="18" charset="0"/>
                        <a:ea typeface="楷体" panose="02010609060101010101" pitchFamily="49" charset="-122"/>
                      </a:rPr>
                      <m:t>级数</m:t>
                    </m:r>
                  </m:oMath>
                </a14:m>
                <a:r>
                  <a:rPr lang="zh-CN" altLang="en-US" sz="3000" dirty="0">
                    <a:latin typeface="楷体" panose="02010609060101010101" pitchFamily="49" charset="-122"/>
                    <a:ea typeface="楷体" panose="02010609060101010101" pitchFamily="49" charset="-122"/>
                  </a:rPr>
                  <a:t>，</a:t>
                </a:r>
                <a14:m>
                  <m:oMath xmlns:m="http://schemas.openxmlformats.org/officeDocument/2006/math">
                    <m:sSub>
                      <m:sSubPr>
                        <m:ctrlPr>
                          <a:rPr lang="pt-BR" altLang="zh-CN" sz="300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𝐶</m:t>
                        </m:r>
                      </m:e>
                      <m:sub>
                        <m:r>
                          <a:rPr lang="en-US" altLang="zh-CN" sz="3000" b="0" i="1" smtClean="0">
                            <a:latin typeface="Cambria Math" panose="02040503050406030204" pitchFamily="18" charset="0"/>
                            <a:ea typeface="楷体" panose="02010609060101010101" pitchFamily="49" charset="-122"/>
                          </a:rPr>
                          <m:t>𝑛</m:t>
                        </m:r>
                      </m:sub>
                    </m:sSub>
                    <m:r>
                      <a:rPr lang="en-US" altLang="zh-CN" sz="3000" b="0" i="0"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𝑧</m:t>
                        </m:r>
                      </m:e>
                      <m:sub>
                        <m:r>
                          <a:rPr lang="en-US" altLang="zh-CN" sz="3000" b="0" i="1" smtClean="0">
                            <a:latin typeface="Cambria Math" panose="02040503050406030204" pitchFamily="18" charset="0"/>
                            <a:ea typeface="楷体" panose="02010609060101010101" pitchFamily="49" charset="-122"/>
                          </a:rPr>
                          <m:t>0</m:t>
                        </m:r>
                      </m:sub>
                    </m:sSub>
                    <m:r>
                      <a:rPr lang="zh-CN" altLang="en-US" sz="3000" i="1">
                        <a:latin typeface="Cambria Math" panose="02040503050406030204" pitchFamily="18" charset="0"/>
                        <a:ea typeface="楷体" panose="02010609060101010101" pitchFamily="49" charset="-122"/>
                      </a:rPr>
                      <m:t>是</m:t>
                    </m:r>
                  </m:oMath>
                </a14:m>
                <a:r>
                  <a:rPr lang="zh-CN" altLang="en-US" sz="3000" dirty="0">
                    <a:latin typeface="楷体" panose="02010609060101010101" pitchFamily="49" charset="-122"/>
                    <a:ea typeface="楷体" panose="02010609060101010101" pitchFamily="49" charset="-122"/>
                  </a:rPr>
                  <a:t>复常数。</a:t>
                </a:r>
                <a:endParaRPr lang="zh-CN" altLang="en-US" sz="30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146685" y="1555351"/>
                <a:ext cx="8850630" cy="2075180"/>
              </a:xfrm>
              <a:prstGeom prst="rect">
                <a:avLst/>
              </a:prstGeom>
              <a:blipFill rotWithShape="1">
                <a:blip r:embed="rId2"/>
                <a:stretch>
                  <a:fillRect t="-6284" b="-632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146685" y="3279341"/>
                <a:ext cx="8850630" cy="1783547"/>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FF0000"/>
                    </a:solidFill>
                    <a:latin typeface="楷体" panose="02010609060101010101" pitchFamily="49" charset="-122"/>
                    <a:ea typeface="楷体" panose="02010609060101010101" pitchFamily="49" charset="-122"/>
                  </a:rPr>
                  <a:t>注</a:t>
                </a:r>
                <a:r>
                  <a:rPr lang="en-US" altLang="zh-CN" sz="3000" dirty="0">
                    <a:solidFill>
                      <a:srgbClr val="FF0000"/>
                    </a:solidFill>
                    <a:latin typeface="楷体" panose="02010609060101010101" pitchFamily="49" charset="-122"/>
                    <a:ea typeface="楷体" panose="02010609060101010101" pitchFamily="49" charset="-122"/>
                  </a:rPr>
                  <a:t>1</a:t>
                </a:r>
                <a:r>
                  <a:rPr lang="zh-CN" altLang="en-US" sz="3000" dirty="0">
                    <a:latin typeface="楷体" panose="02010609060101010101" pitchFamily="49" charset="-122"/>
                    <a:ea typeface="楷体" panose="02010609060101010101" pitchFamily="49" charset="-122"/>
                  </a:rPr>
                  <a:t>：当</a:t>
                </a:r>
                <a14:m>
                  <m:oMath xmlns:m="http://schemas.openxmlformats.org/officeDocument/2006/math">
                    <m:r>
                      <a:rPr lang="en-US" altLang="zh-CN" sz="3000" b="0" i="1" smtClean="0">
                        <a:solidFill>
                          <a:schemeClr val="tx1"/>
                        </a:solidFill>
                        <a:latin typeface="Cambria Math" panose="02040503050406030204" pitchFamily="18" charset="0"/>
                        <a:ea typeface="楷体" panose="02010609060101010101" pitchFamily="49" charset="-122"/>
                      </a:rPr>
                      <m:t>𝑛</m:t>
                    </m:r>
                    <m:r>
                      <a:rPr lang="zh-CN" altLang="en-US" sz="3000" i="1">
                        <a:latin typeface="Cambria Math" panose="02040503050406030204" pitchFamily="18" charset="0"/>
                        <a:ea typeface="楷体" panose="02010609060101010101" pitchFamily="49" charset="-122"/>
                      </a:rPr>
                      <m:t>为</m:t>
                    </m:r>
                    <m:r>
                      <a:rPr lang="zh-CN" altLang="en-US" sz="3000" i="1" dirty="0">
                        <a:latin typeface="Cambria Math" panose="02040503050406030204" pitchFamily="18" charset="0"/>
                        <a:ea typeface="楷体" panose="02010609060101010101" pitchFamily="49" charset="-122"/>
                      </a:rPr>
                      <m:t>负整数</m:t>
                    </m:r>
                    <m:r>
                      <a:rPr lang="zh-CN" altLang="en-US" sz="3000" i="1" dirty="0" smtClean="0">
                        <a:latin typeface="Cambria Math" panose="02040503050406030204" pitchFamily="18" charset="0"/>
                        <a:ea typeface="楷体" panose="02010609060101010101" pitchFamily="49" charset="-122"/>
                      </a:rPr>
                      <m:t>，</m:t>
                    </m:r>
                    <m:sSub>
                      <m:sSubPr>
                        <m:ctrlPr>
                          <a:rPr lang="en-US" altLang="zh-CN" sz="3000" i="1" dirty="0" smtClean="0">
                            <a:latin typeface="Cambria Math" panose="02040503050406030204" pitchFamily="18" charset="0"/>
                            <a:ea typeface="楷体" panose="02010609060101010101" pitchFamily="49" charset="-122"/>
                          </a:rPr>
                        </m:ctrlPr>
                      </m:sSubPr>
                      <m:e>
                        <m:r>
                          <a:rPr lang="en-US" altLang="zh-CN" sz="3000" b="0" i="1" dirty="0" smtClean="0">
                            <a:latin typeface="Cambria Math" panose="02040503050406030204" pitchFamily="18" charset="0"/>
                            <a:ea typeface="楷体" panose="02010609060101010101" pitchFamily="49" charset="-122"/>
                          </a:rPr>
                          <m:t>𝐶</m:t>
                        </m:r>
                      </m:e>
                      <m:sub>
                        <m:r>
                          <a:rPr lang="en-US" altLang="zh-CN" sz="3000" b="0" i="1" dirty="0" smtClean="0">
                            <a:latin typeface="Cambria Math" panose="02040503050406030204" pitchFamily="18" charset="0"/>
                            <a:ea typeface="楷体" panose="02010609060101010101" pitchFamily="49" charset="-122"/>
                          </a:rPr>
                          <m:t>𝑛</m:t>
                        </m:r>
                      </m:sub>
                    </m:sSub>
                    <m:r>
                      <a:rPr lang="en-US" altLang="zh-CN" sz="3000" b="0" i="1" dirty="0" smtClean="0">
                        <a:latin typeface="Cambria Math" panose="02040503050406030204" pitchFamily="18" charset="0"/>
                        <a:ea typeface="楷体" panose="02010609060101010101" pitchFamily="49" charset="-122"/>
                      </a:rPr>
                      <m:t>=</m:t>
                    </m:r>
                    <m:r>
                      <a:rPr lang="en-US" altLang="zh-CN" sz="3000" b="0" i="1" dirty="0" smtClean="0">
                        <a:latin typeface="Cambria Math" panose="02040503050406030204" pitchFamily="18" charset="0"/>
                        <a:ea typeface="楷体" panose="02010609060101010101" pitchFamily="49" charset="-122"/>
                      </a:rPr>
                      <m:t>0</m:t>
                    </m:r>
                    <m:r>
                      <a:rPr lang="zh-CN" altLang="en-US" sz="3000" i="1" dirty="0">
                        <a:latin typeface="Cambria Math" panose="02040503050406030204" pitchFamily="18" charset="0"/>
                        <a:ea typeface="楷体" panose="02010609060101010101" pitchFamily="49" charset="-122"/>
                      </a:rPr>
                      <m:t>，</m:t>
                    </m:r>
                    <m:r>
                      <a:rPr lang="zh-CN" altLang="en-US" sz="3000" i="1" dirty="0" smtClean="0">
                        <a:latin typeface="Cambria Math" panose="02040503050406030204" pitchFamily="18" charset="0"/>
                        <a:ea typeface="楷体" panose="02010609060101010101" pitchFamily="49" charset="-122"/>
                      </a:rPr>
                      <m:t>上式</m:t>
                    </m:r>
                    <m:r>
                      <a:rPr lang="zh-CN" altLang="en-US" sz="3000" i="1" dirty="0">
                        <a:latin typeface="Cambria Math" panose="02040503050406030204" pitchFamily="18" charset="0"/>
                        <a:ea typeface="楷体" panose="02010609060101010101" pitchFamily="49" charset="-122"/>
                      </a:rPr>
                      <m:t>为</m:t>
                    </m:r>
                    <m:r>
                      <a:rPr lang="zh-CN" altLang="en-US" sz="3000" i="1" dirty="0" smtClean="0">
                        <a:latin typeface="Cambria Math" panose="02040503050406030204" pitchFamily="18" charset="0"/>
                        <a:ea typeface="楷体" panose="02010609060101010101" pitchFamily="49" charset="-122"/>
                      </a:rPr>
                      <m:t>幂级数</m:t>
                    </m:r>
                    <m:nary>
                      <m:naryPr>
                        <m:chr m:val="∑"/>
                        <m:ctrlPr>
                          <a:rPr lang="en-US" altLang="zh-CN" sz="3000" i="1" smtClean="0">
                            <a:latin typeface="Cambria Math" panose="02040503050406030204" pitchFamily="18" charset="0"/>
                            <a:ea typeface="楷体" panose="02010609060101010101" pitchFamily="49" charset="-122"/>
                          </a:rPr>
                        </m:ctrlPr>
                      </m:naryPr>
                      <m:sub>
                        <m:r>
                          <a:rPr lang="en-US" altLang="zh-CN" sz="3000" b="0" i="1" smtClean="0">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sub>
                      <m:sup>
                        <m:r>
                          <a:rPr lang="en-US" altLang="zh-CN" sz="3000" i="1">
                            <a:latin typeface="Cambria Math" panose="02040503050406030204" pitchFamily="18" charset="0"/>
                            <a:ea typeface="Cambria Math" panose="02040503050406030204" pitchFamily="18" charset="0"/>
                          </a:rPr>
                          <m:t>∞</m:t>
                        </m:r>
                      </m:sup>
                      <m:e>
                        <m:sSub>
                          <m:sSubPr>
                            <m:ctrlPr>
                              <a:rPr lang="en-US" altLang="zh-CN" sz="3000" i="1">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𝐶</m:t>
                            </m:r>
                          </m:e>
                          <m:sub>
                            <m:r>
                              <a:rPr lang="en-US" altLang="zh-CN" sz="3000" b="0" i="1" smtClean="0">
                                <a:latin typeface="Cambria Math" panose="02040503050406030204" pitchFamily="18" charset="0"/>
                                <a:ea typeface="楷体" panose="02010609060101010101" pitchFamily="49" charset="-122"/>
                              </a:rPr>
                              <m:t>𝑛</m:t>
                            </m:r>
                          </m:sub>
                        </m:sSub>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𝑧</m:t>
                                </m:r>
                              </m:e>
                              <m:sub>
                                <m:r>
                                  <a:rPr lang="en-US" altLang="zh-CN" sz="3000" b="0" i="1" smtClean="0">
                                    <a:latin typeface="Cambria Math" panose="02040503050406030204" pitchFamily="18" charset="0"/>
                                    <a:ea typeface="楷体" panose="02010609060101010101" pitchFamily="49" charset="-122"/>
                                  </a:rPr>
                                  <m:t>0</m:t>
                                </m:r>
                              </m:sub>
                            </m:sSub>
                            <m:r>
                              <a:rPr lang="en-US" altLang="zh-CN" sz="3000" b="0" i="1" smtClean="0">
                                <a:latin typeface="Cambria Math" panose="02040503050406030204" pitchFamily="18" charset="0"/>
                                <a:ea typeface="楷体" panose="02010609060101010101" pitchFamily="49" charset="-122"/>
                              </a:rPr>
                              <m:t>)</m:t>
                            </m:r>
                          </m:e>
                          <m:sup>
                            <m:r>
                              <a:rPr lang="en-US" altLang="zh-CN" sz="3000" b="0" i="1" smtClean="0">
                                <a:latin typeface="Cambria Math" panose="02040503050406030204" pitchFamily="18" charset="0"/>
                                <a:ea typeface="楷体" panose="02010609060101010101" pitchFamily="49" charset="-122"/>
                              </a:rPr>
                              <m:t>𝑛</m:t>
                            </m:r>
                          </m:sup>
                        </m:sSup>
                      </m:e>
                    </m:nary>
                  </m:oMath>
                </a14:m>
                <a:r>
                  <a:rPr lang="en-US" altLang="zh-CN" sz="3000" i="1" dirty="0">
                    <a:latin typeface="Cambria Math" panose="02040503050406030204" pitchFamily="18" charset="0"/>
                    <a:ea typeface="楷体" panose="02010609060101010101" pitchFamily="49" charset="-122"/>
                  </a:rPr>
                  <a:t>.</a:t>
                </a:r>
                <a:r>
                  <a:rPr lang="zh-CN" altLang="en-US" sz="3000" dirty="0">
                    <a:latin typeface="Cambria Math" panose="02040503050406030204" pitchFamily="18" charset="0"/>
                    <a:ea typeface="楷体" panose="02010609060101010101" pitchFamily="49" charset="-122"/>
                  </a:rPr>
                  <a:t>所以</a:t>
                </a:r>
                <a14:m>
                  <m:oMath xmlns:m="http://schemas.openxmlformats.org/officeDocument/2006/math">
                    <m:r>
                      <a:rPr lang="en-US" altLang="zh-CN" sz="3000" b="0" i="1" smtClean="0">
                        <a:solidFill>
                          <a:schemeClr val="tx1"/>
                        </a:solidFill>
                        <a:latin typeface="Cambria Math" panose="02040503050406030204" pitchFamily="18" charset="0"/>
                        <a:ea typeface="楷体" panose="02010609060101010101" pitchFamily="49" charset="-122"/>
                      </a:rPr>
                      <m:t>𝐿𝑎𝑢𝑟𝑒𝑛𝑡</m:t>
                    </m:r>
                    <m:r>
                      <a:rPr lang="en-US" altLang="zh-CN" sz="3000" i="1">
                        <a:solidFill>
                          <a:schemeClr val="tx1"/>
                        </a:solidFill>
                        <a:latin typeface="Cambria Math" panose="02040503050406030204" pitchFamily="18" charset="0"/>
                        <a:ea typeface="楷体" panose="02010609060101010101" pitchFamily="49" charset="-122"/>
                      </a:rPr>
                      <m:t> </m:t>
                    </m:r>
                    <m:r>
                      <a:rPr lang="zh-CN" altLang="en-US" sz="3000" i="1" smtClean="0">
                        <a:solidFill>
                          <a:schemeClr val="tx1"/>
                        </a:solidFill>
                        <a:latin typeface="Cambria Math" panose="02040503050406030204" pitchFamily="18" charset="0"/>
                        <a:ea typeface="楷体" panose="02010609060101010101" pitchFamily="49" charset="-122"/>
                      </a:rPr>
                      <m:t>级数</m:t>
                    </m:r>
                  </m:oMath>
                </a14:m>
                <a:r>
                  <a:rPr lang="zh-CN" altLang="en-US" sz="3000" dirty="0">
                    <a:latin typeface="楷体" panose="02010609060101010101" pitchFamily="49" charset="-122"/>
                    <a:ea typeface="楷体" panose="02010609060101010101" pitchFamily="49" charset="-122"/>
                  </a:rPr>
                  <a:t>是幂级数的推广。</a:t>
                </a:r>
                <a:endParaRPr lang="zh-CN" altLang="en-US"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146685" y="3279341"/>
                <a:ext cx="8850630" cy="1783547"/>
              </a:xfrm>
              <a:prstGeom prst="rect">
                <a:avLst/>
              </a:prstGeom>
              <a:blipFill rotWithShape="1">
                <a:blip r:embed="rId3"/>
                <a:stretch>
                  <a:fillRect t="-11" r="-1047" b="2"/>
                </a:stretch>
              </a:blipFill>
            </p:spPr>
            <p:txBody>
              <a:bodyPr/>
              <a:lstStyle/>
              <a:p>
                <a:r>
                  <a:rPr lang="zh-CN" altLang="en-US">
                    <a:noFill/>
                  </a:rPr>
                  <a:t> </a:t>
                </a:r>
              </a:p>
            </p:txBody>
          </p:sp>
        </mc:Fallback>
      </mc:AlternateContent>
      <p:grpSp>
        <p:nvGrpSpPr>
          <p:cNvPr id="7" name="组合 6"/>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8"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8"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4"/>
                </a:blipFill>
              </p:spPr>
              <p:txBody>
                <a:bodyPr/>
                <a:lstStyle/>
                <a:p>
                  <a:r>
                    <a:rPr lang="zh-CN" altLang="en-US">
                      <a:noFill/>
                    </a:rPr>
                    <a:t> </a:t>
                  </a:r>
                </a:p>
              </p:txBody>
            </p:sp>
          </mc:Fallback>
        </mc:AlternateContent>
        <p:cxnSp>
          <p:nvCxnSpPr>
            <p:cNvPr id="9" name="直接连接符 8"/>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1" name="标题 1"/>
              <p:cNvSpPr txBox="1"/>
              <p:nvPr/>
            </p:nvSpPr>
            <p:spPr>
              <a:xfrm>
                <a:off x="146685" y="4974691"/>
                <a:ext cx="8936355" cy="157988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FF0000"/>
                    </a:solidFill>
                    <a:latin typeface="楷体" panose="02010609060101010101" pitchFamily="49" charset="-122"/>
                    <a:ea typeface="楷体" panose="02010609060101010101" pitchFamily="49" charset="-122"/>
                  </a:rPr>
                  <a:t>注</a:t>
                </a:r>
                <a:r>
                  <a:rPr lang="en-US" altLang="zh-CN" sz="3000" dirty="0">
                    <a:solidFill>
                      <a:srgbClr val="FF0000"/>
                    </a:solidFill>
                    <a:latin typeface="楷体" panose="02010609060101010101" pitchFamily="49" charset="-122"/>
                    <a:ea typeface="楷体" panose="02010609060101010101" pitchFamily="49" charset="-122"/>
                  </a:rPr>
                  <a:t>2</a:t>
                </a:r>
                <a:r>
                  <a:rPr lang="zh-CN" altLang="en-US"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非负整数次幂部分称为</a:t>
                </a:r>
                <a14:m>
                  <m:oMath xmlns:m="http://schemas.openxmlformats.org/officeDocument/2006/math">
                    <m:r>
                      <a:rPr lang="en-US" altLang="zh-CN" sz="3000" i="1">
                        <a:latin typeface="Cambria Math" panose="02040503050406030204" pitchFamily="18" charset="0"/>
                        <a:ea typeface="楷体" panose="02010609060101010101" pitchFamily="49" charset="-122"/>
                      </a:rPr>
                      <m:t>𝐿𝑎𝑢𝑟𝑒𝑛𝑡</m:t>
                    </m:r>
                  </m:oMath>
                </a14:m>
                <a:r>
                  <a:rPr lang="zh-CN" altLang="en-US" sz="3000" dirty="0">
                    <a:latin typeface="楷体" panose="02010609060101010101" pitchFamily="49" charset="-122"/>
                    <a:ea typeface="楷体" panose="02010609060101010101" pitchFamily="49" charset="-122"/>
                  </a:rPr>
                  <a:t>级数的</a:t>
                </a:r>
                <a:r>
                  <a:rPr lang="zh-CN" altLang="en-US" sz="3000" dirty="0">
                    <a:solidFill>
                      <a:srgbClr val="FF0000"/>
                    </a:solidFill>
                    <a:latin typeface="楷体" panose="02010609060101010101" pitchFamily="49" charset="-122"/>
                    <a:ea typeface="楷体" panose="02010609060101010101" pitchFamily="49" charset="-122"/>
                  </a:rPr>
                  <a:t>解析部分</a:t>
                </a:r>
                <a:r>
                  <a:rPr lang="zh-CN" altLang="en-US" sz="3000" dirty="0">
                    <a:latin typeface="楷体" panose="02010609060101010101" pitchFamily="49" charset="-122"/>
                    <a:ea typeface="楷体" panose="02010609060101010101" pitchFamily="49" charset="-122"/>
                  </a:rPr>
                  <a:t>，负整数次幂部分为</a:t>
                </a:r>
                <a14:m>
                  <m:oMath xmlns:m="http://schemas.openxmlformats.org/officeDocument/2006/math">
                    <m:r>
                      <a:rPr lang="en-US" altLang="zh-CN" sz="3000" i="1">
                        <a:latin typeface="Cambria Math" panose="02040503050406030204" pitchFamily="18" charset="0"/>
                        <a:ea typeface="楷体" panose="02010609060101010101" pitchFamily="49" charset="-122"/>
                      </a:rPr>
                      <m:t>𝐿𝑎𝑢𝑟𝑒𝑛𝑡</m:t>
                    </m:r>
                  </m:oMath>
                </a14:m>
                <a:r>
                  <a:rPr lang="zh-CN" altLang="en-US" sz="3000" dirty="0">
                    <a:latin typeface="楷体" panose="02010609060101010101" pitchFamily="49" charset="-122"/>
                    <a:ea typeface="楷体" panose="02010609060101010101" pitchFamily="49" charset="-122"/>
                  </a:rPr>
                  <a:t>级数的</a:t>
                </a:r>
                <a:r>
                  <a:rPr lang="zh-CN" altLang="en-US" sz="3000" dirty="0">
                    <a:solidFill>
                      <a:srgbClr val="FF0000"/>
                    </a:solidFill>
                    <a:latin typeface="楷体" panose="02010609060101010101" pitchFamily="49" charset="-122"/>
                    <a:ea typeface="楷体" panose="02010609060101010101" pitchFamily="49" charset="-122"/>
                  </a:rPr>
                  <a:t>主要部分</a:t>
                </a:r>
                <a:r>
                  <a:rPr lang="zh-CN" altLang="en-US" sz="3000" dirty="0">
                    <a:latin typeface="楷体" panose="02010609060101010101" pitchFamily="49" charset="-122"/>
                    <a:ea typeface="楷体" panose="02010609060101010101" pitchFamily="49" charset="-122"/>
                  </a:rPr>
                  <a:t>。</a:t>
                </a:r>
                <a:endParaRPr lang="zh-CN" altLang="en-US" sz="3000" dirty="0">
                  <a:solidFill>
                    <a:srgbClr val="FF0000"/>
                  </a:solidFill>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146685" y="4974691"/>
                <a:ext cx="8936355" cy="1579880"/>
              </a:xfrm>
              <a:prstGeom prst="rect">
                <a:avLst/>
              </a:prstGeom>
              <a:blipFill rotWithShape="1">
                <a:blip r:embed="rId5"/>
                <a:stretch>
                  <a:fillRect t="-6" b="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P spid="3" grpId="0"/>
      <p:bldP spid="11" grpId="0"/>
      <p:bldP spid="11"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标题 1"/>
              <p:cNvSpPr txBox="1"/>
              <p:nvPr/>
            </p:nvSpPr>
            <p:spPr>
              <a:xfrm>
                <a:off x="43414" y="677545"/>
                <a:ext cx="8207375" cy="6057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zh-CN" altLang="en-US" sz="3000" i="1" smtClean="0">
                        <a:solidFill>
                          <a:srgbClr val="FF0000"/>
                        </a:solidFill>
                        <a:latin typeface="Cambria Math" panose="02040503050406030204" pitchFamily="18" charset="0"/>
                        <a:ea typeface="楷体" panose="02010609060101010101" pitchFamily="49" charset="-122"/>
                      </a:rPr>
                      <m:t>注</m:t>
                    </m:r>
                    <m:r>
                      <a:rPr lang="en-US" altLang="zh-CN" sz="3000" i="1">
                        <a:solidFill>
                          <a:srgbClr val="FF0000"/>
                        </a:solidFill>
                        <a:latin typeface="Cambria Math" panose="02040503050406030204" pitchFamily="18" charset="0"/>
                        <a:ea typeface="楷体" panose="02010609060101010101" pitchFamily="49" charset="-122"/>
                      </a:rPr>
                      <m:t>3</m:t>
                    </m:r>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不失一般性设</a:t>
                </a:r>
                <a14:m>
                  <m:oMath xmlns:m="http://schemas.openxmlformats.org/officeDocument/2006/math">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0</m:t>
                        </m:r>
                      </m:sub>
                    </m:sSub>
                  </m:oMath>
                </a14:m>
                <a:r>
                  <a:rPr lang="en-US" altLang="zh-CN" sz="3000" dirty="0">
                    <a:latin typeface="楷体" panose="02010609060101010101" pitchFamily="49" charset="-122"/>
                    <a:ea typeface="楷体" panose="02010609060101010101" pitchFamily="49" charset="-122"/>
                  </a:rPr>
                  <a:t>=0)</a:t>
                </a:r>
                <a:r>
                  <a:rPr lang="zh-CN" altLang="en-US"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43414" y="677545"/>
                <a:ext cx="8207375" cy="605790"/>
              </a:xfrm>
              <a:prstGeom prst="rect">
                <a:avLst/>
              </a:prstGeom>
              <a:blipFill rotWithShape="1">
                <a:blip r:embed="rId1"/>
                <a:stretch>
                  <a:fillRect l="-3" t="-8595" r="3" b="-87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标题 1"/>
              <p:cNvSpPr txBox="1"/>
              <p:nvPr/>
            </p:nvSpPr>
            <p:spPr>
              <a:xfrm>
                <a:off x="265430" y="4192905"/>
                <a:ext cx="8606790" cy="179705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a:latin typeface="Cambria Math" panose="02040503050406030204" pitchFamily="18" charset="0"/>
                    <a:ea typeface="楷体" panose="02010609060101010101" pitchFamily="49" charset="-122"/>
                  </a:rPr>
                  <a:t>则</a:t>
                </a:r>
                <a14:m>
                  <m:oMath xmlns:m="http://schemas.openxmlformats.org/officeDocument/2006/math">
                    <m:nary>
                      <m:naryPr>
                        <m:chr m:val="∑"/>
                        <m:ctrlPr>
                          <a:rPr lang="zh-CN" altLang="en-US" sz="3000" i="1" smtClean="0">
                            <a:latin typeface="Cambria Math" panose="02040503050406030204" pitchFamily="18" charset="0"/>
                            <a:ea typeface="楷体" panose="02010609060101010101" pitchFamily="49" charset="-122"/>
                          </a:rPr>
                        </m:ctrlPr>
                      </m:naryPr>
                      <m:sub>
                        <m:r>
                          <m:rPr>
                            <m:brk m:alnAt="23"/>
                          </m:rPr>
                          <a:rPr lang="en-US" altLang="zh-CN" sz="3000" b="0" i="1" smtClean="0">
                            <a:latin typeface="Cambria Math" panose="02040503050406030204" pitchFamily="18" charset="0"/>
                            <a:ea typeface="楷体" panose="02010609060101010101" pitchFamily="49" charset="-122"/>
                          </a:rPr>
                          <m:t>𝑛</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sub>
                      <m:sup>
                        <m:r>
                          <a:rPr lang="en-US" altLang="zh-CN" sz="3000" i="1" smtClean="0">
                            <a:latin typeface="Cambria Math" panose="02040503050406030204" pitchFamily="18" charset="0"/>
                            <a:ea typeface="Cambria Math" panose="02040503050406030204" pitchFamily="18" charset="0"/>
                          </a:rPr>
                          <m:t>∞</m:t>
                        </m:r>
                      </m:sup>
                      <m:e>
                        <m:sSub>
                          <m:sSubPr>
                            <m:ctrlPr>
                              <a:rPr lang="en-US" altLang="zh-CN" sz="300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𝐶</m:t>
                            </m:r>
                          </m:e>
                          <m: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𝑛</m:t>
                            </m:r>
                          </m:sub>
                        </m:sSub>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𝑧</m:t>
                            </m:r>
                          </m:e>
                          <m: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𝑛</m:t>
                            </m:r>
                          </m:sup>
                        </m:sSup>
                        <m:r>
                          <a:rPr lang="en-US" altLang="zh-CN" sz="3000" b="0" i="1" smtClean="0">
                            <a:latin typeface="Cambria Math" panose="02040503050406030204" pitchFamily="18" charset="0"/>
                            <a:ea typeface="楷体" panose="02010609060101010101" pitchFamily="49" charset="-122"/>
                          </a:rPr>
                          <m:t>=</m:t>
                        </m:r>
                      </m:e>
                    </m:nary>
                    <m:nary>
                      <m:naryPr>
                        <m:chr m:val="∑"/>
                        <m:ctrlPr>
                          <a:rPr lang="en-US" altLang="zh-CN" sz="3000" i="1" smtClean="0">
                            <a:latin typeface="Cambria Math" panose="02040503050406030204" pitchFamily="18" charset="0"/>
                            <a:ea typeface="楷体" panose="02010609060101010101" pitchFamily="49" charset="-122"/>
                          </a:rPr>
                        </m:ctrlPr>
                      </m:naryPr>
                      <m:sub>
                        <m:r>
                          <m:rPr>
                            <m:brk m:alnAt="23"/>
                          </m:rPr>
                          <a:rPr lang="en-US" altLang="zh-CN" sz="3000" b="0" i="1" smtClean="0">
                            <a:latin typeface="Cambria Math" panose="02040503050406030204" pitchFamily="18" charset="0"/>
                            <a:ea typeface="楷体" panose="02010609060101010101" pitchFamily="49" charset="-122"/>
                          </a:rPr>
                          <m:t>𝑛</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sub>
                      <m:sup>
                        <m:r>
                          <a:rPr lang="en-US" altLang="zh-CN" sz="3000" i="1" smtClean="0">
                            <a:latin typeface="Cambria Math" panose="02040503050406030204" pitchFamily="18" charset="0"/>
                            <a:ea typeface="Cambria Math" panose="02040503050406030204" pitchFamily="18" charset="0"/>
                          </a:rPr>
                          <m:t>∞</m:t>
                        </m:r>
                      </m:sup>
                      <m:e>
                        <m:sSub>
                          <m:sSubPr>
                            <m:ctrlPr>
                              <a:rPr lang="en-US" altLang="zh-CN" sz="300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𝐶</m:t>
                            </m:r>
                          </m:e>
                          <m: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𝑛</m:t>
                            </m:r>
                          </m:sub>
                        </m:sSub>
                        <m:sSup>
                          <m:sSupPr>
                            <m:ctrlPr>
                              <a:rPr lang="en-US" altLang="zh-CN" sz="3000" i="1" smtClean="0">
                                <a:latin typeface="Cambria Math" panose="02040503050406030204" pitchFamily="18" charset="0"/>
                                <a:ea typeface="楷体" panose="02010609060101010101" pitchFamily="49" charset="-122"/>
                              </a:rPr>
                            </m:ctrlPr>
                          </m:sSupPr>
                          <m:e>
                            <m:r>
                              <a:rPr lang="zh-CN" altLang="en-US" sz="3000" i="1" smtClean="0">
                                <a:latin typeface="Cambria Math" panose="02040503050406030204" pitchFamily="18" charset="0"/>
                                <a:ea typeface="楷体" panose="02010609060101010101" pitchFamily="49" charset="-122"/>
                              </a:rPr>
                              <m:t>𝜉</m:t>
                            </m:r>
                          </m:e>
                          <m:sup>
                            <m:r>
                              <a:rPr lang="en-US" altLang="zh-CN" sz="3000" b="0" i="1" smtClean="0">
                                <a:latin typeface="Cambria Math" panose="02040503050406030204" pitchFamily="18" charset="0"/>
                                <a:ea typeface="楷体" panose="02010609060101010101" pitchFamily="49" charset="-122"/>
                              </a:rPr>
                              <m:t>𝑛</m:t>
                            </m:r>
                          </m:sup>
                        </m:sSup>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𝐶</m:t>
                            </m:r>
                          </m:e>
                          <m: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sub>
                        </m:sSub>
                        <m:r>
                          <a:rPr lang="zh-CN" altLang="en-US" sz="3000" b="0" i="1" smtClean="0">
                            <a:latin typeface="Cambria Math" panose="02040503050406030204" pitchFamily="18" charset="0"/>
                            <a:ea typeface="楷体" panose="02010609060101010101" pitchFamily="49" charset="-122"/>
                          </a:rPr>
                          <m:t>𝜉</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Cambria Math" panose="02040503050406030204" pitchFamily="18" charset="0"/>
                          </a:rPr>
                          <m:t>⋯+</m:t>
                        </m:r>
                      </m:e>
                    </m:nary>
                  </m:oMath>
                </a14:m>
                <a:endParaRPr lang="en-US" altLang="zh-CN" sz="3000" b="0" i="1">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𝐶</m:t>
                        </m:r>
                      </m:e>
                      <m:sub>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𝑛</m:t>
                        </m:r>
                      </m:sub>
                    </m:sSub>
                    <m:sSup>
                      <m:sSupPr>
                        <m:ctrlPr>
                          <a:rPr lang="en-US" altLang="zh-CN" sz="3000" b="0" i="1" smtClean="0">
                            <a:latin typeface="Cambria Math" panose="02040503050406030204" pitchFamily="18" charset="0"/>
                            <a:ea typeface="Cambria Math" panose="02040503050406030204" pitchFamily="18" charset="0"/>
                          </a:rPr>
                        </m:ctrlPr>
                      </m:sSupPr>
                      <m:e>
                        <m:r>
                          <a:rPr lang="zh-CN" altLang="en-US" sz="3000" b="0" i="1" smtClean="0">
                            <a:latin typeface="Cambria Math" panose="02040503050406030204" pitchFamily="18" charset="0"/>
                            <a:ea typeface="Cambria Math" panose="02040503050406030204" pitchFamily="18" charset="0"/>
                          </a:rPr>
                          <m:t>𝜉</m:t>
                        </m:r>
                      </m:e>
                      <m:sup>
                        <m:r>
                          <a:rPr lang="en-US" altLang="zh-CN" sz="3000" b="0" i="1" smtClean="0">
                            <a:latin typeface="Cambria Math" panose="02040503050406030204" pitchFamily="18" charset="0"/>
                            <a:ea typeface="Cambria Math" panose="02040503050406030204" pitchFamily="18" charset="0"/>
                          </a:rPr>
                          <m:t>𝑛</m:t>
                        </m:r>
                      </m:sup>
                    </m:sSup>
                    <m:r>
                      <a:rPr lang="en-US" altLang="zh-CN" sz="3000" b="0" i="1" smtClean="0">
                        <a:latin typeface="Cambria Math" panose="02040503050406030204" pitchFamily="18" charset="0"/>
                        <a:ea typeface="Cambria Math" panose="02040503050406030204" pitchFamily="18" charset="0"/>
                      </a:rPr>
                      <m:t>+⋯</m:t>
                    </m:r>
                  </m:oMath>
                </a14:m>
                <a:r>
                  <a:rPr lang="zh-CN" altLang="en-US" sz="3000" dirty="0">
                    <a:latin typeface="楷体" panose="02010609060101010101" pitchFamily="49" charset="-122"/>
                    <a:ea typeface="楷体" panose="02010609060101010101" pitchFamily="49" charset="-122"/>
                  </a:rPr>
                  <a:t>收敛半径</a:t>
                </a:r>
                <a14:m>
                  <m:oMath xmlns:m="http://schemas.openxmlformats.org/officeDocument/2006/math">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𝑅</m:t>
                        </m:r>
                      </m:e>
                      <m:sup>
                        <m:r>
                          <a:rPr lang="en-US" altLang="zh-CN" sz="3000" b="0" i="1" smtClean="0">
                            <a:latin typeface="Cambria Math" panose="02040503050406030204" pitchFamily="18" charset="0"/>
                            <a:ea typeface="楷体" panose="02010609060101010101" pitchFamily="49" charset="-122"/>
                          </a:rPr>
                          <m:t>′</m:t>
                        </m:r>
                      </m:sup>
                    </m:sSup>
                  </m:oMath>
                </a14:m>
                <a:endParaRPr lang="zh-CN" altLang="en-US" sz="30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265430" y="4192905"/>
                <a:ext cx="8606790" cy="179705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265430" y="1325880"/>
                <a:ext cx="10542905" cy="14484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FF0000"/>
                    </a:solidFill>
                    <a:ea typeface="楷体" panose="02010609060101010101" pitchFamily="49" charset="-122"/>
                  </a:rPr>
                  <a:t>解析部分</a:t>
                </a:r>
                <a14:m>
                  <m:oMath xmlns:m="http://schemas.openxmlformats.org/officeDocument/2006/math">
                    <m:nary>
                      <m:naryPr>
                        <m:chr m:val="∑"/>
                        <m:ctrlPr>
                          <a:rPr lang="zh-CN" altLang="en-US" sz="3000" i="1" smtClean="0">
                            <a:latin typeface="Cambria Math" panose="02040503050406030204" pitchFamily="18" charset="0"/>
                            <a:ea typeface="楷体" panose="02010609060101010101" pitchFamily="49" charset="-122"/>
                          </a:rPr>
                        </m:ctrlPr>
                      </m:naryPr>
                      <m:sub>
                        <m:r>
                          <m:rPr>
                            <m:brk m:alnAt="23"/>
                          </m:rPr>
                          <a:rPr lang="en-US" altLang="zh-CN" sz="3000" b="0" i="1" smtClean="0">
                            <a:latin typeface="Cambria Math" panose="02040503050406030204" pitchFamily="18" charset="0"/>
                            <a:ea typeface="楷体" panose="02010609060101010101" pitchFamily="49" charset="-122"/>
                          </a:rPr>
                          <m:t>𝑛</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0</m:t>
                        </m:r>
                      </m:sub>
                      <m:sup>
                        <m:r>
                          <a:rPr lang="en-US" altLang="zh-CN" sz="3000" i="1" smtClean="0">
                            <a:latin typeface="Cambria Math" panose="02040503050406030204" pitchFamily="18" charset="0"/>
                            <a:ea typeface="Cambria Math" panose="02040503050406030204" pitchFamily="18" charset="0"/>
                          </a:rPr>
                          <m:t>∞</m:t>
                        </m:r>
                      </m:sup>
                      <m:e>
                        <m:sSub>
                          <m:sSubPr>
                            <m:ctrlPr>
                              <a:rPr lang="en-US" altLang="zh-CN" sz="300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𝐶</m:t>
                            </m:r>
                          </m:e>
                          <m:sub>
                            <m:r>
                              <a:rPr lang="en-US" altLang="zh-CN" sz="3000" b="0" i="1" smtClean="0">
                                <a:latin typeface="Cambria Math" panose="02040503050406030204" pitchFamily="18" charset="0"/>
                                <a:ea typeface="楷体" panose="02010609060101010101" pitchFamily="49" charset="-122"/>
                              </a:rPr>
                              <m:t>𝑛</m:t>
                            </m:r>
                          </m:sub>
                        </m:sSub>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𝑧</m:t>
                            </m:r>
                          </m:e>
                          <m:sup>
                            <m:r>
                              <a:rPr lang="en-US" altLang="zh-CN" sz="3000" b="0" i="1" smtClean="0">
                                <a:latin typeface="Cambria Math" panose="02040503050406030204" pitchFamily="18" charset="0"/>
                                <a:ea typeface="楷体" panose="02010609060101010101" pitchFamily="49" charset="-122"/>
                              </a:rPr>
                              <m:t>𝑛</m:t>
                            </m:r>
                          </m:sup>
                        </m:sSup>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𝐶</m:t>
                            </m:r>
                          </m:e>
                          <m:sub>
                            <m:r>
                              <a:rPr lang="en-US" altLang="zh-CN" sz="3000" b="0" i="1" smtClean="0">
                                <a:latin typeface="Cambria Math" panose="02040503050406030204" pitchFamily="18" charset="0"/>
                                <a:ea typeface="楷体" panose="02010609060101010101" pitchFamily="49" charset="-122"/>
                              </a:rPr>
                              <m:t>0</m:t>
                            </m:r>
                          </m:sub>
                        </m:sSub>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𝐶</m:t>
                            </m:r>
                          </m:e>
                          <m:sub>
                            <m:r>
                              <a:rPr lang="en-US" altLang="zh-CN" sz="3000" b="0" i="1" smtClean="0">
                                <a:latin typeface="Cambria Math" panose="02040503050406030204" pitchFamily="18" charset="0"/>
                                <a:ea typeface="楷体" panose="02010609060101010101" pitchFamily="49" charset="-122"/>
                              </a:rPr>
                              <m:t>1</m:t>
                            </m:r>
                          </m:sub>
                        </m:sSub>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Cambria Math" panose="02040503050406030204" pitchFamily="18" charset="0"/>
                          </a:rPr>
                          <m:t>⋯+</m:t>
                        </m:r>
                      </m:e>
                    </m:nary>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𝐶</m:t>
                        </m:r>
                      </m:e>
                      <m:sub>
                        <m:r>
                          <a:rPr lang="en-US" altLang="zh-CN" sz="3000" b="0" i="1" smtClean="0">
                            <a:latin typeface="Cambria Math" panose="02040503050406030204" pitchFamily="18" charset="0"/>
                            <a:ea typeface="Cambria Math" panose="02040503050406030204" pitchFamily="18" charset="0"/>
                          </a:rPr>
                          <m:t>𝑛</m:t>
                        </m:r>
                      </m:sub>
                    </m:sSub>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rPr>
                          <m:t>𝑧</m:t>
                        </m:r>
                      </m:e>
                      <m:sup>
                        <m:r>
                          <a:rPr lang="en-US" altLang="zh-CN" sz="3000" b="0" i="1" smtClean="0">
                            <a:latin typeface="Cambria Math" panose="02040503050406030204" pitchFamily="18" charset="0"/>
                            <a:ea typeface="Cambria Math" panose="02040503050406030204" pitchFamily="18" charset="0"/>
                          </a:rPr>
                          <m:t>𝑛</m:t>
                        </m:r>
                      </m:sup>
                    </m:sSup>
                    <m:r>
                      <a:rPr lang="en-US" altLang="zh-CN" sz="3000" b="0" i="1" smtClean="0">
                        <a:latin typeface="Cambria Math" panose="02040503050406030204" pitchFamily="18" charset="0"/>
                        <a:ea typeface="Cambria Math" panose="02040503050406030204" pitchFamily="18" charset="0"/>
                      </a:rPr>
                      <m:t>+⋯</m:t>
                    </m:r>
                  </m:oMath>
                </a14:m>
                <a:r>
                  <a:rPr lang="en-US" altLang="zh-CN" sz="3000" dirty="0">
                    <a:latin typeface="楷体" panose="02010609060101010101" pitchFamily="49" charset="-122"/>
                    <a:ea typeface="楷体" panose="02010609060101010101" pitchFamily="49" charset="-122"/>
                  </a:rPr>
                  <a:t>,</a:t>
                </a:r>
                <a:endParaRPr lang="en-US" altLang="zh-CN" sz="3000" dirty="0">
                  <a:latin typeface="楷体" panose="02010609060101010101" pitchFamily="49" charset="-122"/>
                  <a:ea typeface="楷体" panose="02010609060101010101" pitchFamily="49" charset="-122"/>
                </a:endParaRPr>
              </a:p>
              <a:p>
                <a:pPr>
                  <a:lnSpc>
                    <a:spcPct val="150000"/>
                  </a:lnSpc>
                </a:pPr>
                <a:r>
                  <a:rPr lang="zh-CN" altLang="en-US" sz="3000" dirty="0">
                    <a:latin typeface="楷体" panose="02010609060101010101" pitchFamily="49" charset="-122"/>
                    <a:ea typeface="楷体" panose="02010609060101010101" pitchFamily="49" charset="-122"/>
                  </a:rPr>
                  <a:t>收敛半径为</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𝑅</m:t>
                    </m:r>
                    <m:r>
                      <a:rPr lang="en-US" altLang="zh-CN" sz="3000" b="0" i="1" smtClean="0">
                        <a:latin typeface="Cambria Math" panose="02040503050406030204" pitchFamily="18" charset="0"/>
                        <a:ea typeface="楷体" panose="02010609060101010101" pitchFamily="49" charset="-122"/>
                      </a:rPr>
                      <m:t>;</m:t>
                    </m:r>
                  </m:oMath>
                </a14:m>
                <a:endParaRPr lang="zh-CN" altLang="en-US"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265430" y="1325880"/>
                <a:ext cx="10542905" cy="1448435"/>
              </a:xfrm>
              <a:prstGeom prst="rect">
                <a:avLst/>
              </a:prstGeom>
              <a:blipFill rotWithShape="1">
                <a:blip r:embed="rId3"/>
                <a:stretch>
                  <a:fillRect t="-1885" b="-192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265430" y="2835275"/>
                <a:ext cx="10883265" cy="147447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FF0000"/>
                    </a:solidFill>
                    <a:latin typeface="楷体" panose="02010609060101010101" pitchFamily="49" charset="-122"/>
                    <a:ea typeface="楷体" panose="02010609060101010101" pitchFamily="49" charset="-122"/>
                  </a:rPr>
                  <a:t>主要部分</a:t>
                </a:r>
                <a14:m>
                  <m:oMath xmlns:m="http://schemas.openxmlformats.org/officeDocument/2006/math">
                    <m:nary>
                      <m:naryPr>
                        <m:chr m:val="∑"/>
                        <m:ctrlPr>
                          <a:rPr lang="zh-CN" altLang="en-US" sz="3000" i="1" smtClean="0">
                            <a:latin typeface="Cambria Math" panose="02040503050406030204" pitchFamily="18" charset="0"/>
                            <a:ea typeface="楷体" panose="02010609060101010101" pitchFamily="49" charset="-122"/>
                          </a:rPr>
                        </m:ctrlPr>
                      </m:naryPr>
                      <m:sub>
                        <m:r>
                          <m:rPr>
                            <m:brk m:alnAt="23"/>
                          </m:rPr>
                          <a:rPr lang="en-US" altLang="zh-CN" sz="3000" b="0" i="1" smtClean="0">
                            <a:latin typeface="Cambria Math" panose="02040503050406030204" pitchFamily="18" charset="0"/>
                            <a:ea typeface="楷体" panose="02010609060101010101" pitchFamily="49" charset="-122"/>
                          </a:rPr>
                          <m:t>𝑛</m:t>
                        </m:r>
                        <m:r>
                          <a:rPr lang="en-US" altLang="zh-CN" sz="3000" b="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1</m:t>
                        </m:r>
                      </m:sub>
                      <m:sup>
                        <m:r>
                          <a:rPr lang="en-US" altLang="zh-CN" sz="3000" i="1" smtClean="0">
                            <a:latin typeface="Cambria Math" panose="02040503050406030204" pitchFamily="18" charset="0"/>
                            <a:ea typeface="Cambria Math" panose="02040503050406030204" pitchFamily="18" charset="0"/>
                          </a:rPr>
                          <m:t>∞</m:t>
                        </m:r>
                      </m:sup>
                      <m:e>
                        <m:sSub>
                          <m:sSubPr>
                            <m:ctrlPr>
                              <a:rPr lang="en-US" altLang="zh-CN" sz="300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𝐶</m:t>
                            </m:r>
                          </m:e>
                          <m:sub>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𝑛</m:t>
                            </m:r>
                          </m:sub>
                        </m:sSub>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𝑧</m:t>
                            </m:r>
                          </m:e>
                          <m:sup>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𝑛</m:t>
                            </m:r>
                          </m:sup>
                        </m:sSup>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𝐶</m:t>
                            </m:r>
                          </m:e>
                          <m:sub>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sub>
                        </m:sSub>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𝑧</m:t>
                            </m:r>
                          </m:e>
                          <m: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sup>
                        </m:s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Cambria Math" panose="02040503050406030204" pitchFamily="18" charset="0"/>
                          </a:rPr>
                          <m:t>⋯+</m:t>
                        </m:r>
                      </m:e>
                    </m:nary>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𝐶</m:t>
                        </m:r>
                      </m:e>
                      <m:sub>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𝑛</m:t>
                        </m:r>
                      </m:sub>
                    </m:sSub>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rPr>
                          <m:t>𝑧</m:t>
                        </m:r>
                      </m:e>
                      <m: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Cambria Math" panose="02040503050406030204" pitchFamily="18" charset="0"/>
                          </a:rPr>
                          <m:t>𝑛</m:t>
                        </m:r>
                      </m:sup>
                    </m:sSup>
                    <m:r>
                      <a:rPr lang="en-US" altLang="zh-CN" sz="3000" b="0" i="1" smtClean="0">
                        <a:latin typeface="Cambria Math" panose="02040503050406030204" pitchFamily="18" charset="0"/>
                        <a:ea typeface="Cambria Math" panose="02040503050406030204" pitchFamily="18" charset="0"/>
                      </a:rPr>
                      <m:t>+⋯</m:t>
                    </m:r>
                  </m:oMath>
                </a14:m>
                <a:r>
                  <a:rPr lang="en-US" altLang="zh-CN"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265430" y="2835275"/>
                <a:ext cx="10883265" cy="147447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a:off x="228600" y="3501390"/>
                <a:ext cx="3190240" cy="114871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令</a:t>
                </a:r>
                <a14:m>
                  <m:oMath xmlns:m="http://schemas.openxmlformats.org/officeDocument/2006/math">
                    <m:r>
                      <a:rPr lang="zh-CN" altLang="en-US" sz="3000" i="1" smtClean="0">
                        <a:latin typeface="Cambria Math" panose="02040503050406030204" pitchFamily="18" charset="0"/>
                        <a:ea typeface="楷体" panose="02010609060101010101" pitchFamily="49" charset="-122"/>
                      </a:rPr>
                      <m:t>𝜉</m:t>
                    </m:r>
                    <m:r>
                      <a:rPr lang="en-US" altLang="zh-CN" sz="3000" i="1">
                        <a:latin typeface="Cambria Math" panose="02040503050406030204" pitchFamily="18" charset="0"/>
                        <a:ea typeface="楷体" panose="02010609060101010101" pitchFamily="49" charset="-122"/>
                      </a:rPr>
                      <m:t>=</m:t>
                    </m:r>
                    <m:f>
                      <m:fPr>
                        <m:ctrlPr>
                          <a:rPr lang="en-US" altLang="zh-CN" sz="3000" i="1" smtClean="0">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楷体" panose="02010609060101010101" pitchFamily="49" charset="-122"/>
                      </a:rPr>
                      <m:t>,</m:t>
                    </m:r>
                  </m:oMath>
                </a14:m>
                <a:endParaRPr lang="zh-CN" altLang="en-US" sz="3000" dirty="0">
                  <a:latin typeface="楷体" panose="02010609060101010101" pitchFamily="49" charset="-122"/>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228600" y="3501390"/>
                <a:ext cx="3190240" cy="1148715"/>
              </a:xfrm>
              <a:prstGeom prst="rect">
                <a:avLst/>
              </a:prstGeom>
              <a:blipFill rotWithShape="1">
                <a:blip r:embed="rId5"/>
                <a:stretch>
                  <a:fillRect/>
                </a:stretch>
              </a:blipFill>
            </p:spPr>
            <p:txBody>
              <a:bodyPr/>
              <a:lstStyle/>
              <a:p>
                <a:r>
                  <a:rPr lang="zh-CN" altLang="en-US">
                    <a:noFill/>
                  </a:rPr>
                  <a:t> </a:t>
                </a:r>
              </a:p>
            </p:txBody>
          </p:sp>
        </mc:Fallback>
      </mc:AlternateContent>
      <p:grpSp>
        <p:nvGrpSpPr>
          <p:cNvPr id="9" name="组合 8"/>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11"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11"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6"/>
                </a:blipFill>
              </p:spPr>
              <p:txBody>
                <a:bodyPr/>
                <a:lstStyle/>
                <a:p>
                  <a:r>
                    <a:rPr lang="zh-CN" altLang="en-US">
                      <a:noFill/>
                    </a:rPr>
                    <a:t> </a:t>
                  </a:r>
                </a:p>
              </p:txBody>
            </p:sp>
          </mc:Fallback>
        </mc:AlternateContent>
        <p:cxnSp>
          <p:nvCxnSpPr>
            <p:cNvPr id="12" name="直接连接符 11"/>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P spid="3" grpId="0"/>
      <p:bldP spid="8"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标题 1"/>
              <p:cNvSpPr txBox="1"/>
              <p:nvPr/>
            </p:nvSpPr>
            <p:spPr>
              <a:xfrm>
                <a:off x="201295" y="443230"/>
                <a:ext cx="8943340" cy="63500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即当</a:t>
                </a:r>
                <a14:m>
                  <m:oMath xmlns:m="http://schemas.openxmlformats.org/officeDocument/2006/math">
                    <m:d>
                      <m:dPr>
                        <m:begChr m:val="|"/>
                        <m:endChr m:val="|"/>
                        <m:ctrlPr>
                          <a:rPr lang="en-US" altLang="zh-CN" sz="3000" i="1" smtClean="0">
                            <a:latin typeface="Cambria Math" panose="02040503050406030204" pitchFamily="18" charset="0"/>
                            <a:ea typeface="楷体" panose="02010609060101010101" pitchFamily="49" charset="-122"/>
                          </a:rPr>
                        </m:ctrlPr>
                      </m:dPr>
                      <m:e>
                        <m:r>
                          <a:rPr lang="zh-CN" altLang="en-US" sz="3000" i="1" smtClean="0">
                            <a:latin typeface="Cambria Math" panose="02040503050406030204" pitchFamily="18" charset="0"/>
                            <a:ea typeface="楷体" panose="02010609060101010101" pitchFamily="49" charset="-122"/>
                          </a:rPr>
                          <m:t>𝜉</m:t>
                        </m:r>
                      </m:e>
                    </m:d>
                    <m:r>
                      <a:rPr lang="en-US" altLang="zh-CN" sz="3000" b="0" i="1" smtClean="0">
                        <a:latin typeface="Cambria Math" panose="02040503050406030204" pitchFamily="18" charset="0"/>
                        <a:ea typeface="楷体" panose="02010609060101010101" pitchFamily="49" charset="-122"/>
                      </a:rPr>
                      <m:t>&lt;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𝑅</m:t>
                        </m:r>
                      </m:e>
                      <m:sup>
                        <m:r>
                          <a:rPr lang="en-US" altLang="zh-CN" sz="3000" b="0" i="1" smtClean="0">
                            <a:latin typeface="Cambria Math" panose="02040503050406030204" pitchFamily="18" charset="0"/>
                            <a:ea typeface="楷体" panose="02010609060101010101" pitchFamily="49" charset="-122"/>
                          </a:rPr>
                          <m:t>′</m:t>
                        </m:r>
                      </m:sup>
                    </m:sSup>
                  </m:oMath>
                </a14:m>
                <a:r>
                  <a:rPr lang="zh-CN" altLang="en-US" sz="3000" dirty="0">
                    <a:latin typeface="楷体" panose="02010609060101010101" pitchFamily="49" charset="-122"/>
                    <a:ea typeface="楷体" panose="02010609060101010101" pitchFamily="49" charset="-122"/>
                  </a:rPr>
                  <a:t>时，级数收敛；当</a:t>
                </a:r>
                <a14:m>
                  <m:oMath xmlns:m="http://schemas.openxmlformats.org/officeDocument/2006/math">
                    <m:d>
                      <m:dPr>
                        <m:begChr m:val="|"/>
                        <m:endChr m:val="|"/>
                        <m:ctrlPr>
                          <a:rPr lang="en-US" altLang="zh-CN" sz="3000" i="1">
                            <a:latin typeface="Cambria Math" panose="02040503050406030204" pitchFamily="18" charset="0"/>
                            <a:ea typeface="楷体" panose="02010609060101010101" pitchFamily="49" charset="-122"/>
                          </a:rPr>
                        </m:ctrlPr>
                      </m:dPr>
                      <m:e>
                        <m:r>
                          <a:rPr lang="zh-CN" altLang="en-US" sz="3000" i="1">
                            <a:latin typeface="Cambria Math" panose="02040503050406030204" pitchFamily="18" charset="0"/>
                            <a:ea typeface="楷体" panose="02010609060101010101" pitchFamily="49" charset="-122"/>
                          </a:rPr>
                          <m:t>𝜉</m:t>
                        </m:r>
                      </m:e>
                    </m:d>
                    <m:r>
                      <a:rPr lang="en-US" altLang="zh-CN" sz="3000" b="0" i="1" smtClean="0">
                        <a:latin typeface="Cambria Math" panose="02040503050406030204" pitchFamily="18" charset="0"/>
                        <a:ea typeface="楷体" panose="02010609060101010101" pitchFamily="49" charset="-122"/>
                      </a:rPr>
                      <m:t>&gt;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𝑅</m:t>
                        </m:r>
                      </m:e>
                      <m:sup>
                        <m:r>
                          <a:rPr lang="en-US" altLang="zh-CN" sz="3000" i="1">
                            <a:latin typeface="Cambria Math" panose="02040503050406030204" pitchFamily="18" charset="0"/>
                            <a:ea typeface="楷体" panose="02010609060101010101" pitchFamily="49" charset="-122"/>
                          </a:rPr>
                          <m:t>′</m:t>
                        </m:r>
                      </m:sup>
                    </m:sSup>
                  </m:oMath>
                </a14:m>
                <a:r>
                  <a:rPr lang="zh-CN" altLang="en-US" sz="3000" dirty="0">
                    <a:latin typeface="楷体" panose="02010609060101010101" pitchFamily="49" charset="-122"/>
                    <a:ea typeface="楷体" panose="02010609060101010101" pitchFamily="49" charset="-122"/>
                  </a:rPr>
                  <a:t>时，级数发散。</a:t>
                </a:r>
                <a:endParaRPr lang="zh-CN" altLang="en-US"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201295" y="443230"/>
                <a:ext cx="8943340" cy="635000"/>
              </a:xfrm>
              <a:prstGeom prst="rect">
                <a:avLst/>
              </a:prstGeom>
              <a:blipFill rotWithShape="1">
                <a:blip r:embed="rId1"/>
                <a:stretch>
                  <a:fillRect t="-3900" r="-1747" b="-41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240030" y="895985"/>
                <a:ext cx="8866505" cy="93916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d>
                      <m:dPr>
                        <m:begChr m:val="|"/>
                        <m:endChr m:val="|"/>
                        <m:ctrlPr>
                          <a:rPr lang="en-US" altLang="zh-CN" sz="300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&gt;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𝑅</m:t>
                            </m:r>
                          </m:e>
                          <m:sup>
                            <m:r>
                              <a:rPr lang="en-US" altLang="zh-CN" sz="3000" b="0" i="1" smtClean="0">
                                <a:latin typeface="Cambria Math" panose="02040503050406030204" pitchFamily="18" charset="0"/>
                                <a:ea typeface="楷体" panose="02010609060101010101" pitchFamily="49" charset="-122"/>
                              </a:rPr>
                              <m:t>′</m:t>
                            </m:r>
                          </m:sup>
                        </m:sSup>
                      </m:den>
                    </m:f>
                  </m:oMath>
                </a14:m>
                <a:r>
                  <a:rPr lang="zh-CN" altLang="en-US" sz="3000" dirty="0">
                    <a:latin typeface="楷体" panose="02010609060101010101" pitchFamily="49" charset="-122"/>
                    <a:ea typeface="楷体" panose="02010609060101010101" pitchFamily="49" charset="-122"/>
                  </a:rPr>
                  <a:t>时级数收敛；</a:t>
                </a:r>
                <a14:m>
                  <m:oMath xmlns:m="http://schemas.openxmlformats.org/officeDocument/2006/math">
                    <m:d>
                      <m:dPr>
                        <m:begChr m:val="|"/>
                        <m:endChr m:val="|"/>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&lt;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𝑅</m:t>
                            </m:r>
                          </m:e>
                          <m:sup>
                            <m:r>
                              <a:rPr lang="en-US" altLang="zh-CN" sz="3000" i="1">
                                <a:latin typeface="Cambria Math" panose="02040503050406030204" pitchFamily="18" charset="0"/>
                                <a:ea typeface="楷体" panose="02010609060101010101" pitchFamily="49" charset="-122"/>
                              </a:rPr>
                              <m:t>′</m:t>
                            </m:r>
                          </m:sup>
                        </m:sSup>
                      </m:den>
                    </m:f>
                  </m:oMath>
                </a14:m>
                <a:r>
                  <a:rPr lang="zh-CN" altLang="en-US" sz="3000" dirty="0">
                    <a:latin typeface="楷体" panose="02010609060101010101" pitchFamily="49" charset="-122"/>
                    <a:ea typeface="楷体" panose="02010609060101010101" pitchFamily="49" charset="-122"/>
                  </a:rPr>
                  <a:t>时级数发散</a:t>
                </a:r>
                <a:endParaRPr lang="zh-CN" altLang="en-US" sz="3000" dirty="0">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240030" y="895985"/>
                <a:ext cx="8866505" cy="939165"/>
              </a:xfrm>
              <a:prstGeom prst="rect">
                <a:avLst/>
              </a:prstGeom>
              <a:blipFill rotWithShape="1">
                <a:blip r:embed="rId2"/>
                <a:stretch>
                  <a:fillRect t="-1690" b="-17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标题 1"/>
              <p:cNvSpPr txBox="1"/>
              <p:nvPr/>
            </p:nvSpPr>
            <p:spPr>
              <a:xfrm>
                <a:off x="258445" y="1610360"/>
                <a:ext cx="8207375" cy="10191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记</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𝑟</m:t>
                    </m:r>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𝑅</m:t>
                            </m:r>
                          </m:e>
                          <m:sup>
                            <m:r>
                              <a:rPr lang="en-US" altLang="zh-CN" sz="3000" b="0" i="1" smtClean="0">
                                <a:latin typeface="Cambria Math" panose="02040503050406030204" pitchFamily="18" charset="0"/>
                                <a:ea typeface="楷体" panose="02010609060101010101" pitchFamily="49" charset="-122"/>
                              </a:rPr>
                              <m:t>′</m:t>
                            </m:r>
                          </m:sup>
                        </m:sSup>
                      </m:den>
                    </m:f>
                    <m:r>
                      <a:rPr lang="en-US" altLang="zh-CN" sz="3000" b="0" i="1" smtClean="0">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则有如下结论：</a:t>
                </a:r>
                <a:endParaRPr lang="zh-CN" altLang="en-US" sz="3000" dirty="0">
                  <a:latin typeface="楷体" panose="02010609060101010101" pitchFamily="49" charset="-122"/>
                  <a:ea typeface="楷体" panose="02010609060101010101" pitchFamily="49" charset="-122"/>
                </a:endParaRPr>
              </a:p>
            </p:txBody>
          </p:sp>
        </mc:Choice>
        <mc:Fallback>
          <p:sp>
            <p:nvSpPr>
              <p:cNvPr id="6" name="标题 1"/>
              <p:cNvSpPr txBox="1">
                <a:spLocks noRot="1" noChangeAspect="1" noMove="1" noResize="1" noEditPoints="1" noAdjustHandles="1" noChangeArrowheads="1" noChangeShapeType="1" noTextEdit="1"/>
              </p:cNvSpPr>
              <p:nvPr/>
            </p:nvSpPr>
            <p:spPr>
              <a:xfrm>
                <a:off x="258445" y="1610360"/>
                <a:ext cx="8207375" cy="101917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121920" y="2787650"/>
                <a:ext cx="8509568" cy="220408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𝑟</m:t>
                    </m:r>
                    <m:r>
                      <a:rPr lang="en-US" altLang="zh-CN" sz="3000" b="0" i="1" smtClean="0">
                        <a:latin typeface="Cambria Math" panose="02040503050406030204" pitchFamily="18" charset="0"/>
                        <a:ea typeface="楷体" panose="02010609060101010101" pitchFamily="49" charset="-122"/>
                      </a:rPr>
                      <m:t>&lt;</m:t>
                    </m:r>
                    <m:r>
                      <a:rPr lang="en-US" altLang="zh-CN" sz="3000" b="0" i="1" smtClean="0">
                        <a:latin typeface="Cambria Math" panose="02040503050406030204" pitchFamily="18" charset="0"/>
                        <a:ea typeface="楷体" panose="02010609060101010101" pitchFamily="49" charset="-122"/>
                      </a:rPr>
                      <m:t>𝑅</m:t>
                    </m:r>
                  </m:oMath>
                </a14:m>
                <a:r>
                  <a:rPr lang="zh-CN" altLang="en-US" sz="3000" dirty="0">
                    <a:latin typeface="楷体" panose="02010609060101010101" pitchFamily="49" charset="-122"/>
                    <a:ea typeface="楷体" panose="02010609060101010101" pitchFamily="49" charset="-122"/>
                  </a:rPr>
                  <a:t>时</a:t>
                </a:r>
                <a:r>
                  <a:rPr lang="en-US" altLang="zh-CN" sz="3000" dirty="0">
                    <a:latin typeface="楷体" panose="02010609060101010101" pitchFamily="49" charset="-122"/>
                    <a:ea typeface="楷体" panose="02010609060101010101" pitchFamily="49" charset="-122"/>
                  </a:rPr>
                  <a:t>,</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𝐿𝑎𝑢𝑟𝑒𝑛𝑡</m:t>
                    </m:r>
                  </m:oMath>
                </a14:m>
                <a:r>
                  <a:rPr lang="zh-CN" altLang="en-US" sz="3000" dirty="0">
                    <a:latin typeface="楷体" panose="02010609060101010101" pitchFamily="49" charset="-122"/>
                    <a:ea typeface="楷体" panose="02010609060101010101" pitchFamily="49" charset="-122"/>
                  </a:rPr>
                  <a:t>级数在</a:t>
                </a:r>
                <a14:m>
                  <m:oMath xmlns:m="http://schemas.openxmlformats.org/officeDocument/2006/math">
                    <m:r>
                      <m:rPr>
                        <m:sty m:val="p"/>
                      </m:rPr>
                      <a:rPr lang="en-US" altLang="zh-CN" sz="3000" b="0" i="0" smtClean="0">
                        <a:latin typeface="Cambria Math" panose="02040503050406030204" pitchFamily="18" charset="0"/>
                        <a:ea typeface="楷体" panose="02010609060101010101" pitchFamily="49" charset="-122"/>
                      </a:rPr>
                      <m:t>r</m:t>
                    </m:r>
                    <m:r>
                      <a:rPr lang="en-US" altLang="zh-CN" sz="3000" b="0" i="0" smtClean="0">
                        <a:latin typeface="Cambria Math" panose="02040503050406030204" pitchFamily="18" charset="0"/>
                        <a:ea typeface="楷体" panose="02010609060101010101" pitchFamily="49" charset="-122"/>
                      </a:rPr>
                      <m:t>&lt;</m:t>
                    </m:r>
                    <m:d>
                      <m:dPr>
                        <m:begChr m:val="|"/>
                        <m:endChr m:val="|"/>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0</m:t>
                            </m:r>
                          </m:sub>
                        </m:sSub>
                      </m:e>
                    </m:d>
                    <m:r>
                      <a:rPr lang="en-US" altLang="zh-CN" sz="3000" b="0" i="1" smtClean="0">
                        <a:latin typeface="Cambria Math" panose="02040503050406030204" pitchFamily="18" charset="0"/>
                        <a:ea typeface="楷体" panose="02010609060101010101" pitchFamily="49" charset="-122"/>
                      </a:rPr>
                      <m:t>&lt;</m:t>
                    </m:r>
                    <m:r>
                      <a:rPr lang="en-US" altLang="zh-CN" sz="3000" b="0" i="1" smtClean="0">
                        <a:latin typeface="Cambria Math" panose="02040503050406030204" pitchFamily="18" charset="0"/>
                        <a:ea typeface="楷体" panose="02010609060101010101" pitchFamily="49" charset="-122"/>
                      </a:rPr>
                      <m:t>𝑅</m:t>
                    </m:r>
                  </m:oMath>
                </a14:m>
                <a:r>
                  <a:rPr lang="zh-CN" altLang="en-US" sz="3000" dirty="0">
                    <a:latin typeface="楷体" panose="02010609060101010101" pitchFamily="49" charset="-122"/>
                    <a:ea typeface="楷体" panose="02010609060101010101" pitchFamily="49" charset="-122"/>
                  </a:rPr>
                  <a:t>内绝对收敛</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且和函数解析</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能逐项求导和逐项积分</a:t>
                </a:r>
                <a:r>
                  <a:rPr lang="en-US" altLang="zh-CN" sz="3000" dirty="0">
                    <a:latin typeface="楷体" panose="02010609060101010101" pitchFamily="49" charset="-122"/>
                    <a:ea typeface="楷体" panose="02010609060101010101" pitchFamily="49" charset="-122"/>
                  </a:rPr>
                  <a:t>.</a:t>
                </a:r>
                <a:r>
                  <a:rPr lang="en-US" altLang="zh-CN" sz="3000" dirty="0">
                    <a:ea typeface="楷体" panose="02010609060101010101" pitchFamily="49" charset="-122"/>
                  </a:rPr>
                  <a:t> </a:t>
                </a:r>
                <a14:m>
                  <m:oMath xmlns:m="http://schemas.openxmlformats.org/officeDocument/2006/math">
                    <m:r>
                      <m:rPr>
                        <m:sty m:val="p"/>
                      </m:rPr>
                      <a:rPr lang="en-US" altLang="zh-CN" sz="3000" smtClean="0">
                        <a:solidFill>
                          <a:srgbClr val="FF0000"/>
                        </a:solidFill>
                        <a:latin typeface="Cambria Math" panose="02040503050406030204" pitchFamily="18" charset="0"/>
                        <a:ea typeface="楷体" panose="02010609060101010101" pitchFamily="49" charset="-122"/>
                      </a:rPr>
                      <m:t>r</m:t>
                    </m:r>
                    <m:r>
                      <a:rPr lang="en-US" altLang="zh-CN" sz="3000" smtClean="0">
                        <a:solidFill>
                          <a:srgbClr val="FF0000"/>
                        </a:solidFill>
                        <a:latin typeface="Cambria Math" panose="02040503050406030204" pitchFamily="18" charset="0"/>
                        <a:ea typeface="楷体" panose="02010609060101010101" pitchFamily="49" charset="-122"/>
                      </a:rPr>
                      <m:t>&lt;</m:t>
                    </m:r>
                    <m:d>
                      <m:dPr>
                        <m:begChr m:val="|"/>
                        <m:endChr m:val="|"/>
                        <m:ctrlPr>
                          <a:rPr lang="en-US" altLang="zh-CN" sz="3000" i="1">
                            <a:solidFill>
                              <a:srgbClr val="FF0000"/>
                            </a:solidFill>
                            <a:latin typeface="Cambria Math" panose="02040503050406030204" pitchFamily="18" charset="0"/>
                            <a:ea typeface="楷体" panose="02010609060101010101" pitchFamily="49" charset="-122"/>
                          </a:rPr>
                        </m:ctrlPr>
                      </m:dPr>
                      <m:e>
                        <m:r>
                          <a:rPr lang="en-US" altLang="zh-CN" sz="3000" i="1">
                            <a:solidFill>
                              <a:srgbClr val="FF0000"/>
                            </a:solidFill>
                            <a:latin typeface="Cambria Math" panose="02040503050406030204" pitchFamily="18" charset="0"/>
                            <a:ea typeface="楷体" panose="02010609060101010101" pitchFamily="49" charset="-122"/>
                          </a:rPr>
                          <m:t>𝑧</m:t>
                        </m:r>
                        <m:r>
                          <a:rPr lang="en-US" altLang="zh-CN" sz="3000" i="1">
                            <a:solidFill>
                              <a:srgbClr val="FF0000"/>
                            </a:solidFill>
                            <a:latin typeface="Cambria Math" panose="02040503050406030204" pitchFamily="18" charset="0"/>
                            <a:ea typeface="楷体" panose="02010609060101010101" pitchFamily="49" charset="-122"/>
                          </a:rPr>
                          <m:t>−</m:t>
                        </m:r>
                        <m:sSub>
                          <m:sSubPr>
                            <m:ctrlPr>
                              <a:rPr lang="en-US" altLang="zh-CN" sz="3000" i="1">
                                <a:solidFill>
                                  <a:srgbClr val="FF0000"/>
                                </a:solidFill>
                                <a:latin typeface="Cambria Math" panose="02040503050406030204" pitchFamily="18" charset="0"/>
                                <a:ea typeface="楷体" panose="02010609060101010101" pitchFamily="49" charset="-122"/>
                              </a:rPr>
                            </m:ctrlPr>
                          </m:sSubPr>
                          <m:e>
                            <m:r>
                              <a:rPr lang="en-US" altLang="zh-CN" sz="3000" i="1">
                                <a:solidFill>
                                  <a:srgbClr val="FF0000"/>
                                </a:solidFill>
                                <a:latin typeface="Cambria Math" panose="02040503050406030204" pitchFamily="18" charset="0"/>
                                <a:ea typeface="楷体" panose="02010609060101010101" pitchFamily="49" charset="-122"/>
                              </a:rPr>
                              <m:t>𝑧</m:t>
                            </m:r>
                          </m:e>
                          <m:sub>
                            <m:r>
                              <a:rPr lang="en-US" altLang="zh-CN" sz="3000" i="1">
                                <a:solidFill>
                                  <a:srgbClr val="FF0000"/>
                                </a:solidFill>
                                <a:latin typeface="Cambria Math" panose="02040503050406030204" pitchFamily="18" charset="0"/>
                                <a:ea typeface="楷体" panose="02010609060101010101" pitchFamily="49" charset="-122"/>
                              </a:rPr>
                              <m:t>0</m:t>
                            </m:r>
                          </m:sub>
                        </m:sSub>
                      </m:e>
                    </m:d>
                    <m:r>
                      <a:rPr lang="en-US" altLang="zh-CN" sz="3000" i="1">
                        <a:solidFill>
                          <a:srgbClr val="FF0000"/>
                        </a:solidFill>
                        <a:latin typeface="Cambria Math" panose="02040503050406030204" pitchFamily="18" charset="0"/>
                        <a:ea typeface="楷体" panose="02010609060101010101" pitchFamily="49" charset="-122"/>
                      </a:rPr>
                      <m:t>&lt;</m:t>
                    </m:r>
                    <m:r>
                      <a:rPr lang="en-US" altLang="zh-CN" sz="3000" i="1">
                        <a:solidFill>
                          <a:srgbClr val="FF0000"/>
                        </a:solidFill>
                        <a:latin typeface="Cambria Math" panose="02040503050406030204" pitchFamily="18" charset="0"/>
                        <a:ea typeface="楷体" panose="02010609060101010101" pitchFamily="49" charset="-122"/>
                      </a:rPr>
                      <m:t>𝑅</m:t>
                    </m:r>
                  </m:oMath>
                </a14:m>
                <a:r>
                  <a:rPr lang="zh-CN" altLang="en-US" sz="3000" dirty="0">
                    <a:latin typeface="楷体" panose="02010609060101010101" pitchFamily="49" charset="-122"/>
                    <a:ea typeface="楷体" panose="02010609060101010101" pitchFamily="49" charset="-122"/>
                  </a:rPr>
                  <a:t>称为</a:t>
                </a:r>
                <a14:m>
                  <m:oMath xmlns:m="http://schemas.openxmlformats.org/officeDocument/2006/math">
                    <m:r>
                      <a:rPr lang="en-US" altLang="zh-CN" sz="3000" i="1">
                        <a:latin typeface="Cambria Math" panose="02040503050406030204" pitchFamily="18" charset="0"/>
                        <a:ea typeface="楷体" panose="02010609060101010101" pitchFamily="49" charset="-122"/>
                      </a:rPr>
                      <m:t>𝐿𝑎𝑢𝑟𝑒𝑛𝑡</m:t>
                    </m:r>
                  </m:oMath>
                </a14:m>
                <a:r>
                  <a:rPr lang="zh-CN" altLang="en-US" sz="3000" dirty="0">
                    <a:latin typeface="楷体" panose="02010609060101010101" pitchFamily="49" charset="-122"/>
                    <a:ea typeface="楷体" panose="02010609060101010101" pitchFamily="49" charset="-122"/>
                  </a:rPr>
                  <a:t>级数的</a:t>
                </a:r>
                <a:r>
                  <a:rPr lang="zh-CN" altLang="en-US" sz="3000" dirty="0">
                    <a:solidFill>
                      <a:srgbClr val="FF0000"/>
                    </a:solidFill>
                    <a:latin typeface="楷体" panose="02010609060101010101" pitchFamily="49" charset="-122"/>
                    <a:ea typeface="楷体" panose="02010609060101010101" pitchFamily="49" charset="-122"/>
                  </a:rPr>
                  <a:t>收敛圆域</a:t>
                </a:r>
                <a:r>
                  <a:rPr lang="zh-CN" altLang="en-US"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121920" y="2787650"/>
                <a:ext cx="8509568" cy="2204085"/>
              </a:xfrm>
              <a:prstGeom prst="rect">
                <a:avLst/>
              </a:prstGeom>
              <a:blipFill rotWithShape="1">
                <a:blip r:embed="rId4"/>
                <a:stretch>
                  <a:fillRect r="7"/>
                </a:stretch>
              </a:blipFill>
            </p:spPr>
            <p:txBody>
              <a:bodyPr/>
              <a:lstStyle/>
              <a:p>
                <a:r>
                  <a:rPr lang="zh-CN" altLang="en-US">
                    <a:noFill/>
                  </a:rPr>
                  <a:t> </a:t>
                </a:r>
              </a:p>
            </p:txBody>
          </p:sp>
        </mc:Fallback>
      </mc:AlternateContent>
      <p:grpSp>
        <p:nvGrpSpPr>
          <p:cNvPr id="11" name="组合 10"/>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12"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12"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5"/>
                </a:blipFill>
              </p:spPr>
              <p:txBody>
                <a:bodyPr/>
                <a:lstStyle/>
                <a:p>
                  <a:r>
                    <a:rPr lang="zh-CN" altLang="en-US">
                      <a:noFill/>
                    </a:rPr>
                    <a:t> </a:t>
                  </a:r>
                </a:p>
              </p:txBody>
            </p:sp>
          </mc:Fallback>
        </mc:AlternateContent>
        <p:cxnSp>
          <p:nvCxnSpPr>
            <p:cNvPr id="13" name="直接连接符 12"/>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标题 1"/>
              <p:cNvSpPr txBox="1"/>
              <p:nvPr/>
            </p:nvSpPr>
            <p:spPr>
              <a:xfrm>
                <a:off x="205440" y="396073"/>
                <a:ext cx="8207375" cy="97663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𝐸𝑔</m:t>
                    </m:r>
                    <m:r>
                      <a:rPr lang="en-US" altLang="zh-CN" sz="3000" b="0" i="1" smtClean="0">
                        <a:latin typeface="Cambria Math" panose="02040503050406030204" pitchFamily="18" charset="0"/>
                        <a:ea typeface="楷体" panose="02010609060101010101" pitchFamily="49" charset="-122"/>
                      </a:rPr>
                      <m:t>:</m:t>
                    </m:r>
                    <m:nary>
                      <m:naryPr>
                        <m:chr m:val="∑"/>
                        <m:ctrlPr>
                          <a:rPr lang="en-US" altLang="zh-CN" sz="3000" i="1" smtClean="0">
                            <a:latin typeface="Cambria Math" panose="02040503050406030204" pitchFamily="18" charset="0"/>
                            <a:ea typeface="楷体" panose="02010609060101010101" pitchFamily="49" charset="-122"/>
                          </a:rPr>
                        </m:ctrlPr>
                      </m:naryPr>
                      <m:sub>
                        <m:r>
                          <m:rPr>
                            <m:brk m:alnAt="23"/>
                          </m:rPr>
                          <a:rPr lang="en-US" altLang="zh-CN" sz="3000" b="0" i="1" smtClean="0">
                            <a:latin typeface="Cambria Math" panose="02040503050406030204" pitchFamily="18" charset="0"/>
                            <a:ea typeface="楷体" panose="02010609060101010101" pitchFamily="49" charset="-122"/>
                          </a:rPr>
                          <m:t>𝑛</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sub>
                      <m:sup>
                        <m:r>
                          <a:rPr lang="en-US" altLang="zh-CN" sz="3000" i="1" smtClean="0">
                            <a:latin typeface="Cambria Math" panose="02040503050406030204" pitchFamily="18" charset="0"/>
                            <a:ea typeface="Cambria Math" panose="02040503050406030204" pitchFamily="18" charset="0"/>
                          </a:rPr>
                          <m:t>∞</m:t>
                        </m:r>
                      </m:sup>
                      <m:e>
                        <m:f>
                          <m:fPr>
                            <m:ctrlPr>
                              <a:rPr lang="en-US" altLang="zh-CN" sz="3000" i="1" smtClean="0">
                                <a:latin typeface="Cambria Math" panose="02040503050406030204" pitchFamily="18" charset="0"/>
                                <a:ea typeface="楷体" panose="02010609060101010101" pitchFamily="49" charset="-122"/>
                              </a:rPr>
                            </m:ctrlPr>
                          </m:fPr>
                          <m:num>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2</m:t>
                                </m:r>
                              </m:e>
                              <m:sup>
                                <m:r>
                                  <a:rPr lang="en-US" altLang="zh-CN" sz="3000" b="0" i="1" smtClean="0">
                                    <a:latin typeface="Cambria Math" panose="02040503050406030204" pitchFamily="18" charset="0"/>
                                    <a:ea typeface="楷体" panose="02010609060101010101" pitchFamily="49" charset="-122"/>
                                  </a:rPr>
                                  <m:t>𝑛</m:t>
                                </m:r>
                              </m:sup>
                            </m:sSup>
                          </m:num>
                          <m:den>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3</m:t>
                                </m:r>
                                <m:r>
                                  <a:rPr lang="en-US" altLang="zh-CN" sz="3000" b="0" i="1" smtClean="0">
                                    <a:latin typeface="Cambria Math" panose="02040503050406030204" pitchFamily="18" charset="0"/>
                                    <a:ea typeface="楷体" panose="02010609060101010101" pitchFamily="49" charset="-122"/>
                                  </a:rPr>
                                  <m:t>)</m:t>
                                </m:r>
                              </m:e>
                              <m:sup>
                                <m:r>
                                  <a:rPr lang="en-US" altLang="zh-CN" sz="3000" b="0" i="1" smtClean="0">
                                    <a:latin typeface="Cambria Math" panose="02040503050406030204" pitchFamily="18" charset="0"/>
                                    <a:ea typeface="楷体" panose="02010609060101010101" pitchFamily="49" charset="-122"/>
                                  </a:rPr>
                                  <m:t>𝑛</m:t>
                                </m:r>
                              </m:sup>
                            </m:sSup>
                          </m:den>
                        </m:f>
                        <m:r>
                          <a:rPr lang="en-US" altLang="zh-CN" sz="3000" b="0" i="1" smtClean="0">
                            <a:latin typeface="Cambria Math" panose="02040503050406030204" pitchFamily="18" charset="0"/>
                            <a:ea typeface="楷体" panose="02010609060101010101" pitchFamily="49" charset="-122"/>
                          </a:rPr>
                          <m:t>+</m:t>
                        </m:r>
                        <m:nary>
                          <m:naryPr>
                            <m:chr m:val="∑"/>
                            <m:ctrlPr>
                              <a:rPr lang="en-US" altLang="zh-CN" sz="3000" b="0" i="1" smtClean="0">
                                <a:latin typeface="Cambria Math" panose="02040503050406030204" pitchFamily="18" charset="0"/>
                                <a:ea typeface="楷体" panose="02010609060101010101" pitchFamily="49" charset="-122"/>
                              </a:rPr>
                            </m:ctrlPr>
                          </m:naryPr>
                          <m:sub>
                            <m:r>
                              <m:rPr>
                                <m:brk m:alnAt="23"/>
                              </m:rPr>
                              <a:rPr lang="en-US" altLang="zh-CN" sz="3000" b="0" i="1" smtClean="0">
                                <a:latin typeface="Cambria Math" panose="02040503050406030204" pitchFamily="18" charset="0"/>
                                <a:ea typeface="楷体" panose="02010609060101010101" pitchFamily="49" charset="-122"/>
                              </a:rPr>
                              <m:t>𝑛</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0</m:t>
                            </m:r>
                          </m:sub>
                          <m:sup>
                            <m:r>
                              <a:rPr lang="en-US" altLang="zh-CN" sz="3000" b="0" i="1" smtClean="0">
                                <a:latin typeface="Cambria Math" panose="02040503050406030204" pitchFamily="18" charset="0"/>
                                <a:ea typeface="Cambria Math" panose="02040503050406030204" pitchFamily="18" charset="0"/>
                              </a:rPr>
                              <m:t>∞</m:t>
                            </m:r>
                          </m:sup>
                          <m:e>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e>
                              <m:sup>
                                <m:r>
                                  <a:rPr lang="en-US" altLang="zh-CN" sz="3000" b="0" i="1" smtClean="0">
                                    <a:latin typeface="Cambria Math" panose="02040503050406030204" pitchFamily="18" charset="0"/>
                                    <a:ea typeface="楷体" panose="02010609060101010101" pitchFamily="49" charset="-122"/>
                                  </a:rPr>
                                  <m:t>𝑛</m:t>
                                </m:r>
                              </m:sup>
                            </m:sSup>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𝑧</m:t>
                                    </m:r>
                                  </m:num>
                                  <m:den>
                                    <m:r>
                                      <a:rPr lang="en-US" altLang="zh-CN" sz="3000" b="0" i="1" smtClean="0">
                                        <a:latin typeface="Cambria Math" panose="02040503050406030204" pitchFamily="18" charset="0"/>
                                        <a:ea typeface="楷体" panose="02010609060101010101" pitchFamily="49" charset="-122"/>
                                      </a:rPr>
                                      <m:t>3</m:t>
                                    </m:r>
                                  </m:den>
                                </m:f>
                                <m:r>
                                  <a:rPr lang="en-US" altLang="zh-CN" sz="3000" b="0" i="1" smtClean="0">
                                    <a:latin typeface="Cambria Math" panose="02040503050406030204" pitchFamily="18" charset="0"/>
                                    <a:ea typeface="楷体" panose="02010609060101010101" pitchFamily="49" charset="-122"/>
                                  </a:rPr>
                                  <m:t>)</m:t>
                                </m:r>
                              </m:e>
                              <m:sup>
                                <m:r>
                                  <a:rPr lang="en-US" altLang="zh-CN" sz="3000" b="0" i="1" smtClean="0">
                                    <a:latin typeface="Cambria Math" panose="02040503050406030204" pitchFamily="18" charset="0"/>
                                    <a:ea typeface="楷体" panose="02010609060101010101" pitchFamily="49" charset="-122"/>
                                  </a:rPr>
                                  <m:t>𝑛</m:t>
                                </m:r>
                              </m:sup>
                            </m:sSup>
                          </m:e>
                        </m:nary>
                      </m:e>
                    </m:nary>
                  </m:oMath>
                </a14:m>
                <a:r>
                  <a:rPr lang="zh-CN" altLang="en-US" sz="3000" dirty="0">
                    <a:latin typeface="楷体" panose="02010609060101010101" pitchFamily="49" charset="-122"/>
                    <a:ea typeface="楷体" panose="02010609060101010101" pitchFamily="49" charset="-122"/>
                  </a:rPr>
                  <a:t>的收敛圆环</a:t>
                </a:r>
                <a:endParaRPr lang="zh-CN" altLang="en-US" sz="3000" dirty="0">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205440" y="396073"/>
                <a:ext cx="8207375" cy="976630"/>
              </a:xfrm>
              <a:prstGeom prst="rect">
                <a:avLst/>
              </a:prstGeom>
              <a:blipFill rotWithShape="1">
                <a:blip r:embed="rId1"/>
                <a:stretch>
                  <a:fillRect l="-4" t="-6875" r="4" b="-6909"/>
                </a:stretch>
              </a:blipFill>
            </p:spPr>
            <p:txBody>
              <a:bodyPr/>
              <a:lstStyle/>
              <a:p>
                <a:r>
                  <a:rPr lang="zh-CN" altLang="en-US">
                    <a:noFill/>
                  </a:rPr>
                  <a:t> </a:t>
                </a:r>
              </a:p>
            </p:txBody>
          </p:sp>
        </mc:Fallback>
      </mc:AlternateContent>
      <p:sp>
        <p:nvSpPr>
          <p:cNvPr id="12" name="标题 1"/>
          <p:cNvSpPr txBox="1"/>
          <p:nvPr/>
        </p:nvSpPr>
        <p:spPr>
          <a:xfrm>
            <a:off x="306504" y="4975639"/>
            <a:ext cx="8308106" cy="155765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zh-CN" altLang="en-US" sz="3000" dirty="0">
                <a:latin typeface="楷体" panose="02010609060101010101" pitchFamily="49" charset="-122"/>
                <a:ea typeface="楷体" panose="02010609060101010101" pitchFamily="49" charset="-122"/>
              </a:rPr>
              <a:t>在收敛环域内上式收敛于解析函数</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反之</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一个圆环域内解析的函数是否可以表示为一个收敛的</a:t>
            </a:r>
            <a:r>
              <a:rPr lang="en-US" altLang="zh-CN" sz="3000" dirty="0">
                <a:latin typeface="楷体" panose="02010609060101010101" pitchFamily="49" charset="-122"/>
                <a:ea typeface="楷体" panose="02010609060101010101" pitchFamily="49" charset="-122"/>
              </a:rPr>
              <a:t>Laurent</a:t>
            </a:r>
            <a:r>
              <a:rPr lang="zh-CN" altLang="en-US" sz="3000" dirty="0">
                <a:latin typeface="楷体" panose="02010609060101010101" pitchFamily="49" charset="-122"/>
                <a:ea typeface="楷体" panose="02010609060101010101" pitchFamily="49" charset="-122"/>
              </a:rPr>
              <a:t>级数呢？</a:t>
            </a:r>
            <a:endParaRPr lang="zh-CN" altLang="en-US" sz="3000" dirty="0">
              <a:latin typeface="楷体" panose="02010609060101010101" pitchFamily="49" charset="-122"/>
              <a:ea typeface="楷体" panose="02010609060101010101" pitchFamily="49" charset="-122"/>
            </a:endParaRPr>
          </a:p>
        </p:txBody>
      </p:sp>
      <p:grpSp>
        <p:nvGrpSpPr>
          <p:cNvPr id="4" name="组合 3"/>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6"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2"/>
                </a:blipFill>
              </p:spPr>
              <p:txBody>
                <a:bodyPr/>
                <a:lstStyle/>
                <a:p>
                  <a:r>
                    <a:rPr lang="zh-CN" altLang="en-US">
                      <a:noFill/>
                    </a:rPr>
                    <a:t> </a:t>
                  </a:r>
                </a:p>
              </p:txBody>
            </p:sp>
          </mc:Fallback>
        </mc:AlternateContent>
        <p:cxnSp>
          <p:nvCxnSpPr>
            <p:cNvPr id="7" name="直接连接符 6"/>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8" name="标题 1"/>
              <p:cNvSpPr txBox="1"/>
              <p:nvPr/>
            </p:nvSpPr>
            <p:spPr>
              <a:xfrm>
                <a:off x="205441" y="1294376"/>
                <a:ext cx="6286800" cy="97663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0" dirty="0">
                    <a:ea typeface="楷体" panose="02010609060101010101" pitchFamily="49" charset="-122"/>
                  </a:rPr>
                  <a:t>解</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r>
                      <m:rPr>
                        <m:nor/>
                      </m:rPr>
                      <a:rPr lang="zh-CN" altLang="en-US" sz="3000" dirty="0">
                        <a:latin typeface="Cambria Math" panose="02040503050406030204" pitchFamily="18" charset="0"/>
                        <a:ea typeface="楷体" panose="02010609060101010101" pitchFamily="49" charset="-122"/>
                      </a:rPr>
                      <m:t>令</m:t>
                    </m:r>
                    <m:r>
                      <a:rPr lang="en-US" altLang="zh-CN" sz="3000" i="1">
                        <a:latin typeface="Cambria Math" panose="02040503050406030204" pitchFamily="18" charset="0"/>
                        <a:ea typeface="楷体" panose="02010609060101010101" pitchFamily="49" charset="-122"/>
                      </a:rPr>
                      <m:t>𝑡</m:t>
                    </m:r>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3</m:t>
                        </m:r>
                      </m:den>
                    </m:f>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则原级数为</a:t>
                </a:r>
                <a14:m>
                  <m:oMath xmlns:m="http://schemas.openxmlformats.org/officeDocument/2006/math">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1</m:t>
                        </m:r>
                      </m:sub>
                      <m:sup>
                        <m:r>
                          <a:rPr lang="en-US" altLang="zh-CN" sz="3000" i="1">
                            <a:latin typeface="Cambria Math" panose="02040503050406030204" pitchFamily="18" charset="0"/>
                            <a:ea typeface="Cambria Math" panose="02040503050406030204" pitchFamily="18" charset="0"/>
                          </a:rPr>
                          <m:t>∞</m:t>
                        </m:r>
                      </m:sup>
                      <m:e>
                        <m:sSup>
                          <m:sSupPr>
                            <m:ctrlPr>
                              <a:rPr lang="en-US" altLang="zh-CN" sz="3000" i="1">
                                <a:latin typeface="Cambria Math" panose="02040503050406030204" pitchFamily="18" charset="0"/>
                                <a:ea typeface="楷体" panose="02010609060101010101" pitchFamily="49" charset="-122"/>
                              </a:rPr>
                            </m:ctrlPr>
                          </m:sSupPr>
                          <m:e>
                            <m:r>
                              <a:rPr lang="en-US" altLang="zh-CN" sz="3000" i="1" smtClean="0">
                                <a:latin typeface="Cambria Math" panose="02040503050406030204" pitchFamily="18" charset="0"/>
                                <a:ea typeface="楷体" panose="02010609060101010101" pitchFamily="49" charset="-122"/>
                              </a:rPr>
                              <m:t>2</m:t>
                            </m:r>
                          </m:e>
                          <m:sup>
                            <m:r>
                              <a:rPr lang="en-US" altLang="zh-CN" sz="3000" i="1">
                                <a:latin typeface="Cambria Math" panose="02040503050406030204" pitchFamily="18" charset="0"/>
                                <a:ea typeface="楷体" panose="02010609060101010101" pitchFamily="49" charset="-122"/>
                              </a:rPr>
                              <m:t>𝑛</m:t>
                            </m:r>
                          </m:sup>
                        </m:sSup>
                        <m:sSup>
                          <m:sSupPr>
                            <m:ctrlPr>
                              <a:rPr lang="en-US" altLang="zh-CN" sz="3000" i="1">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𝑡</m:t>
                            </m:r>
                          </m:e>
                          <m:sup>
                            <m:r>
                              <a:rPr lang="en-US" altLang="zh-CN" sz="3000" i="1">
                                <a:latin typeface="Cambria Math" panose="02040503050406030204" pitchFamily="18" charset="0"/>
                                <a:ea typeface="楷体" panose="02010609060101010101" pitchFamily="49" charset="-122"/>
                              </a:rPr>
                              <m:t>𝑛</m:t>
                            </m:r>
                          </m:sup>
                        </m:sSup>
                      </m:e>
                    </m:nary>
                  </m:oMath>
                </a14:m>
                <a:endParaRPr lang="zh-CN" altLang="en-US" sz="30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205441" y="1294376"/>
                <a:ext cx="6286800" cy="976630"/>
              </a:xfrm>
              <a:prstGeom prst="rect">
                <a:avLst/>
              </a:prstGeom>
              <a:blipFill rotWithShape="1">
                <a:blip r:embed="rId3"/>
                <a:stretch>
                  <a:fillRect l="-5" t="-25" b="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761234" y="2256608"/>
                <a:ext cx="2587607" cy="7787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sSub>
                        <m:sSubPr>
                          <m:ctrlPr>
                            <a:rPr lang="en-US" altLang="zh-CN" sz="2500" b="0" i="1" smtClean="0">
                              <a:latin typeface="Cambria Math" panose="02040503050406030204" pitchFamily="18" charset="0"/>
                              <a:ea typeface="楷体" panose="02010609060101010101" pitchFamily="49" charset="-122"/>
                            </a:rPr>
                          </m:ctrlPr>
                        </m:sSubPr>
                        <m:e>
                          <m:r>
                            <a:rPr lang="en-US" altLang="zh-CN" sz="2500" b="0" i="1" smtClean="0">
                              <a:latin typeface="Cambria Math" panose="02040503050406030204" pitchFamily="18" charset="0"/>
                              <a:ea typeface="楷体" panose="02010609060101010101" pitchFamily="49" charset="-122"/>
                            </a:rPr>
                            <m:t>𝑅</m:t>
                          </m:r>
                        </m:e>
                        <m:sub>
                          <m:r>
                            <a:rPr lang="en-US" altLang="zh-CN" sz="2500" b="0" i="1" smtClean="0">
                              <a:latin typeface="Cambria Math" panose="02040503050406030204" pitchFamily="18" charset="0"/>
                              <a:ea typeface="楷体" panose="02010609060101010101" pitchFamily="49" charset="-122"/>
                            </a:rPr>
                            <m:t>1</m:t>
                          </m:r>
                        </m:sub>
                      </m:sSub>
                      <m:r>
                        <a:rPr lang="en-US" altLang="zh-CN" sz="2500" b="0" i="1" smtClean="0">
                          <a:latin typeface="Cambria Math" panose="02040503050406030204" pitchFamily="18" charset="0"/>
                          <a:ea typeface="楷体" panose="02010609060101010101" pitchFamily="49" charset="-122"/>
                        </a:rPr>
                        <m:t>=</m:t>
                      </m:r>
                      <m:func>
                        <m:funcPr>
                          <m:ctrlPr>
                            <a:rPr lang="en-US" altLang="zh-CN" sz="2500" b="0" i="1" smtClean="0">
                              <a:latin typeface="Cambria Math" panose="02040503050406030204" pitchFamily="18" charset="0"/>
                              <a:ea typeface="楷体" panose="02010609060101010101" pitchFamily="49" charset="-122"/>
                            </a:rPr>
                          </m:ctrlPr>
                        </m:funcPr>
                        <m:fName>
                          <m:limLow>
                            <m:limLowPr>
                              <m:ctrlPr>
                                <a:rPr lang="en-US" altLang="zh-CN" sz="2500" b="0" i="1" smtClean="0">
                                  <a:latin typeface="Cambria Math" panose="02040503050406030204" pitchFamily="18" charset="0"/>
                                  <a:ea typeface="楷体" panose="02010609060101010101" pitchFamily="49" charset="-122"/>
                                </a:rPr>
                              </m:ctrlPr>
                            </m:limLowPr>
                            <m:e>
                              <m:r>
                                <m:rPr>
                                  <m:sty m:val="p"/>
                                </m:rPr>
                                <a:rPr lang="en-US" altLang="zh-CN" sz="2500" b="0" i="0" smtClean="0">
                                  <a:latin typeface="Cambria Math" panose="02040503050406030204" pitchFamily="18" charset="0"/>
                                  <a:ea typeface="楷体" panose="02010609060101010101" pitchFamily="49" charset="-122"/>
                                </a:rPr>
                                <m:t>lim</m:t>
                              </m:r>
                            </m:e>
                            <m:lim>
                              <m:r>
                                <a:rPr lang="en-US" altLang="zh-CN" sz="2500" b="0" i="1" smtClean="0">
                                  <a:latin typeface="Cambria Math" panose="02040503050406030204" pitchFamily="18" charset="0"/>
                                  <a:ea typeface="楷体" panose="02010609060101010101" pitchFamily="49" charset="-122"/>
                                </a:rPr>
                                <m:t>𝑛</m:t>
                              </m:r>
                              <m:r>
                                <a:rPr lang="en-US" altLang="zh-CN" sz="2500" b="0" i="1" smtClean="0">
                                  <a:latin typeface="Cambria Math" panose="02040503050406030204" pitchFamily="18" charset="0"/>
                                  <a:ea typeface="Cambria Math" panose="02040503050406030204" pitchFamily="18" charset="0"/>
                                </a:rPr>
                                <m:t>→∞</m:t>
                              </m:r>
                            </m:lim>
                          </m:limLow>
                        </m:fName>
                        <m:e>
                          <m:r>
                            <a:rPr lang="en-US" altLang="zh-CN" sz="2500" b="0" i="1" smtClean="0">
                              <a:latin typeface="Cambria Math" panose="02040503050406030204" pitchFamily="18" charset="0"/>
                              <a:ea typeface="楷体" panose="02010609060101010101" pitchFamily="49" charset="-122"/>
                            </a:rPr>
                            <m:t>|</m:t>
                          </m:r>
                          <m:f>
                            <m:fPr>
                              <m:ctrlPr>
                                <a:rPr lang="en-US" altLang="zh-CN" sz="2500" b="0" i="1" smtClean="0">
                                  <a:latin typeface="Cambria Math" panose="02040503050406030204" pitchFamily="18" charset="0"/>
                                  <a:ea typeface="楷体" panose="02010609060101010101" pitchFamily="49" charset="-122"/>
                                </a:rPr>
                              </m:ctrlPr>
                            </m:fPr>
                            <m:num>
                              <m:sSup>
                                <m:sSupPr>
                                  <m:ctrlPr>
                                    <a:rPr lang="en-US" altLang="zh-CN" sz="2500" b="0" i="1" smtClean="0">
                                      <a:latin typeface="Cambria Math" panose="02040503050406030204" pitchFamily="18" charset="0"/>
                                      <a:ea typeface="楷体" panose="02010609060101010101" pitchFamily="49" charset="-122"/>
                                    </a:rPr>
                                  </m:ctrlPr>
                                </m:sSupPr>
                                <m:e>
                                  <m:r>
                                    <a:rPr lang="en-US" altLang="zh-CN" sz="2500" b="0" i="1" smtClean="0">
                                      <a:latin typeface="Cambria Math" panose="02040503050406030204" pitchFamily="18" charset="0"/>
                                      <a:ea typeface="楷体" panose="02010609060101010101" pitchFamily="49" charset="-122"/>
                                    </a:rPr>
                                    <m:t>2</m:t>
                                  </m:r>
                                </m:e>
                                <m:sup>
                                  <m:r>
                                    <a:rPr lang="en-US" altLang="zh-CN" sz="2500" b="0" i="1" smtClean="0">
                                      <a:latin typeface="Cambria Math" panose="02040503050406030204" pitchFamily="18" charset="0"/>
                                      <a:ea typeface="楷体" panose="02010609060101010101" pitchFamily="49" charset="-122"/>
                                    </a:rPr>
                                    <m:t>𝑛</m:t>
                                  </m:r>
                                </m:sup>
                              </m:sSup>
                            </m:num>
                            <m:den>
                              <m:sSup>
                                <m:sSupPr>
                                  <m:ctrlPr>
                                    <a:rPr lang="en-US" altLang="zh-CN" sz="2500" b="0" i="1" smtClean="0">
                                      <a:latin typeface="Cambria Math" panose="02040503050406030204" pitchFamily="18" charset="0"/>
                                      <a:ea typeface="楷体" panose="02010609060101010101" pitchFamily="49" charset="-122"/>
                                    </a:rPr>
                                  </m:ctrlPr>
                                </m:sSupPr>
                                <m:e>
                                  <m:r>
                                    <a:rPr lang="en-US" altLang="zh-CN" sz="2500" b="0" i="1" smtClean="0">
                                      <a:latin typeface="Cambria Math" panose="02040503050406030204" pitchFamily="18" charset="0"/>
                                      <a:ea typeface="楷体" panose="02010609060101010101" pitchFamily="49" charset="-122"/>
                                    </a:rPr>
                                    <m:t>2</m:t>
                                  </m:r>
                                </m:e>
                                <m:sup>
                                  <m:r>
                                    <a:rPr lang="en-US" altLang="zh-CN" sz="2500" b="0" i="1" smtClean="0">
                                      <a:latin typeface="Cambria Math" panose="02040503050406030204" pitchFamily="18" charset="0"/>
                                      <a:ea typeface="楷体" panose="02010609060101010101" pitchFamily="49" charset="-122"/>
                                    </a:rPr>
                                    <m:t>𝑛</m:t>
                                  </m:r>
                                  <m:r>
                                    <a:rPr lang="en-US" altLang="zh-CN" sz="2500" b="0" i="1" smtClean="0">
                                      <a:latin typeface="Cambria Math" panose="02040503050406030204" pitchFamily="18" charset="0"/>
                                      <a:ea typeface="楷体" panose="02010609060101010101" pitchFamily="49" charset="-122"/>
                                    </a:rPr>
                                    <m:t>+</m:t>
                                  </m:r>
                                  <m:r>
                                    <a:rPr lang="en-US" altLang="zh-CN" sz="2500" b="0" i="1" smtClean="0">
                                      <a:latin typeface="Cambria Math" panose="02040503050406030204" pitchFamily="18" charset="0"/>
                                      <a:ea typeface="楷体" panose="02010609060101010101" pitchFamily="49" charset="-122"/>
                                    </a:rPr>
                                    <m:t>1</m:t>
                                  </m:r>
                                </m:sup>
                              </m:sSup>
                            </m:den>
                          </m:f>
                          <m:r>
                            <a:rPr lang="en-US" altLang="zh-CN" sz="2500" b="0" i="1" smtClean="0">
                              <a:latin typeface="Cambria Math" panose="02040503050406030204" pitchFamily="18" charset="0"/>
                              <a:ea typeface="楷体" panose="02010609060101010101" pitchFamily="49" charset="-122"/>
                            </a:rPr>
                            <m:t>|</m:t>
                          </m:r>
                        </m:e>
                      </m:func>
                    </m:oMath>
                  </m:oMathPara>
                </a14:m>
                <a:endParaRPr lang="zh-CN" altLang="en-US" sz="2500" dirty="0">
                  <a:latin typeface="楷体" panose="02010609060101010101" pitchFamily="49" charset="-122"/>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761234" y="2256608"/>
                <a:ext cx="2587607" cy="778728"/>
              </a:xfrm>
              <a:prstGeom prst="rect">
                <a:avLst/>
              </a:prstGeom>
              <a:blipFill rotWithShape="1">
                <a:blip r:embed="rId4"/>
                <a:stretch>
                  <a:fillRect l="-19" t="-20281" r="19" b="-20218"/>
                </a:stretch>
              </a:blipFill>
            </p:spPr>
            <p:txBody>
              <a:bodyPr/>
              <a:lstStyle/>
              <a:p>
                <a:r>
                  <a:rPr lang="zh-CN" altLang="en-US">
                    <a:noFill/>
                  </a:rPr>
                  <a:t> </a:t>
                </a:r>
              </a:p>
            </p:txBody>
          </p:sp>
        </mc:Fallback>
      </mc:AlternateContent>
      <p:sp>
        <p:nvSpPr>
          <p:cNvPr id="10" name="矩形 9"/>
          <p:cNvSpPr/>
          <p:nvPr/>
        </p:nvSpPr>
        <p:spPr>
          <a:xfrm>
            <a:off x="813335" y="598968"/>
            <a:ext cx="1977991" cy="824117"/>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3" name="标题 1"/>
              <p:cNvSpPr txBox="1"/>
              <p:nvPr/>
            </p:nvSpPr>
            <p:spPr>
              <a:xfrm>
                <a:off x="3152071" y="2280412"/>
                <a:ext cx="688409" cy="7787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2500" b="0" i="1" smtClean="0">
                          <a:latin typeface="Cambria Math" panose="02040503050406030204" pitchFamily="18" charset="0"/>
                          <a:ea typeface="楷体" panose="02010609060101010101" pitchFamily="49" charset="-122"/>
                        </a:rPr>
                        <m:t>=</m:t>
                      </m:r>
                      <m:f>
                        <m:fPr>
                          <m:ctrlPr>
                            <a:rPr lang="en-US" altLang="zh-CN" sz="2500" b="0" i="1" smtClean="0">
                              <a:latin typeface="Cambria Math" panose="02040503050406030204" pitchFamily="18" charset="0"/>
                              <a:ea typeface="楷体" panose="02010609060101010101" pitchFamily="49" charset="-122"/>
                            </a:rPr>
                          </m:ctrlPr>
                        </m:fPr>
                        <m:num>
                          <m:r>
                            <a:rPr lang="en-US" altLang="zh-CN" sz="2500" b="0" i="1" smtClean="0">
                              <a:latin typeface="Cambria Math" panose="02040503050406030204" pitchFamily="18" charset="0"/>
                              <a:ea typeface="楷体" panose="02010609060101010101" pitchFamily="49" charset="-122"/>
                            </a:rPr>
                            <m:t>1</m:t>
                          </m:r>
                        </m:num>
                        <m:den>
                          <m:r>
                            <a:rPr lang="en-US" altLang="zh-CN" sz="2500" b="0" i="1" smtClean="0">
                              <a:latin typeface="Cambria Math" panose="02040503050406030204" pitchFamily="18" charset="0"/>
                              <a:ea typeface="楷体" panose="02010609060101010101" pitchFamily="49" charset="-122"/>
                            </a:rPr>
                            <m:t>2</m:t>
                          </m:r>
                        </m:den>
                      </m:f>
                    </m:oMath>
                  </m:oMathPara>
                </a14:m>
                <a:endParaRPr lang="zh-CN" altLang="en-US" sz="2500" dirty="0">
                  <a:latin typeface="楷体" panose="02010609060101010101" pitchFamily="49" charset="-122"/>
                  <a:ea typeface="楷体" panose="02010609060101010101" pitchFamily="49" charset="-122"/>
                </a:endParaRPr>
              </a:p>
            </p:txBody>
          </p:sp>
        </mc:Choice>
        <mc:Fallback>
          <p:sp>
            <p:nvSpPr>
              <p:cNvPr id="13" name="标题 1"/>
              <p:cNvSpPr txBox="1">
                <a:spLocks noRot="1" noChangeAspect="1" noMove="1" noResize="1" noEditPoints="1" noAdjustHandles="1" noChangeArrowheads="1" noChangeShapeType="1" noTextEdit="1"/>
              </p:cNvSpPr>
              <p:nvPr/>
            </p:nvSpPr>
            <p:spPr>
              <a:xfrm>
                <a:off x="3152071" y="2280412"/>
                <a:ext cx="688409" cy="778728"/>
              </a:xfrm>
              <a:prstGeom prst="rect">
                <a:avLst/>
              </a:prstGeom>
              <a:blipFill rotWithShape="1">
                <a:blip r:embed="rId5"/>
                <a:stretch>
                  <a:fillRect l="-82" t="-18119" b="-181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3955218" y="2335497"/>
                <a:ext cx="3085663" cy="7787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0" dirty="0">
                    <a:ea typeface="楷体" panose="02010609060101010101" pitchFamily="49" charset="-122"/>
                  </a:rPr>
                  <a:t>即</a:t>
                </a:r>
                <a14:m>
                  <m:oMath xmlns:m="http://schemas.openxmlformats.org/officeDocument/2006/math">
                    <m:d>
                      <m:dPr>
                        <m:begChr m:val="|"/>
                        <m:endChr m:val="|"/>
                        <m:ctrlPr>
                          <a:rPr lang="en-US" altLang="zh-CN" sz="2800" b="0" i="1" smtClean="0">
                            <a:latin typeface="Cambria Math" panose="02040503050406030204" pitchFamily="18" charset="0"/>
                            <a:ea typeface="楷体" panose="02010609060101010101" pitchFamily="49" charset="-122"/>
                          </a:rPr>
                        </m:ctrlPr>
                      </m:dPr>
                      <m:e>
                        <m:r>
                          <a:rPr lang="en-US" altLang="zh-CN" sz="2800" b="0" i="1" smtClean="0">
                            <a:latin typeface="Cambria Math" panose="02040503050406030204" pitchFamily="18" charset="0"/>
                            <a:ea typeface="楷体" panose="02010609060101010101" pitchFamily="49" charset="-122"/>
                          </a:rPr>
                          <m:t>𝑧</m:t>
                        </m:r>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3</m:t>
                        </m:r>
                      </m:e>
                    </m:d>
                    <m:r>
                      <a:rPr lang="en-US" altLang="zh-CN" sz="2800" b="0" i="1" smtClean="0">
                        <a:latin typeface="Cambria Math" panose="02040503050406030204" pitchFamily="18" charset="0"/>
                        <a:ea typeface="楷体" panose="02010609060101010101" pitchFamily="49" charset="-122"/>
                      </a:rPr>
                      <m:t>&gt;</m:t>
                    </m:r>
                    <m:r>
                      <a:rPr lang="en-US" altLang="zh-CN" sz="2500" b="0" i="1" smtClean="0">
                        <a:latin typeface="Cambria Math" panose="02040503050406030204" pitchFamily="18" charset="0"/>
                        <a:ea typeface="楷体" panose="02010609060101010101" pitchFamily="49" charset="-122"/>
                      </a:rPr>
                      <m:t>2</m:t>
                    </m:r>
                  </m:oMath>
                </a14:m>
                <a:r>
                  <a:rPr lang="zh-CN" altLang="en-US" sz="3000" dirty="0">
                    <a:latin typeface="楷体" panose="02010609060101010101" pitchFamily="49" charset="-122"/>
                    <a:ea typeface="楷体" panose="02010609060101010101" pitchFamily="49" charset="-122"/>
                  </a:rPr>
                  <a:t>收敛</a:t>
                </a:r>
                <a:endParaRPr lang="zh-CN" altLang="en-US" sz="3000" dirty="0">
                  <a:latin typeface="楷体" panose="02010609060101010101" pitchFamily="49" charset="-122"/>
                  <a:ea typeface="楷体" panose="02010609060101010101" pitchFamily="49" charset="-122"/>
                </a:endParaRPr>
              </a:p>
            </p:txBody>
          </p:sp>
        </mc:Choice>
        <mc:Fallback>
          <p:sp>
            <p:nvSpPr>
              <p:cNvPr id="14" name="标题 1"/>
              <p:cNvSpPr txBox="1">
                <a:spLocks noRot="1" noChangeAspect="1" noMove="1" noResize="1" noEditPoints="1" noAdjustHandles="1" noChangeArrowheads="1" noChangeShapeType="1" noTextEdit="1"/>
              </p:cNvSpPr>
              <p:nvPr/>
            </p:nvSpPr>
            <p:spPr>
              <a:xfrm>
                <a:off x="3955218" y="2335497"/>
                <a:ext cx="3085663" cy="778728"/>
              </a:xfrm>
              <a:prstGeom prst="rect">
                <a:avLst/>
              </a:prstGeom>
              <a:blipFill rotWithShape="1">
                <a:blip r:embed="rId6"/>
                <a:stretch>
                  <a:fillRect l="-14" t="-77"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7040881" y="2284578"/>
                <a:ext cx="1454180" cy="7787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0" dirty="0">
                    <a:latin typeface="Cambria Math" panose="02040503050406030204" pitchFamily="18" charset="0"/>
                    <a:ea typeface="楷体" panose="02010609060101010101" pitchFamily="49" charset="-122"/>
                  </a:rPr>
                  <a:t>∴</a:t>
                </a:r>
                <a14:m>
                  <m:oMath xmlns:m="http://schemas.openxmlformats.org/officeDocument/2006/math">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𝑟</m:t>
                        </m:r>
                      </m:e>
                      <m:sub>
                        <m:r>
                          <a:rPr lang="en-US" altLang="zh-CN" sz="3000" b="0" i="1" smtClean="0">
                            <a:latin typeface="Cambria Math" panose="02040503050406030204" pitchFamily="18" charset="0"/>
                            <a:ea typeface="楷体" panose="02010609060101010101" pitchFamily="49" charset="-122"/>
                          </a:rPr>
                          <m:t>1</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oMath>
                </a14:m>
                <a:endParaRPr lang="zh-CN" altLang="en-US" sz="3000" dirty="0">
                  <a:latin typeface="楷体" panose="02010609060101010101" pitchFamily="49" charset="-122"/>
                  <a:ea typeface="楷体" panose="02010609060101010101" pitchFamily="49" charset="-122"/>
                </a:endParaRPr>
              </a:p>
            </p:txBody>
          </p:sp>
        </mc:Choice>
        <mc:Fallback>
          <p:sp>
            <p:nvSpPr>
              <p:cNvPr id="15" name="标题 1"/>
              <p:cNvSpPr txBox="1">
                <a:spLocks noRot="1" noChangeAspect="1" noMove="1" noResize="1" noEditPoints="1" noAdjustHandles="1" noChangeArrowheads="1" noChangeShapeType="1" noTextEdit="1"/>
              </p:cNvSpPr>
              <p:nvPr/>
            </p:nvSpPr>
            <p:spPr>
              <a:xfrm>
                <a:off x="7040881" y="2284578"/>
                <a:ext cx="1454180" cy="778728"/>
              </a:xfrm>
              <a:prstGeom prst="rect">
                <a:avLst/>
              </a:prstGeom>
              <a:blipFill rotWithShape="1">
                <a:blip r:embed="rId7"/>
                <a:stretch>
                  <a:fillRect t="-62" r="2" b="8"/>
                </a:stretch>
              </a:blipFill>
            </p:spPr>
            <p:txBody>
              <a:bodyPr/>
              <a:lstStyle/>
              <a:p>
                <a:r>
                  <a:rPr lang="zh-CN" altLang="en-US">
                    <a:noFill/>
                  </a:rPr>
                  <a:t> </a:t>
                </a:r>
              </a:p>
            </p:txBody>
          </p:sp>
        </mc:Fallback>
      </mc:AlternateContent>
      <p:sp>
        <p:nvSpPr>
          <p:cNvPr id="16" name="矩形 15"/>
          <p:cNvSpPr/>
          <p:nvPr/>
        </p:nvSpPr>
        <p:spPr>
          <a:xfrm>
            <a:off x="3080084" y="573451"/>
            <a:ext cx="3272592" cy="918827"/>
          </a:xfrm>
          <a:prstGeom prst="rect">
            <a:avLst/>
          </a:prstGeom>
          <a:no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7" name="标题 1"/>
              <p:cNvSpPr txBox="1"/>
              <p:nvPr/>
            </p:nvSpPr>
            <p:spPr>
              <a:xfrm>
                <a:off x="761233" y="3241593"/>
                <a:ext cx="2939681" cy="7787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sSub>
                        <m:sSubPr>
                          <m:ctrlPr>
                            <a:rPr lang="en-US" altLang="zh-CN" sz="2500" b="0" i="1" smtClean="0">
                              <a:latin typeface="Cambria Math" panose="02040503050406030204" pitchFamily="18" charset="0"/>
                              <a:ea typeface="楷体" panose="02010609060101010101" pitchFamily="49" charset="-122"/>
                            </a:rPr>
                          </m:ctrlPr>
                        </m:sSubPr>
                        <m:e>
                          <m:r>
                            <a:rPr lang="en-US" altLang="zh-CN" sz="2500" b="0" i="1" smtClean="0">
                              <a:latin typeface="Cambria Math" panose="02040503050406030204" pitchFamily="18" charset="0"/>
                              <a:ea typeface="楷体" panose="02010609060101010101" pitchFamily="49" charset="-122"/>
                            </a:rPr>
                            <m:t>𝑅</m:t>
                          </m:r>
                        </m:e>
                        <m:sub>
                          <m:r>
                            <a:rPr lang="en-US" altLang="zh-CN" sz="2500" b="0" i="1" smtClean="0">
                              <a:latin typeface="Cambria Math" panose="02040503050406030204" pitchFamily="18" charset="0"/>
                              <a:ea typeface="楷体" panose="02010609060101010101" pitchFamily="49" charset="-122"/>
                            </a:rPr>
                            <m:t>2</m:t>
                          </m:r>
                        </m:sub>
                      </m:sSub>
                      <m:r>
                        <a:rPr lang="en-US" altLang="zh-CN" sz="2500" b="0" i="1" smtClean="0">
                          <a:latin typeface="Cambria Math" panose="02040503050406030204" pitchFamily="18" charset="0"/>
                          <a:ea typeface="楷体" panose="02010609060101010101" pitchFamily="49" charset="-122"/>
                        </a:rPr>
                        <m:t>=</m:t>
                      </m:r>
                      <m:func>
                        <m:funcPr>
                          <m:ctrlPr>
                            <a:rPr lang="en-US" altLang="zh-CN" sz="2500" b="0" i="1" smtClean="0">
                              <a:latin typeface="Cambria Math" panose="02040503050406030204" pitchFamily="18" charset="0"/>
                              <a:ea typeface="楷体" panose="02010609060101010101" pitchFamily="49" charset="-122"/>
                            </a:rPr>
                          </m:ctrlPr>
                        </m:funcPr>
                        <m:fName>
                          <m:limLow>
                            <m:limLowPr>
                              <m:ctrlPr>
                                <a:rPr lang="en-US" altLang="zh-CN" sz="2500" b="0" i="1" smtClean="0">
                                  <a:latin typeface="Cambria Math" panose="02040503050406030204" pitchFamily="18" charset="0"/>
                                  <a:ea typeface="楷体" panose="02010609060101010101" pitchFamily="49" charset="-122"/>
                                </a:rPr>
                              </m:ctrlPr>
                            </m:limLowPr>
                            <m:e>
                              <m:r>
                                <m:rPr>
                                  <m:sty m:val="p"/>
                                </m:rPr>
                                <a:rPr lang="en-US" altLang="zh-CN" sz="2500" b="0" i="0" smtClean="0">
                                  <a:latin typeface="Cambria Math" panose="02040503050406030204" pitchFamily="18" charset="0"/>
                                  <a:ea typeface="楷体" panose="02010609060101010101" pitchFamily="49" charset="-122"/>
                                </a:rPr>
                                <m:t>lim</m:t>
                              </m:r>
                            </m:e>
                            <m:lim>
                              <m:r>
                                <a:rPr lang="en-US" altLang="zh-CN" sz="2500" b="0" i="1" smtClean="0">
                                  <a:latin typeface="Cambria Math" panose="02040503050406030204" pitchFamily="18" charset="0"/>
                                  <a:ea typeface="楷体" panose="02010609060101010101" pitchFamily="49" charset="-122"/>
                                </a:rPr>
                                <m:t>𝑛</m:t>
                              </m:r>
                              <m:r>
                                <a:rPr lang="en-US" altLang="zh-CN" sz="2500" b="0" i="1" smtClean="0">
                                  <a:latin typeface="Cambria Math" panose="02040503050406030204" pitchFamily="18" charset="0"/>
                                  <a:ea typeface="Cambria Math" panose="02040503050406030204" pitchFamily="18" charset="0"/>
                                </a:rPr>
                                <m:t>→∞</m:t>
                              </m:r>
                            </m:lim>
                          </m:limLow>
                        </m:fName>
                        <m:e>
                          <m:r>
                            <a:rPr lang="en-US" altLang="zh-CN" sz="2500" b="0" i="1" smtClean="0">
                              <a:latin typeface="Cambria Math" panose="02040503050406030204" pitchFamily="18" charset="0"/>
                              <a:ea typeface="楷体" panose="02010609060101010101" pitchFamily="49" charset="-122"/>
                            </a:rPr>
                            <m:t>|</m:t>
                          </m:r>
                          <m:f>
                            <m:fPr>
                              <m:ctrlPr>
                                <a:rPr lang="en-US" altLang="zh-CN" sz="2500" b="0" i="1" smtClean="0">
                                  <a:latin typeface="Cambria Math" panose="02040503050406030204" pitchFamily="18" charset="0"/>
                                  <a:ea typeface="楷体" panose="02010609060101010101" pitchFamily="49" charset="-122"/>
                                </a:rPr>
                              </m:ctrlPr>
                            </m:fPr>
                            <m:num>
                              <m:r>
                                <a:rPr lang="en-US" altLang="zh-CN" sz="2500" b="0" i="1" smtClean="0">
                                  <a:latin typeface="Cambria Math" panose="02040503050406030204" pitchFamily="18" charset="0"/>
                                  <a:ea typeface="楷体" panose="02010609060101010101" pitchFamily="49" charset="-122"/>
                                </a:rPr>
                                <m:t>1</m:t>
                              </m:r>
                              <m:r>
                                <a:rPr lang="en-US" altLang="zh-CN" sz="2500" b="0" i="1" smtClean="0">
                                  <a:latin typeface="Cambria Math" panose="02040503050406030204" pitchFamily="18" charset="0"/>
                                  <a:ea typeface="楷体" panose="02010609060101010101" pitchFamily="49" charset="-122"/>
                                </a:rPr>
                                <m:t>/</m:t>
                              </m:r>
                              <m:sSup>
                                <m:sSupPr>
                                  <m:ctrlPr>
                                    <a:rPr lang="en-US" altLang="zh-CN" sz="2500" b="0" i="1" smtClean="0">
                                      <a:latin typeface="Cambria Math" panose="02040503050406030204" pitchFamily="18" charset="0"/>
                                      <a:ea typeface="楷体" panose="02010609060101010101" pitchFamily="49" charset="-122"/>
                                    </a:rPr>
                                  </m:ctrlPr>
                                </m:sSupPr>
                                <m:e>
                                  <m:r>
                                    <a:rPr lang="en-US" altLang="zh-CN" sz="2500" b="0" i="1" smtClean="0">
                                      <a:latin typeface="Cambria Math" panose="02040503050406030204" pitchFamily="18" charset="0"/>
                                      <a:ea typeface="楷体" panose="02010609060101010101" pitchFamily="49" charset="-122"/>
                                    </a:rPr>
                                    <m:t>3</m:t>
                                  </m:r>
                                </m:e>
                                <m:sup>
                                  <m:r>
                                    <a:rPr lang="en-US" altLang="zh-CN" sz="2500" b="0" i="1" smtClean="0">
                                      <a:latin typeface="Cambria Math" panose="02040503050406030204" pitchFamily="18" charset="0"/>
                                      <a:ea typeface="楷体" panose="02010609060101010101" pitchFamily="49" charset="-122"/>
                                    </a:rPr>
                                    <m:t>𝑛</m:t>
                                  </m:r>
                                </m:sup>
                              </m:sSup>
                            </m:num>
                            <m:den>
                              <m:sSup>
                                <m:sSupPr>
                                  <m:ctrlPr>
                                    <a:rPr lang="en-US" altLang="zh-CN" sz="2500" b="0" i="1" smtClean="0">
                                      <a:latin typeface="Cambria Math" panose="02040503050406030204" pitchFamily="18" charset="0"/>
                                      <a:ea typeface="楷体" panose="02010609060101010101" pitchFamily="49" charset="-122"/>
                                    </a:rPr>
                                  </m:ctrlPr>
                                </m:sSupPr>
                                <m:e>
                                  <m:r>
                                    <a:rPr lang="en-US" altLang="zh-CN" sz="2500" b="0" i="1" smtClean="0">
                                      <a:latin typeface="Cambria Math" panose="02040503050406030204" pitchFamily="18" charset="0"/>
                                      <a:ea typeface="楷体" panose="02010609060101010101" pitchFamily="49" charset="-122"/>
                                    </a:rPr>
                                    <m:t>1</m:t>
                                  </m:r>
                                  <m:r>
                                    <a:rPr lang="en-US" altLang="zh-CN" sz="2500" b="0" i="1" smtClean="0">
                                      <a:latin typeface="Cambria Math" panose="02040503050406030204" pitchFamily="18" charset="0"/>
                                      <a:ea typeface="楷体" panose="02010609060101010101" pitchFamily="49" charset="-122"/>
                                    </a:rPr>
                                    <m:t>/</m:t>
                                  </m:r>
                                  <m:r>
                                    <a:rPr lang="en-US" altLang="zh-CN" sz="2500" b="0" i="1" smtClean="0">
                                      <a:latin typeface="Cambria Math" panose="02040503050406030204" pitchFamily="18" charset="0"/>
                                      <a:ea typeface="楷体" panose="02010609060101010101" pitchFamily="49" charset="-122"/>
                                    </a:rPr>
                                    <m:t>3</m:t>
                                  </m:r>
                                </m:e>
                                <m:sup>
                                  <m:r>
                                    <a:rPr lang="en-US" altLang="zh-CN" sz="2500" b="0" i="1" smtClean="0">
                                      <a:latin typeface="Cambria Math" panose="02040503050406030204" pitchFamily="18" charset="0"/>
                                      <a:ea typeface="楷体" panose="02010609060101010101" pitchFamily="49" charset="-122"/>
                                    </a:rPr>
                                    <m:t>𝑛</m:t>
                                  </m:r>
                                  <m:r>
                                    <a:rPr lang="en-US" altLang="zh-CN" sz="2500" b="0" i="1" smtClean="0">
                                      <a:latin typeface="Cambria Math" panose="02040503050406030204" pitchFamily="18" charset="0"/>
                                      <a:ea typeface="楷体" panose="02010609060101010101" pitchFamily="49" charset="-122"/>
                                    </a:rPr>
                                    <m:t>+</m:t>
                                  </m:r>
                                  <m:r>
                                    <a:rPr lang="en-US" altLang="zh-CN" sz="2500" b="0" i="1" smtClean="0">
                                      <a:latin typeface="Cambria Math" panose="02040503050406030204" pitchFamily="18" charset="0"/>
                                      <a:ea typeface="楷体" panose="02010609060101010101" pitchFamily="49" charset="-122"/>
                                    </a:rPr>
                                    <m:t>1</m:t>
                                  </m:r>
                                </m:sup>
                              </m:sSup>
                            </m:den>
                          </m:f>
                          <m:r>
                            <a:rPr lang="en-US" altLang="zh-CN" sz="2500" b="0" i="1" smtClean="0">
                              <a:latin typeface="Cambria Math" panose="02040503050406030204" pitchFamily="18" charset="0"/>
                              <a:ea typeface="楷体" panose="02010609060101010101" pitchFamily="49" charset="-122"/>
                            </a:rPr>
                            <m:t>|</m:t>
                          </m:r>
                        </m:e>
                      </m:func>
                    </m:oMath>
                  </m:oMathPara>
                </a14:m>
                <a:endParaRPr lang="zh-CN" altLang="en-US" sz="2500" dirty="0">
                  <a:latin typeface="楷体" panose="02010609060101010101" pitchFamily="49" charset="-122"/>
                  <a:ea typeface="楷体" panose="02010609060101010101" pitchFamily="49" charset="-122"/>
                </a:endParaRPr>
              </a:p>
            </p:txBody>
          </p:sp>
        </mc:Choice>
        <mc:Fallback>
          <p:sp>
            <p:nvSpPr>
              <p:cNvPr id="17" name="标题 1"/>
              <p:cNvSpPr txBox="1">
                <a:spLocks noRot="1" noChangeAspect="1" noMove="1" noResize="1" noEditPoints="1" noAdjustHandles="1" noChangeArrowheads="1" noChangeShapeType="1" noTextEdit="1"/>
              </p:cNvSpPr>
              <p:nvPr/>
            </p:nvSpPr>
            <p:spPr>
              <a:xfrm>
                <a:off x="761233" y="3241593"/>
                <a:ext cx="2939681" cy="778728"/>
              </a:xfrm>
              <a:prstGeom prst="rect">
                <a:avLst/>
              </a:prstGeom>
              <a:blipFill rotWithShape="1">
                <a:blip r:embed="rId8"/>
                <a:stretch>
                  <a:fillRect l="-17" t="-26654" r="5" b="-265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标题 1"/>
              <p:cNvSpPr txBox="1"/>
              <p:nvPr/>
            </p:nvSpPr>
            <p:spPr>
              <a:xfrm>
                <a:off x="6330224" y="1116630"/>
                <a:ext cx="1434916" cy="7787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f>
                        <m:fPr>
                          <m:ctrlPr>
                            <a:rPr lang="en-US" altLang="zh-CN" sz="2500" b="0" i="1" smtClean="0">
                              <a:solidFill>
                                <a:srgbClr val="FF0000"/>
                              </a:solidFill>
                              <a:latin typeface="Cambria Math" panose="02040503050406030204" pitchFamily="18" charset="0"/>
                              <a:ea typeface="楷体" panose="02010609060101010101" pitchFamily="49" charset="-122"/>
                            </a:rPr>
                          </m:ctrlPr>
                        </m:fPr>
                        <m:num>
                          <m:sSup>
                            <m:sSupPr>
                              <m:ctrlPr>
                                <a:rPr lang="en-US" altLang="zh-CN" sz="2500" b="0" i="1" smtClean="0">
                                  <a:solidFill>
                                    <a:srgbClr val="FF0000"/>
                                  </a:solidFill>
                                  <a:latin typeface="Cambria Math" panose="02040503050406030204" pitchFamily="18" charset="0"/>
                                  <a:ea typeface="楷体" panose="02010609060101010101" pitchFamily="49" charset="-122"/>
                                </a:rPr>
                              </m:ctrlPr>
                            </m:sSupPr>
                            <m:e>
                              <m:r>
                                <a:rPr lang="en-US" altLang="zh-CN" sz="2500" b="0" i="1" smtClean="0">
                                  <a:solidFill>
                                    <a:srgbClr val="FF0000"/>
                                  </a:solidFill>
                                  <a:latin typeface="Cambria Math" panose="02040503050406030204" pitchFamily="18" charset="0"/>
                                  <a:ea typeface="楷体" panose="02010609060101010101" pitchFamily="49" charset="-122"/>
                                </a:rPr>
                                <m:t>(</m:t>
                              </m:r>
                              <m:r>
                                <a:rPr lang="en-US" altLang="zh-CN" sz="2500" b="0" i="1" smtClean="0">
                                  <a:solidFill>
                                    <a:srgbClr val="FF0000"/>
                                  </a:solidFill>
                                  <a:latin typeface="Cambria Math" panose="02040503050406030204" pitchFamily="18" charset="0"/>
                                  <a:ea typeface="楷体" panose="02010609060101010101" pitchFamily="49" charset="-122"/>
                                </a:rPr>
                                <m:t>𝑧</m:t>
                              </m:r>
                              <m:r>
                                <a:rPr lang="en-US" altLang="zh-CN" sz="2500" b="0" i="1" smtClean="0">
                                  <a:solidFill>
                                    <a:srgbClr val="FF0000"/>
                                  </a:solidFill>
                                  <a:latin typeface="Cambria Math" panose="02040503050406030204" pitchFamily="18" charset="0"/>
                                  <a:ea typeface="楷体" panose="02010609060101010101" pitchFamily="49" charset="-122"/>
                                </a:rPr>
                                <m:t>−</m:t>
                              </m:r>
                              <m:r>
                                <a:rPr lang="en-US" altLang="zh-CN" sz="2500" b="0" i="1" smtClean="0">
                                  <a:solidFill>
                                    <a:srgbClr val="FF0000"/>
                                  </a:solidFill>
                                  <a:latin typeface="Cambria Math" panose="02040503050406030204" pitchFamily="18" charset="0"/>
                                  <a:ea typeface="楷体" panose="02010609060101010101" pitchFamily="49" charset="-122"/>
                                </a:rPr>
                                <m:t>3</m:t>
                              </m:r>
                              <m:r>
                                <a:rPr lang="en-US" altLang="zh-CN" sz="2500" b="0" i="1" smtClean="0">
                                  <a:solidFill>
                                    <a:srgbClr val="FF0000"/>
                                  </a:solidFill>
                                  <a:latin typeface="Cambria Math" panose="02040503050406030204" pitchFamily="18" charset="0"/>
                                  <a:ea typeface="楷体" panose="02010609060101010101" pitchFamily="49" charset="-122"/>
                                </a:rPr>
                                <m:t>)</m:t>
                              </m:r>
                            </m:e>
                            <m:sup>
                              <m:r>
                                <a:rPr lang="en-US" altLang="zh-CN" sz="2500" b="0" i="1" smtClean="0">
                                  <a:solidFill>
                                    <a:srgbClr val="FF0000"/>
                                  </a:solidFill>
                                  <a:latin typeface="Cambria Math" panose="02040503050406030204" pitchFamily="18" charset="0"/>
                                  <a:ea typeface="楷体" panose="02010609060101010101" pitchFamily="49" charset="-122"/>
                                </a:rPr>
                                <m:t>𝑛</m:t>
                              </m:r>
                            </m:sup>
                          </m:sSup>
                        </m:num>
                        <m:den>
                          <m:sSup>
                            <m:sSupPr>
                              <m:ctrlPr>
                                <a:rPr lang="en-US" altLang="zh-CN" sz="2500" b="0" i="1" smtClean="0">
                                  <a:solidFill>
                                    <a:srgbClr val="FF0000"/>
                                  </a:solidFill>
                                  <a:latin typeface="Cambria Math" panose="02040503050406030204" pitchFamily="18" charset="0"/>
                                  <a:ea typeface="楷体" panose="02010609060101010101" pitchFamily="49" charset="-122"/>
                                </a:rPr>
                              </m:ctrlPr>
                            </m:sSupPr>
                            <m:e>
                              <m:r>
                                <a:rPr lang="en-US" altLang="zh-CN" sz="2500" b="0" i="1" smtClean="0">
                                  <a:solidFill>
                                    <a:srgbClr val="FF0000"/>
                                  </a:solidFill>
                                  <a:latin typeface="Cambria Math" panose="02040503050406030204" pitchFamily="18" charset="0"/>
                                  <a:ea typeface="楷体" panose="02010609060101010101" pitchFamily="49" charset="-122"/>
                                </a:rPr>
                                <m:t>3</m:t>
                              </m:r>
                            </m:e>
                            <m:sup>
                              <m:r>
                                <a:rPr lang="en-US" altLang="zh-CN" sz="2500" b="0" i="1" smtClean="0">
                                  <a:solidFill>
                                    <a:srgbClr val="FF0000"/>
                                  </a:solidFill>
                                  <a:latin typeface="Cambria Math" panose="02040503050406030204" pitchFamily="18" charset="0"/>
                                  <a:ea typeface="楷体" panose="02010609060101010101" pitchFamily="49" charset="-122"/>
                                </a:rPr>
                                <m:t>𝑛</m:t>
                              </m:r>
                            </m:sup>
                          </m:sSup>
                        </m:den>
                      </m:f>
                    </m:oMath>
                  </m:oMathPara>
                </a14:m>
                <a:endParaRPr lang="zh-CN" altLang="en-US" sz="2500" dirty="0">
                  <a:latin typeface="楷体" panose="02010609060101010101" pitchFamily="49" charset="-122"/>
                  <a:ea typeface="楷体" panose="02010609060101010101" pitchFamily="49" charset="-122"/>
                </a:endParaRPr>
              </a:p>
            </p:txBody>
          </p:sp>
        </mc:Choice>
        <mc:Fallback>
          <p:sp>
            <p:nvSpPr>
              <p:cNvPr id="18" name="标题 1"/>
              <p:cNvSpPr txBox="1">
                <a:spLocks noRot="1" noChangeAspect="1" noMove="1" noResize="1" noEditPoints="1" noAdjustHandles="1" noChangeArrowheads="1" noChangeShapeType="1" noTextEdit="1"/>
              </p:cNvSpPr>
              <p:nvPr/>
            </p:nvSpPr>
            <p:spPr>
              <a:xfrm>
                <a:off x="6330224" y="1116630"/>
                <a:ext cx="1434916" cy="778728"/>
              </a:xfrm>
              <a:prstGeom prst="rect">
                <a:avLst/>
              </a:prstGeom>
              <a:blipFill rotWithShape="1">
                <a:blip r:embed="rId9"/>
                <a:stretch>
                  <a:fillRect l="-38" t="-19772" r="25" b="-197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标题 1"/>
              <p:cNvSpPr txBox="1"/>
              <p:nvPr/>
            </p:nvSpPr>
            <p:spPr>
              <a:xfrm>
                <a:off x="3496275" y="3320482"/>
                <a:ext cx="688409" cy="7787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2500" b="0" i="1" smtClean="0">
                          <a:latin typeface="Cambria Math" panose="02040503050406030204" pitchFamily="18" charset="0"/>
                          <a:ea typeface="楷体" panose="02010609060101010101" pitchFamily="49" charset="-122"/>
                        </a:rPr>
                        <m:t>=</m:t>
                      </m:r>
                      <m:r>
                        <a:rPr lang="en-US" altLang="zh-CN" sz="2500" b="0" i="1" smtClean="0">
                          <a:latin typeface="Cambria Math" panose="02040503050406030204" pitchFamily="18" charset="0"/>
                          <a:ea typeface="楷体" panose="02010609060101010101" pitchFamily="49" charset="-122"/>
                        </a:rPr>
                        <m:t>3</m:t>
                      </m:r>
                    </m:oMath>
                  </m:oMathPara>
                </a14:m>
                <a:endParaRPr lang="zh-CN" altLang="en-US" sz="2500" dirty="0">
                  <a:latin typeface="楷体" panose="02010609060101010101" pitchFamily="49" charset="-122"/>
                  <a:ea typeface="楷体" panose="02010609060101010101" pitchFamily="49" charset="-122"/>
                </a:endParaRPr>
              </a:p>
            </p:txBody>
          </p:sp>
        </mc:Choice>
        <mc:Fallback>
          <p:sp>
            <p:nvSpPr>
              <p:cNvPr id="19" name="标题 1"/>
              <p:cNvSpPr txBox="1">
                <a:spLocks noRot="1" noChangeAspect="1" noMove="1" noResize="1" noEditPoints="1" noAdjustHandles="1" noChangeArrowheads="1" noChangeShapeType="1" noTextEdit="1"/>
              </p:cNvSpPr>
              <p:nvPr/>
            </p:nvSpPr>
            <p:spPr>
              <a:xfrm>
                <a:off x="3496275" y="3320482"/>
                <a:ext cx="688409" cy="778728"/>
              </a:xfrm>
              <a:prstGeom prst="rect">
                <a:avLst/>
              </a:prstGeom>
              <a:blipFill rotWithShape="1">
                <a:blip r:embed="rId10"/>
                <a:stretch>
                  <a:fillRect l="-87" t="-9" r="5" b="3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标题 1"/>
              <p:cNvSpPr txBox="1"/>
              <p:nvPr/>
            </p:nvSpPr>
            <p:spPr>
              <a:xfrm>
                <a:off x="813335" y="4108616"/>
                <a:ext cx="5332396" cy="7787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0" dirty="0">
                    <a:latin typeface="Cambria Math" panose="02040503050406030204" pitchFamily="18" charset="0"/>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收敛环域为</a:t>
                </a:r>
                <a14:m>
                  <m:oMath xmlns:m="http://schemas.openxmlformats.org/officeDocument/2006/math">
                    <m:r>
                      <a:rPr lang="en-US" altLang="zh-CN" sz="3000" b="0" i="0" smtClean="0">
                        <a:latin typeface="Cambria Math" panose="02040503050406030204" pitchFamily="18" charset="0"/>
                        <a:ea typeface="楷体" panose="02010609060101010101" pitchFamily="49" charset="-122"/>
                      </a:rPr>
                      <m:t>2</m:t>
                    </m:r>
                    <m:r>
                      <a:rPr lang="en-US" altLang="zh-CN" sz="3000" b="0" i="0" smtClean="0">
                        <a:latin typeface="Cambria Math" panose="02040503050406030204" pitchFamily="18" charset="0"/>
                        <a:ea typeface="楷体" panose="02010609060101010101" pitchFamily="49" charset="-122"/>
                      </a:rPr>
                      <m:t>&lt;</m:t>
                    </m:r>
                    <m:d>
                      <m:dPr>
                        <m:begChr m:val="|"/>
                        <m:endChr m:val="|"/>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r>
                          <a:rPr lang="en-US" altLang="zh-CN" sz="3000" b="0" i="0" smtClean="0">
                            <a:latin typeface="Cambria Math" panose="02040503050406030204" pitchFamily="18" charset="0"/>
                            <a:ea typeface="楷体" panose="02010609060101010101" pitchFamily="49" charset="-122"/>
                          </a:rPr>
                          <m:t>−</m:t>
                        </m:r>
                        <m:r>
                          <a:rPr lang="en-US" altLang="zh-CN" sz="3000" b="0" i="0" smtClean="0">
                            <a:latin typeface="Cambria Math" panose="02040503050406030204" pitchFamily="18" charset="0"/>
                            <a:ea typeface="楷体" panose="02010609060101010101" pitchFamily="49" charset="-122"/>
                          </a:rPr>
                          <m:t>3</m:t>
                        </m:r>
                      </m:e>
                    </m:d>
                    <m:r>
                      <a:rPr lang="en-US" altLang="zh-CN" sz="3000" b="0" i="0" smtClean="0">
                        <a:latin typeface="Cambria Math" panose="02040503050406030204" pitchFamily="18" charset="0"/>
                        <a:ea typeface="楷体" panose="02010609060101010101" pitchFamily="49" charset="-122"/>
                      </a:rPr>
                      <m:t>&lt;</m:t>
                    </m:r>
                    <m:r>
                      <a:rPr lang="en-US" altLang="zh-CN" sz="3000" b="0" i="0" smtClean="0">
                        <a:latin typeface="Cambria Math" panose="02040503050406030204" pitchFamily="18" charset="0"/>
                        <a:ea typeface="楷体" panose="02010609060101010101" pitchFamily="49" charset="-122"/>
                      </a:rPr>
                      <m:t>3</m:t>
                    </m:r>
                  </m:oMath>
                </a14:m>
                <a:endParaRPr lang="zh-CN" altLang="en-US" sz="3000" dirty="0">
                  <a:latin typeface="楷体" panose="02010609060101010101" pitchFamily="49" charset="-122"/>
                  <a:ea typeface="楷体" panose="02010609060101010101" pitchFamily="49" charset="-122"/>
                </a:endParaRPr>
              </a:p>
            </p:txBody>
          </p:sp>
        </mc:Choice>
        <mc:Fallback>
          <p:sp>
            <p:nvSpPr>
              <p:cNvPr id="20" name="标题 1"/>
              <p:cNvSpPr txBox="1">
                <a:spLocks noRot="1" noChangeAspect="1" noMove="1" noResize="1" noEditPoints="1" noAdjustHandles="1" noChangeArrowheads="1" noChangeShapeType="1" noTextEdit="1"/>
              </p:cNvSpPr>
              <p:nvPr/>
            </p:nvSpPr>
            <p:spPr>
              <a:xfrm>
                <a:off x="813335" y="4108616"/>
                <a:ext cx="5332396" cy="778728"/>
              </a:xfrm>
              <a:prstGeom prst="rect">
                <a:avLst/>
              </a:prstGeom>
              <a:blipFill rotWithShape="1">
                <a:blip r:embed="rId11"/>
                <a:stretch>
                  <a:fillRect l="-10" t="-21" r="4" b="4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8" grpId="0"/>
      <p:bldP spid="9" grpId="0"/>
      <p:bldP spid="10" grpId="0" animBg="1"/>
      <p:bldP spid="13" grpId="0"/>
      <p:bldP spid="14" grpId="0"/>
      <p:bldP spid="15" grpId="0"/>
      <p:bldP spid="16" grpId="0" animBg="1"/>
      <p:bldP spid="17" grpId="0"/>
      <p:bldP spid="18" grpId="0"/>
      <p:bldP spid="19"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标题 1"/>
              <p:cNvSpPr txBox="1"/>
              <p:nvPr/>
            </p:nvSpPr>
            <p:spPr>
              <a:xfrm>
                <a:off x="239762" y="714216"/>
                <a:ext cx="8664475" cy="132905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solidFill>
                          <a:srgbClr val="FF0000"/>
                        </a:solidFill>
                        <a:latin typeface="Cambria Math" panose="02040503050406030204" pitchFamily="18" charset="0"/>
                        <a:ea typeface="楷体" panose="02010609060101010101" pitchFamily="49" charset="-122"/>
                      </a:rPr>
                      <m:t>𝐿𝑎𝑢𝑟𝑒𝑛𝑡</m:t>
                    </m:r>
                  </m:oMath>
                </a14:m>
                <a:r>
                  <a:rPr lang="zh-CN" altLang="en-US" sz="3000" dirty="0">
                    <a:solidFill>
                      <a:srgbClr val="FF0000"/>
                    </a:solidFill>
                    <a:latin typeface="楷体" panose="02010609060101010101" pitchFamily="49" charset="-122"/>
                    <a:ea typeface="楷体" panose="02010609060101010101" pitchFamily="49" charset="-122"/>
                  </a:rPr>
                  <a:t>定理  </a:t>
                </a:r>
                <a14:m>
                  <m:oMath xmlns:m="http://schemas.openxmlformats.org/officeDocument/2006/math">
                    <m:r>
                      <a:rPr lang="en-US" altLang="zh-CN" sz="3000" b="0" i="1" smtClean="0">
                        <a:solidFill>
                          <a:schemeClr val="tx1"/>
                        </a:solidFill>
                        <a:latin typeface="Cambria Math" panose="02040503050406030204" pitchFamily="18" charset="0"/>
                        <a:ea typeface="楷体" panose="02010609060101010101" pitchFamily="49" charset="-122"/>
                      </a:rPr>
                      <m:t>𝑓</m:t>
                    </m:r>
                    <m:d>
                      <m:dPr>
                        <m:ctrlPr>
                          <a:rPr lang="en-US" altLang="zh-CN" sz="3000" b="0" i="1" smtClean="0">
                            <a:solidFill>
                              <a:schemeClr val="tx1"/>
                            </a:solidFill>
                            <a:latin typeface="Cambria Math" panose="02040503050406030204" pitchFamily="18" charset="0"/>
                            <a:ea typeface="楷体" panose="02010609060101010101" pitchFamily="49" charset="-122"/>
                          </a:rPr>
                        </m:ctrlPr>
                      </m:dPr>
                      <m:e>
                        <m:r>
                          <a:rPr lang="en-US" altLang="zh-CN" sz="3000" b="0" i="1" smtClean="0">
                            <a:solidFill>
                              <a:schemeClr val="tx1"/>
                            </a:solidFill>
                            <a:latin typeface="Cambria Math" panose="02040503050406030204" pitchFamily="18" charset="0"/>
                            <a:ea typeface="楷体" panose="02010609060101010101" pitchFamily="49" charset="-122"/>
                          </a:rPr>
                          <m:t>𝑧</m:t>
                        </m:r>
                      </m:e>
                    </m:d>
                  </m:oMath>
                </a14:m>
                <a:r>
                  <a:rPr lang="zh-CN" altLang="en-US" sz="3000" dirty="0">
                    <a:solidFill>
                      <a:schemeClr val="tx1"/>
                    </a:solidFill>
                    <a:latin typeface="楷体" panose="02010609060101010101" pitchFamily="49" charset="-122"/>
                    <a:ea typeface="楷体" panose="02010609060101010101" pitchFamily="49" charset="-122"/>
                  </a:rPr>
                  <a:t>在</a:t>
                </a:r>
                <a14:m>
                  <m:oMath xmlns:m="http://schemas.openxmlformats.org/officeDocument/2006/math">
                    <m:r>
                      <a:rPr lang="en-US" altLang="zh-CN" sz="3000" b="0" i="1" dirty="0" smtClean="0">
                        <a:solidFill>
                          <a:schemeClr val="tx1"/>
                        </a:solidFill>
                        <a:latin typeface="Cambria Math" panose="02040503050406030204" pitchFamily="18" charset="0"/>
                        <a:ea typeface="楷体" panose="02010609060101010101" pitchFamily="49" charset="-122"/>
                      </a:rPr>
                      <m:t>𝐷</m:t>
                    </m:r>
                    <m:r>
                      <a:rPr lang="en-US" altLang="zh-CN" sz="3000" b="0" i="1" dirty="0" smtClean="0">
                        <a:solidFill>
                          <a:schemeClr val="tx1"/>
                        </a:solidFill>
                        <a:latin typeface="Cambria Math" panose="02040503050406030204" pitchFamily="18" charset="0"/>
                        <a:ea typeface="楷体" panose="02010609060101010101" pitchFamily="49" charset="-122"/>
                      </a:rPr>
                      <m:t>:</m:t>
                    </m:r>
                    <m:r>
                      <a:rPr lang="en-US" altLang="zh-CN" sz="3000" b="0" i="1" dirty="0" smtClean="0">
                        <a:solidFill>
                          <a:schemeClr val="tx1"/>
                        </a:solidFill>
                        <a:latin typeface="Cambria Math" panose="02040503050406030204" pitchFamily="18" charset="0"/>
                        <a:ea typeface="楷体" panose="02010609060101010101" pitchFamily="49" charset="-122"/>
                      </a:rPr>
                      <m:t>𝑟</m:t>
                    </m:r>
                    <m:r>
                      <a:rPr lang="en-US" altLang="zh-CN" sz="3000" b="0" i="1" dirty="0" smtClean="0">
                        <a:solidFill>
                          <a:schemeClr val="tx1"/>
                        </a:solidFill>
                        <a:latin typeface="Cambria Math" panose="02040503050406030204" pitchFamily="18" charset="0"/>
                        <a:ea typeface="楷体" panose="02010609060101010101" pitchFamily="49" charset="-122"/>
                      </a:rPr>
                      <m:t>&lt;</m:t>
                    </m:r>
                    <m:d>
                      <m:dPr>
                        <m:begChr m:val="|"/>
                        <m:endChr m:val="|"/>
                        <m:ctrlPr>
                          <a:rPr lang="en-US" altLang="zh-CN" sz="3000" b="0" i="1" dirty="0" smtClean="0">
                            <a:solidFill>
                              <a:schemeClr val="tx1"/>
                            </a:solidFill>
                            <a:latin typeface="Cambria Math" panose="02040503050406030204" pitchFamily="18" charset="0"/>
                            <a:ea typeface="楷体" panose="02010609060101010101" pitchFamily="49" charset="-122"/>
                          </a:rPr>
                        </m:ctrlPr>
                      </m:dPr>
                      <m:e>
                        <m:r>
                          <a:rPr lang="en-US" altLang="zh-CN" sz="3000" b="0" i="1" dirty="0" smtClean="0">
                            <a:solidFill>
                              <a:schemeClr val="tx1"/>
                            </a:solidFill>
                            <a:latin typeface="Cambria Math" panose="02040503050406030204" pitchFamily="18" charset="0"/>
                            <a:ea typeface="楷体" panose="02010609060101010101" pitchFamily="49" charset="-122"/>
                          </a:rPr>
                          <m:t>𝑧</m:t>
                        </m:r>
                        <m:r>
                          <a:rPr lang="en-US" altLang="zh-CN" sz="3000" b="0" i="1" dirty="0" smtClean="0">
                            <a:solidFill>
                              <a:schemeClr val="tx1"/>
                            </a:solidFill>
                            <a:latin typeface="Cambria Math" panose="02040503050406030204" pitchFamily="18" charset="0"/>
                            <a:ea typeface="楷体" panose="02010609060101010101" pitchFamily="49" charset="-122"/>
                          </a:rPr>
                          <m:t>−</m:t>
                        </m:r>
                        <m:sSub>
                          <m:sSubPr>
                            <m:ctrlPr>
                              <a:rPr lang="en-US" altLang="zh-CN" sz="3000" b="0" i="1" dirty="0" smtClean="0">
                                <a:solidFill>
                                  <a:schemeClr val="tx1"/>
                                </a:solidFill>
                                <a:latin typeface="Cambria Math" panose="02040503050406030204" pitchFamily="18" charset="0"/>
                                <a:ea typeface="楷体" panose="02010609060101010101" pitchFamily="49" charset="-122"/>
                              </a:rPr>
                            </m:ctrlPr>
                          </m:sSubPr>
                          <m:e>
                            <m:r>
                              <a:rPr lang="en-US" altLang="zh-CN" sz="3000" b="0" i="1" dirty="0" smtClean="0">
                                <a:solidFill>
                                  <a:schemeClr val="tx1"/>
                                </a:solidFill>
                                <a:latin typeface="Cambria Math" panose="02040503050406030204" pitchFamily="18" charset="0"/>
                                <a:ea typeface="楷体" panose="02010609060101010101" pitchFamily="49" charset="-122"/>
                              </a:rPr>
                              <m:t>𝑧</m:t>
                            </m:r>
                          </m:e>
                          <m:sub>
                            <m:r>
                              <a:rPr lang="en-US" altLang="zh-CN" sz="3000" b="0" i="1" dirty="0" smtClean="0">
                                <a:solidFill>
                                  <a:schemeClr val="tx1"/>
                                </a:solidFill>
                                <a:latin typeface="Cambria Math" panose="02040503050406030204" pitchFamily="18" charset="0"/>
                                <a:ea typeface="楷体" panose="02010609060101010101" pitchFamily="49" charset="-122"/>
                              </a:rPr>
                              <m:t>0</m:t>
                            </m:r>
                          </m:sub>
                        </m:sSub>
                      </m:e>
                    </m:d>
                    <m:r>
                      <a:rPr lang="en-US" altLang="zh-CN" sz="3000" b="0" i="1" dirty="0" smtClean="0">
                        <a:solidFill>
                          <a:schemeClr val="tx1"/>
                        </a:solidFill>
                        <a:latin typeface="Cambria Math" panose="02040503050406030204" pitchFamily="18" charset="0"/>
                        <a:ea typeface="楷体" panose="02010609060101010101" pitchFamily="49" charset="-122"/>
                      </a:rPr>
                      <m:t>&lt;</m:t>
                    </m:r>
                    <m:r>
                      <a:rPr lang="en-US" altLang="zh-CN" sz="3000" b="0" i="1" dirty="0" smtClean="0">
                        <a:solidFill>
                          <a:schemeClr val="tx1"/>
                        </a:solidFill>
                        <a:latin typeface="Cambria Math" panose="02040503050406030204" pitchFamily="18" charset="0"/>
                        <a:ea typeface="楷体" panose="02010609060101010101" pitchFamily="49" charset="-122"/>
                      </a:rPr>
                      <m:t>𝑅</m:t>
                    </m:r>
                  </m:oMath>
                </a14:m>
                <a:r>
                  <a:rPr lang="zh-CN" altLang="en-US" sz="3000" dirty="0">
                    <a:solidFill>
                      <a:schemeClr val="tx1"/>
                    </a:solidFill>
                    <a:latin typeface="楷体" panose="02010609060101010101" pitchFamily="49" charset="-122"/>
                    <a:ea typeface="楷体" panose="02010609060101010101" pitchFamily="49" charset="-122"/>
                  </a:rPr>
                  <a:t>内解析，则</a:t>
                </a:r>
                <a14:m>
                  <m:oMath xmlns:m="http://schemas.openxmlformats.org/officeDocument/2006/math">
                    <m:r>
                      <a:rPr lang="en-US" altLang="zh-CN" sz="3000" i="1">
                        <a:solidFill>
                          <a:schemeClr val="tx1"/>
                        </a:solidFill>
                        <a:latin typeface="Cambria Math" panose="02040503050406030204" pitchFamily="18" charset="0"/>
                        <a:ea typeface="楷体" panose="02010609060101010101" pitchFamily="49" charset="-122"/>
                      </a:rPr>
                      <m:t>𝑓</m:t>
                    </m:r>
                    <m:d>
                      <m:dPr>
                        <m:ctrlPr>
                          <a:rPr lang="en-US" altLang="zh-CN" sz="3000" i="1">
                            <a:solidFill>
                              <a:schemeClr val="tx1"/>
                            </a:solidFill>
                            <a:latin typeface="Cambria Math" panose="02040503050406030204" pitchFamily="18" charset="0"/>
                            <a:ea typeface="楷体" panose="02010609060101010101" pitchFamily="49" charset="-122"/>
                          </a:rPr>
                        </m:ctrlPr>
                      </m:dPr>
                      <m:e>
                        <m:r>
                          <a:rPr lang="en-US" altLang="zh-CN" sz="3000" i="1">
                            <a:solidFill>
                              <a:schemeClr val="tx1"/>
                            </a:solidFill>
                            <a:latin typeface="Cambria Math" panose="02040503050406030204" pitchFamily="18" charset="0"/>
                            <a:ea typeface="楷体" panose="02010609060101010101" pitchFamily="49" charset="-122"/>
                          </a:rPr>
                          <m:t>𝑧</m:t>
                        </m:r>
                      </m:e>
                    </m:d>
                  </m:oMath>
                </a14:m>
                <a:r>
                  <a:rPr lang="zh-CN" altLang="en-US" sz="3000" dirty="0">
                    <a:solidFill>
                      <a:schemeClr val="tx1"/>
                    </a:solidFill>
                    <a:latin typeface="楷体" panose="02010609060101010101" pitchFamily="49" charset="-122"/>
                    <a:ea typeface="楷体" panose="02010609060101010101" pitchFamily="49" charset="-122"/>
                  </a:rPr>
                  <a:t>在</a:t>
                </a:r>
                <a14:m>
                  <m:oMath xmlns:m="http://schemas.openxmlformats.org/officeDocument/2006/math">
                    <m:r>
                      <a:rPr lang="en-US" altLang="zh-CN" sz="3000" i="1" dirty="0">
                        <a:solidFill>
                          <a:schemeClr val="tx1"/>
                        </a:solidFill>
                        <a:latin typeface="Cambria Math" panose="02040503050406030204" pitchFamily="18" charset="0"/>
                        <a:ea typeface="楷体" panose="02010609060101010101" pitchFamily="49" charset="-122"/>
                      </a:rPr>
                      <m:t>𝐷</m:t>
                    </m:r>
                  </m:oMath>
                </a14:m>
                <a:r>
                  <a:rPr lang="zh-CN" altLang="en-US" sz="3000" dirty="0">
                    <a:solidFill>
                      <a:schemeClr val="tx1"/>
                    </a:solidFill>
                    <a:latin typeface="楷体" panose="02010609060101010101" pitchFamily="49" charset="-122"/>
                    <a:ea typeface="楷体" panose="02010609060101010101" pitchFamily="49" charset="-122"/>
                  </a:rPr>
                  <a:t>内唯一地表示为</a:t>
                </a:r>
                <a14:m>
                  <m:oMath xmlns:m="http://schemas.openxmlformats.org/officeDocument/2006/math">
                    <m:r>
                      <a:rPr lang="en-US" altLang="zh-CN" sz="3000" i="1">
                        <a:solidFill>
                          <a:schemeClr val="tx1"/>
                        </a:solidFill>
                        <a:latin typeface="Cambria Math" panose="02040503050406030204" pitchFamily="18" charset="0"/>
                        <a:ea typeface="楷体" panose="02010609060101010101" pitchFamily="49" charset="-122"/>
                      </a:rPr>
                      <m:t>𝐿𝑎𝑢𝑟𝑒𝑛𝑡</m:t>
                    </m:r>
                  </m:oMath>
                </a14:m>
                <a:r>
                  <a:rPr lang="zh-CN" altLang="en-US" sz="3000" dirty="0">
                    <a:solidFill>
                      <a:schemeClr val="tx1"/>
                    </a:solidFill>
                    <a:latin typeface="楷体" panose="02010609060101010101" pitchFamily="49" charset="-122"/>
                    <a:ea typeface="楷体" panose="02010609060101010101" pitchFamily="49" charset="-122"/>
                  </a:rPr>
                  <a:t>级数</a:t>
                </a:r>
                <a:endParaRPr lang="zh-CN" altLang="en-US" sz="3000" dirty="0">
                  <a:solidFill>
                    <a:srgbClr val="FF0000"/>
                  </a:solidFill>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239762" y="714216"/>
                <a:ext cx="8664475" cy="1329055"/>
              </a:xfrm>
              <a:prstGeom prst="rect">
                <a:avLst/>
              </a:prstGeom>
              <a:blipFill rotWithShape="1">
                <a:blip r:embed="rId1"/>
                <a:stretch>
                  <a:fillRect l="-4" t="-1612" r="3" b="-158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标题 1"/>
              <p:cNvSpPr txBox="1"/>
              <p:nvPr/>
            </p:nvSpPr>
            <p:spPr>
              <a:xfrm>
                <a:off x="1898785" y="2105965"/>
                <a:ext cx="4742648" cy="96550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a:solidFill>
                          <a:schemeClr val="tx1"/>
                        </a:solidFill>
                        <a:latin typeface="Cambria Math" panose="02040503050406030204" pitchFamily="18" charset="0"/>
                        <a:ea typeface="楷体" panose="02010609060101010101" pitchFamily="49" charset="-122"/>
                      </a:rPr>
                      <m:t>𝑓</m:t>
                    </m:r>
                    <m:d>
                      <m:dPr>
                        <m:ctrlPr>
                          <a:rPr lang="en-US" altLang="zh-CN" sz="3000" i="1">
                            <a:solidFill>
                              <a:schemeClr val="tx1"/>
                            </a:solidFill>
                            <a:latin typeface="Cambria Math" panose="02040503050406030204" pitchFamily="18" charset="0"/>
                            <a:ea typeface="楷体" panose="02010609060101010101" pitchFamily="49" charset="-122"/>
                          </a:rPr>
                        </m:ctrlPr>
                      </m:dPr>
                      <m:e>
                        <m:r>
                          <a:rPr lang="en-US" altLang="zh-CN" sz="3000" i="1">
                            <a:solidFill>
                              <a:schemeClr val="tx1"/>
                            </a:solidFill>
                            <a:latin typeface="Cambria Math" panose="02040503050406030204" pitchFamily="18" charset="0"/>
                            <a:ea typeface="楷体" panose="02010609060101010101" pitchFamily="49" charset="-122"/>
                          </a:rPr>
                          <m:t>𝑧</m:t>
                        </m:r>
                      </m:e>
                    </m:d>
                    <m:r>
                      <a:rPr lang="en-US" altLang="zh-CN" sz="3000" b="0" i="1" smtClean="0">
                        <a:solidFill>
                          <a:schemeClr val="tx1"/>
                        </a:solidFill>
                        <a:latin typeface="Cambria Math" panose="02040503050406030204" pitchFamily="18" charset="0"/>
                        <a:ea typeface="楷体" panose="02010609060101010101" pitchFamily="49" charset="-122"/>
                      </a:rPr>
                      <m:t>=</m:t>
                    </m:r>
                    <m:nary>
                      <m:naryPr>
                        <m:chr m:val="∑"/>
                        <m:ctrlPr>
                          <a:rPr lang="en-US" altLang="zh-CN" sz="3000" b="0" i="1" smtClean="0">
                            <a:solidFill>
                              <a:schemeClr val="tx1"/>
                            </a:solidFill>
                            <a:latin typeface="Cambria Math" panose="02040503050406030204" pitchFamily="18" charset="0"/>
                            <a:ea typeface="楷体" panose="02010609060101010101" pitchFamily="49" charset="-122"/>
                          </a:rPr>
                        </m:ctrlPr>
                      </m:naryPr>
                      <m:sub>
                        <m:r>
                          <m:rPr>
                            <m:brk m:alnAt="23"/>
                          </m:rPr>
                          <a:rPr lang="en-US" altLang="zh-CN" sz="3000" b="0" i="1" smtClean="0">
                            <a:solidFill>
                              <a:schemeClr val="tx1"/>
                            </a:solidFill>
                            <a:latin typeface="Cambria Math" panose="02040503050406030204" pitchFamily="18" charset="0"/>
                            <a:ea typeface="楷体" panose="02010609060101010101" pitchFamily="49" charset="-122"/>
                          </a:rPr>
                          <m:t>𝑛</m:t>
                        </m:r>
                        <m:r>
                          <a:rPr lang="en-US" altLang="zh-CN" sz="3000" b="0" i="1" smtClean="0">
                            <a:solidFill>
                              <a:schemeClr val="tx1"/>
                            </a:solidFill>
                            <a:latin typeface="Cambria Math" panose="02040503050406030204" pitchFamily="18" charset="0"/>
                            <a:ea typeface="楷体" panose="02010609060101010101" pitchFamily="49" charset="-122"/>
                          </a:rPr>
                          <m:t>=−∞</m:t>
                        </m:r>
                      </m:sub>
                      <m:sup>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smtClean="0">
                            <a:solidFill>
                              <a:schemeClr val="tx1"/>
                            </a:solidFill>
                            <a:latin typeface="Cambria Math" panose="02040503050406030204" pitchFamily="18" charset="0"/>
                            <a:ea typeface="Cambria Math" panose="02040503050406030204" pitchFamily="18" charset="0"/>
                          </a:rPr>
                          <m:t>∞</m:t>
                        </m:r>
                      </m:sup>
                      <m:e>
                        <m:sSub>
                          <m:sSubPr>
                            <m:ctrlPr>
                              <a:rPr lang="en-US" altLang="zh-CN" sz="3000" b="0" i="1" smtClean="0">
                                <a:solidFill>
                                  <a:schemeClr val="tx1"/>
                                </a:solidFill>
                                <a:latin typeface="Cambria Math" panose="02040503050406030204" pitchFamily="18" charset="0"/>
                                <a:ea typeface="楷体" panose="02010609060101010101" pitchFamily="49" charset="-122"/>
                              </a:rPr>
                            </m:ctrlPr>
                          </m:sSubPr>
                          <m:e>
                            <m:r>
                              <a:rPr lang="en-US" altLang="zh-CN" sz="3000" b="0" i="1" smtClean="0">
                                <a:solidFill>
                                  <a:schemeClr val="tx1"/>
                                </a:solidFill>
                                <a:latin typeface="Cambria Math" panose="02040503050406030204" pitchFamily="18" charset="0"/>
                                <a:ea typeface="楷体" panose="02010609060101010101" pitchFamily="49" charset="-122"/>
                              </a:rPr>
                              <m:t>𝐶</m:t>
                            </m:r>
                          </m:e>
                          <m:sub>
                            <m:r>
                              <a:rPr lang="en-US" altLang="zh-CN" sz="3000" b="0" i="1" smtClean="0">
                                <a:solidFill>
                                  <a:schemeClr val="tx1"/>
                                </a:solidFill>
                                <a:latin typeface="Cambria Math" panose="02040503050406030204" pitchFamily="18" charset="0"/>
                                <a:ea typeface="楷体" panose="02010609060101010101" pitchFamily="49" charset="-122"/>
                              </a:rPr>
                              <m:t>𝑛</m:t>
                            </m:r>
                          </m:sub>
                        </m:sSub>
                        <m:sSup>
                          <m:sSupPr>
                            <m:ctrlPr>
                              <a:rPr lang="en-US" altLang="zh-CN" sz="3000" b="0" i="1" smtClean="0">
                                <a:solidFill>
                                  <a:schemeClr val="tx1"/>
                                </a:solidFill>
                                <a:latin typeface="Cambria Math" panose="02040503050406030204" pitchFamily="18" charset="0"/>
                                <a:ea typeface="楷体" panose="02010609060101010101" pitchFamily="49" charset="-122"/>
                              </a:rPr>
                            </m:ctrlPr>
                          </m:sSupPr>
                          <m:e>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smtClean="0">
                                <a:solidFill>
                                  <a:schemeClr val="tx1"/>
                                </a:solidFill>
                                <a:latin typeface="Cambria Math" panose="02040503050406030204" pitchFamily="18" charset="0"/>
                                <a:ea typeface="楷体" panose="02010609060101010101" pitchFamily="49" charset="-122"/>
                              </a:rPr>
                              <m:t>𝑧</m:t>
                            </m:r>
                            <m:r>
                              <a:rPr lang="en-US" altLang="zh-CN" sz="3000" b="0" i="1" smtClean="0">
                                <a:solidFill>
                                  <a:schemeClr val="tx1"/>
                                </a:solidFill>
                                <a:latin typeface="Cambria Math" panose="02040503050406030204" pitchFamily="18" charset="0"/>
                                <a:ea typeface="楷体" panose="02010609060101010101" pitchFamily="49" charset="-122"/>
                              </a:rPr>
                              <m:t>−</m:t>
                            </m:r>
                            <m:sSub>
                              <m:sSubPr>
                                <m:ctrlPr>
                                  <a:rPr lang="en-US" altLang="zh-CN" sz="3000" i="1" dirty="0">
                                    <a:latin typeface="Cambria Math" panose="02040503050406030204" pitchFamily="18" charset="0"/>
                                    <a:ea typeface="楷体" panose="02010609060101010101" pitchFamily="49" charset="-122"/>
                                  </a:rPr>
                                </m:ctrlPr>
                              </m:sSubPr>
                              <m:e>
                                <m:r>
                                  <a:rPr lang="en-US" altLang="zh-CN" sz="3000" i="1" dirty="0">
                                    <a:latin typeface="Cambria Math" panose="02040503050406030204" pitchFamily="18" charset="0"/>
                                    <a:ea typeface="楷体" panose="02010609060101010101" pitchFamily="49" charset="-122"/>
                                  </a:rPr>
                                  <m:t>𝑧</m:t>
                                </m:r>
                              </m:e>
                              <m:sub>
                                <m:r>
                                  <a:rPr lang="en-US" altLang="zh-CN" sz="3000" i="1" dirty="0">
                                    <a:latin typeface="Cambria Math" panose="02040503050406030204" pitchFamily="18" charset="0"/>
                                    <a:ea typeface="楷体" panose="02010609060101010101" pitchFamily="49" charset="-122"/>
                                  </a:rPr>
                                  <m:t>0</m:t>
                                </m:r>
                              </m:sub>
                            </m:sSub>
                            <m:r>
                              <a:rPr lang="en-US" altLang="zh-CN" sz="3000" b="0" i="1" smtClean="0">
                                <a:solidFill>
                                  <a:schemeClr val="tx1"/>
                                </a:solidFill>
                                <a:latin typeface="Cambria Math" panose="02040503050406030204" pitchFamily="18" charset="0"/>
                                <a:ea typeface="楷体" panose="02010609060101010101" pitchFamily="49" charset="-122"/>
                              </a:rPr>
                              <m:t>)</m:t>
                            </m:r>
                          </m:e>
                          <m:sup>
                            <m:r>
                              <a:rPr lang="en-US" altLang="zh-CN" sz="3000" b="0" i="1" smtClean="0">
                                <a:solidFill>
                                  <a:schemeClr val="tx1"/>
                                </a:solidFill>
                                <a:latin typeface="Cambria Math" panose="02040503050406030204" pitchFamily="18" charset="0"/>
                                <a:ea typeface="楷体" panose="02010609060101010101" pitchFamily="49" charset="-122"/>
                              </a:rPr>
                              <m:t>𝑛</m:t>
                            </m:r>
                          </m:sup>
                        </m:sSup>
                      </m:e>
                    </m:nary>
                    <m:r>
                      <a:rPr lang="en-US" altLang="zh-CN" sz="3000" b="0" i="1" smtClean="0">
                        <a:solidFill>
                          <a:schemeClr val="tx1"/>
                        </a:solidFill>
                        <a:latin typeface="Cambria Math" panose="02040503050406030204" pitchFamily="18" charset="0"/>
                        <a:ea typeface="楷体" panose="02010609060101010101" pitchFamily="49" charset="-122"/>
                      </a:rPr>
                      <m:t>,</m:t>
                    </m:r>
                  </m:oMath>
                </a14:m>
                <a:r>
                  <a:rPr lang="zh-CN" altLang="en-US" sz="3000" dirty="0">
                    <a:solidFill>
                      <a:srgbClr val="FF0000"/>
                    </a:solidFill>
                    <a:latin typeface="楷体" panose="02010609060101010101" pitchFamily="49" charset="-122"/>
                    <a:ea typeface="楷体" panose="02010609060101010101" pitchFamily="49" charset="-122"/>
                  </a:rPr>
                  <a:t> </a:t>
                </a:r>
                <a:endParaRPr lang="zh-CN" altLang="en-US" sz="3000" dirty="0">
                  <a:solidFill>
                    <a:srgbClr val="FF0000"/>
                  </a:solidFill>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1898785" y="2105965"/>
                <a:ext cx="4742648" cy="965501"/>
              </a:xfrm>
              <a:prstGeom prst="rect">
                <a:avLst/>
              </a:prstGeom>
              <a:blipFill rotWithShape="1">
                <a:blip r:embed="rId2"/>
                <a:stretch>
                  <a:fillRect l="-3" t="-32" r="13" b="6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239762" y="2896011"/>
                <a:ext cx="8491220" cy="19138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zh-CN" altLang="en-US" sz="3000" i="1">
                        <a:solidFill>
                          <a:schemeClr val="tx1"/>
                        </a:solidFill>
                        <a:latin typeface="Cambria Math" panose="02040503050406030204" pitchFamily="18" charset="0"/>
                        <a:ea typeface="楷体" panose="02010609060101010101" pitchFamily="49" charset="-122"/>
                      </a:rPr>
                      <m:t>其中</m:t>
                    </m:r>
                    <m:sSub>
                      <m:sSubPr>
                        <m:ctrlPr>
                          <a:rPr lang="en-US" altLang="zh-CN" sz="3000" i="1" smtClean="0">
                            <a:solidFill>
                              <a:schemeClr val="tx1"/>
                            </a:solidFill>
                            <a:latin typeface="Cambria Math" panose="02040503050406030204" pitchFamily="18" charset="0"/>
                            <a:ea typeface="楷体" panose="02010609060101010101" pitchFamily="49" charset="-122"/>
                          </a:rPr>
                        </m:ctrlPr>
                      </m:sSubPr>
                      <m:e>
                        <m:r>
                          <a:rPr lang="en-US" altLang="zh-CN" sz="3000" b="0" i="1" smtClean="0">
                            <a:solidFill>
                              <a:schemeClr val="tx1"/>
                            </a:solidFill>
                            <a:latin typeface="Cambria Math" panose="02040503050406030204" pitchFamily="18" charset="0"/>
                            <a:ea typeface="楷体" panose="02010609060101010101" pitchFamily="49" charset="-122"/>
                          </a:rPr>
                          <m:t>𝐶</m:t>
                        </m:r>
                      </m:e>
                      <m:sub>
                        <m:r>
                          <a:rPr lang="en-US" altLang="zh-CN" sz="3000" b="0" i="1" smtClean="0">
                            <a:solidFill>
                              <a:schemeClr val="tx1"/>
                            </a:solidFill>
                            <a:latin typeface="Cambria Math" panose="02040503050406030204" pitchFamily="18" charset="0"/>
                            <a:ea typeface="楷体" panose="02010609060101010101" pitchFamily="49" charset="-122"/>
                          </a:rPr>
                          <m:t>𝑛</m:t>
                        </m:r>
                      </m:sub>
                    </m:sSub>
                    <m:r>
                      <a:rPr lang="en-US" altLang="zh-CN" sz="3000" b="0" i="1" smtClean="0">
                        <a:solidFill>
                          <a:schemeClr val="tx1"/>
                        </a:solidFill>
                        <a:latin typeface="Cambria Math" panose="02040503050406030204" pitchFamily="18" charset="0"/>
                        <a:ea typeface="楷体" panose="02010609060101010101" pitchFamily="49" charset="-122"/>
                      </a:rPr>
                      <m:t>=</m:t>
                    </m:r>
                    <m:f>
                      <m:fPr>
                        <m:ctrlPr>
                          <a:rPr lang="en-US" altLang="zh-CN" sz="3000" b="0" i="1" smtClean="0">
                            <a:solidFill>
                              <a:schemeClr val="tx1"/>
                            </a:solidFill>
                            <a:latin typeface="Cambria Math" panose="02040503050406030204" pitchFamily="18" charset="0"/>
                            <a:ea typeface="楷体" panose="02010609060101010101" pitchFamily="49" charset="-122"/>
                          </a:rPr>
                        </m:ctrlPr>
                      </m:fPr>
                      <m:num>
                        <m:r>
                          <a:rPr lang="en-US" altLang="zh-CN" sz="3000" b="0" i="1" smtClean="0">
                            <a:solidFill>
                              <a:schemeClr val="tx1"/>
                            </a:solidFill>
                            <a:latin typeface="Cambria Math" panose="02040503050406030204" pitchFamily="18" charset="0"/>
                            <a:ea typeface="楷体" panose="02010609060101010101" pitchFamily="49" charset="-122"/>
                          </a:rPr>
                          <m:t>1</m:t>
                        </m:r>
                      </m:num>
                      <m:den>
                        <m:r>
                          <a:rPr lang="en-US" altLang="zh-CN" sz="3000" b="0" i="1" smtClean="0">
                            <a:solidFill>
                              <a:schemeClr val="tx1"/>
                            </a:solidFill>
                            <a:latin typeface="Cambria Math" panose="02040503050406030204" pitchFamily="18" charset="0"/>
                            <a:ea typeface="楷体" panose="02010609060101010101" pitchFamily="49" charset="-122"/>
                          </a:rPr>
                          <m:t>2</m:t>
                        </m:r>
                        <m:r>
                          <a:rPr lang="zh-CN" altLang="en-US" sz="3000" b="0" i="1" smtClean="0">
                            <a:solidFill>
                              <a:schemeClr val="tx1"/>
                            </a:solidFill>
                            <a:latin typeface="Cambria Math" panose="02040503050406030204" pitchFamily="18" charset="0"/>
                            <a:ea typeface="楷体" panose="02010609060101010101" pitchFamily="49" charset="-122"/>
                          </a:rPr>
                          <m:t>𝜋</m:t>
                        </m:r>
                        <m:r>
                          <a:rPr lang="en-US" altLang="zh-CN" sz="3000" b="0" i="1" smtClean="0">
                            <a:solidFill>
                              <a:schemeClr val="tx1"/>
                            </a:solidFill>
                            <a:latin typeface="Cambria Math" panose="02040503050406030204" pitchFamily="18" charset="0"/>
                            <a:ea typeface="楷体" panose="02010609060101010101" pitchFamily="49" charset="-122"/>
                          </a:rPr>
                          <m:t>𝑖</m:t>
                        </m:r>
                      </m:den>
                    </m:f>
                    <m:nary>
                      <m:naryPr>
                        <m:chr m:val="∮"/>
                        <m:ctrlPr>
                          <a:rPr lang="en-US" altLang="zh-CN" sz="3000" b="0" i="1" smtClean="0">
                            <a:solidFill>
                              <a:schemeClr val="tx1"/>
                            </a:solidFill>
                            <a:latin typeface="Cambria Math" panose="02040503050406030204" pitchFamily="18" charset="0"/>
                            <a:ea typeface="楷体" panose="02010609060101010101" pitchFamily="49" charset="-122"/>
                          </a:rPr>
                        </m:ctrlPr>
                      </m:naryPr>
                      <m:sub>
                        <m:r>
                          <m:rPr>
                            <m:brk m:alnAt="23"/>
                          </m:rPr>
                          <a:rPr lang="en-US" altLang="zh-CN" sz="3000" b="0" i="1" smtClean="0">
                            <a:solidFill>
                              <a:schemeClr val="tx1"/>
                            </a:solidFill>
                            <a:latin typeface="Cambria Math" panose="02040503050406030204" pitchFamily="18" charset="0"/>
                            <a:ea typeface="楷体" panose="02010609060101010101" pitchFamily="49" charset="-122"/>
                          </a:rPr>
                          <m:t>𝐶</m:t>
                        </m:r>
                      </m:sub>
                      <m:sup/>
                      <m:e>
                        <m:f>
                          <m:fPr>
                            <m:ctrlPr>
                              <a:rPr lang="en-US" altLang="zh-CN" sz="3000" b="0" i="1" smtClean="0">
                                <a:solidFill>
                                  <a:schemeClr val="tx1"/>
                                </a:solidFill>
                                <a:latin typeface="Cambria Math" panose="02040503050406030204" pitchFamily="18" charset="0"/>
                                <a:ea typeface="楷体" panose="02010609060101010101" pitchFamily="49" charset="-122"/>
                              </a:rPr>
                            </m:ctrlPr>
                          </m:fPr>
                          <m:num>
                            <m:r>
                              <a:rPr lang="en-US" altLang="zh-CN" sz="3000" b="0" i="1" smtClean="0">
                                <a:solidFill>
                                  <a:schemeClr val="tx1"/>
                                </a:solidFill>
                                <a:latin typeface="Cambria Math" panose="02040503050406030204" pitchFamily="18" charset="0"/>
                                <a:ea typeface="楷体" panose="02010609060101010101" pitchFamily="49" charset="-122"/>
                              </a:rPr>
                              <m:t>𝑓</m:t>
                            </m:r>
                            <m:r>
                              <a:rPr lang="en-US" altLang="zh-CN" sz="3000" b="0" i="1" smtClean="0">
                                <a:solidFill>
                                  <a:schemeClr val="tx1"/>
                                </a:solidFill>
                                <a:latin typeface="Cambria Math" panose="02040503050406030204" pitchFamily="18" charset="0"/>
                                <a:ea typeface="楷体" panose="02010609060101010101" pitchFamily="49" charset="-122"/>
                              </a:rPr>
                              <m:t>(</m:t>
                            </m:r>
                            <m:r>
                              <a:rPr lang="zh-CN" altLang="en-US" sz="3000" b="0" i="1" smtClean="0">
                                <a:solidFill>
                                  <a:schemeClr val="tx1"/>
                                </a:solidFill>
                                <a:latin typeface="Cambria Math" panose="02040503050406030204" pitchFamily="18" charset="0"/>
                                <a:ea typeface="楷体" panose="02010609060101010101" pitchFamily="49" charset="-122"/>
                              </a:rPr>
                              <m:t>𝜉</m:t>
                            </m:r>
                            <m:r>
                              <a:rPr lang="en-US" altLang="zh-CN" sz="3000" b="0" i="1" smtClean="0">
                                <a:solidFill>
                                  <a:schemeClr val="tx1"/>
                                </a:solidFill>
                                <a:latin typeface="Cambria Math" panose="02040503050406030204" pitchFamily="18" charset="0"/>
                                <a:ea typeface="楷体" panose="02010609060101010101" pitchFamily="49" charset="-122"/>
                              </a:rPr>
                              <m:t>)</m:t>
                            </m:r>
                          </m:num>
                          <m:den>
                            <m:sSup>
                              <m:sSupPr>
                                <m:ctrlPr>
                                  <a:rPr lang="en-US" altLang="zh-CN" sz="3000" b="0" i="1" smtClean="0">
                                    <a:solidFill>
                                      <a:schemeClr val="tx1"/>
                                    </a:solidFill>
                                    <a:latin typeface="Cambria Math" panose="02040503050406030204" pitchFamily="18" charset="0"/>
                                    <a:ea typeface="楷体" panose="02010609060101010101" pitchFamily="49" charset="-122"/>
                                  </a:rPr>
                                </m:ctrlPr>
                              </m:sSupPr>
                              <m:e>
                                <m:r>
                                  <a:rPr lang="en-US" altLang="zh-CN" sz="3000" b="0" i="1" smtClean="0">
                                    <a:solidFill>
                                      <a:schemeClr val="tx1"/>
                                    </a:solidFill>
                                    <a:latin typeface="Cambria Math" panose="02040503050406030204" pitchFamily="18" charset="0"/>
                                    <a:ea typeface="楷体" panose="02010609060101010101" pitchFamily="49" charset="-122"/>
                                  </a:rPr>
                                  <m:t>(</m:t>
                                </m:r>
                                <m:r>
                                  <a:rPr lang="zh-CN" altLang="en-US" sz="3000" b="0" i="1" smtClean="0">
                                    <a:solidFill>
                                      <a:schemeClr val="tx1"/>
                                    </a:solidFill>
                                    <a:latin typeface="Cambria Math" panose="02040503050406030204" pitchFamily="18" charset="0"/>
                                    <a:ea typeface="楷体" panose="02010609060101010101" pitchFamily="49" charset="-122"/>
                                  </a:rPr>
                                  <m:t>𝜉</m:t>
                                </m:r>
                                <m:r>
                                  <a:rPr lang="en-US" altLang="zh-CN" sz="3000" b="0" i="1" smtClean="0">
                                    <a:solidFill>
                                      <a:schemeClr val="tx1"/>
                                    </a:solidFill>
                                    <a:latin typeface="Cambria Math" panose="02040503050406030204" pitchFamily="18" charset="0"/>
                                    <a:ea typeface="楷体" panose="02010609060101010101" pitchFamily="49" charset="-122"/>
                                  </a:rPr>
                                  <m:t>−</m:t>
                                </m:r>
                                <m:sSub>
                                  <m:sSubPr>
                                    <m:ctrlPr>
                                      <a:rPr lang="en-US" altLang="zh-CN" sz="3000" i="1" dirty="0">
                                        <a:latin typeface="Cambria Math" panose="02040503050406030204" pitchFamily="18" charset="0"/>
                                        <a:ea typeface="楷体" panose="02010609060101010101" pitchFamily="49" charset="-122"/>
                                      </a:rPr>
                                    </m:ctrlPr>
                                  </m:sSubPr>
                                  <m:e>
                                    <m:r>
                                      <a:rPr lang="en-US" altLang="zh-CN" sz="3000" i="1" dirty="0">
                                        <a:latin typeface="Cambria Math" panose="02040503050406030204" pitchFamily="18" charset="0"/>
                                        <a:ea typeface="楷体" panose="02010609060101010101" pitchFamily="49" charset="-122"/>
                                      </a:rPr>
                                      <m:t>𝑧</m:t>
                                    </m:r>
                                  </m:e>
                                  <m:sub>
                                    <m:r>
                                      <a:rPr lang="en-US" altLang="zh-CN" sz="3000" i="1" dirty="0">
                                        <a:latin typeface="Cambria Math" panose="02040503050406030204" pitchFamily="18" charset="0"/>
                                        <a:ea typeface="楷体" panose="02010609060101010101" pitchFamily="49" charset="-122"/>
                                      </a:rPr>
                                      <m:t>0</m:t>
                                    </m:r>
                                  </m:sub>
                                </m:sSub>
                                <m:r>
                                  <a:rPr lang="en-US" altLang="zh-CN" sz="3000" b="0" i="1" smtClean="0">
                                    <a:solidFill>
                                      <a:schemeClr val="tx1"/>
                                    </a:solidFill>
                                    <a:latin typeface="Cambria Math" panose="02040503050406030204" pitchFamily="18" charset="0"/>
                                    <a:ea typeface="楷体" panose="02010609060101010101" pitchFamily="49" charset="-122"/>
                                  </a:rPr>
                                  <m:t>)</m:t>
                                </m:r>
                              </m:e>
                              <m:sup>
                                <m:r>
                                  <a:rPr lang="en-US" altLang="zh-CN" sz="3000" b="0" i="1" smtClean="0">
                                    <a:solidFill>
                                      <a:schemeClr val="tx1"/>
                                    </a:solidFill>
                                    <a:latin typeface="Cambria Math" panose="02040503050406030204" pitchFamily="18" charset="0"/>
                                    <a:ea typeface="楷体" panose="02010609060101010101" pitchFamily="49" charset="-122"/>
                                  </a:rPr>
                                  <m:t>𝑛</m:t>
                                </m:r>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smtClean="0">
                                    <a:solidFill>
                                      <a:schemeClr val="tx1"/>
                                    </a:solidFill>
                                    <a:latin typeface="Cambria Math" panose="02040503050406030204" pitchFamily="18" charset="0"/>
                                    <a:ea typeface="楷体" panose="02010609060101010101" pitchFamily="49" charset="-122"/>
                                  </a:rPr>
                                  <m:t>1</m:t>
                                </m:r>
                              </m:sup>
                            </m:sSup>
                          </m:den>
                        </m:f>
                        <m:r>
                          <a:rPr lang="en-US" altLang="zh-CN" sz="3000" b="0" i="1" smtClean="0">
                            <a:solidFill>
                              <a:schemeClr val="tx1"/>
                            </a:solidFill>
                            <a:latin typeface="Cambria Math" panose="02040503050406030204" pitchFamily="18" charset="0"/>
                            <a:ea typeface="楷体" panose="02010609060101010101" pitchFamily="49" charset="-122"/>
                          </a:rPr>
                          <m:t>𝑑</m:t>
                        </m:r>
                        <m:r>
                          <a:rPr lang="zh-CN" altLang="en-US" sz="3000" b="0" i="1" smtClean="0">
                            <a:solidFill>
                              <a:schemeClr val="tx1"/>
                            </a:solidFill>
                            <a:latin typeface="Cambria Math" panose="02040503050406030204" pitchFamily="18" charset="0"/>
                            <a:ea typeface="楷体" panose="02010609060101010101" pitchFamily="49" charset="-122"/>
                          </a:rPr>
                          <m:t>𝜉</m:t>
                        </m:r>
                      </m:e>
                    </m:nary>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smtClean="0">
                        <a:solidFill>
                          <a:schemeClr val="tx1"/>
                        </a:solidFill>
                        <a:latin typeface="Cambria Math" panose="02040503050406030204" pitchFamily="18" charset="0"/>
                        <a:ea typeface="楷体" panose="02010609060101010101" pitchFamily="49" charset="-122"/>
                      </a:rPr>
                      <m:t>𝑛</m:t>
                    </m:r>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smtClean="0">
                        <a:solidFill>
                          <a:schemeClr val="tx1"/>
                        </a:solidFill>
                        <a:latin typeface="Cambria Math" panose="02040503050406030204" pitchFamily="18" charset="0"/>
                        <a:ea typeface="楷体" panose="02010609060101010101" pitchFamily="49" charset="-122"/>
                      </a:rPr>
                      <m:t>0</m:t>
                    </m:r>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smtClean="0">
                        <a:solidFill>
                          <a:schemeClr val="tx1"/>
                        </a:solidFill>
                        <a:latin typeface="Cambria Math" panose="02040503050406030204" pitchFamily="18" charset="0"/>
                        <a:ea typeface="楷体" panose="02010609060101010101" pitchFamily="49" charset="-122"/>
                      </a:rPr>
                      <m:t>1</m:t>
                    </m:r>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smtClean="0">
                        <a:solidFill>
                          <a:schemeClr val="tx1"/>
                        </a:solidFill>
                        <a:latin typeface="Cambria Math" panose="02040503050406030204" pitchFamily="18" charset="0"/>
                        <a:ea typeface="楷体" panose="02010609060101010101" pitchFamily="49" charset="-122"/>
                      </a:rPr>
                      <m:t>2</m:t>
                    </m:r>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smtClean="0">
                        <a:solidFill>
                          <a:schemeClr val="tx1"/>
                        </a:solidFill>
                        <a:latin typeface="Cambria Math" panose="02040503050406030204" pitchFamily="18" charset="0"/>
                        <a:ea typeface="Cambria Math" panose="02040503050406030204" pitchFamily="18" charset="0"/>
                      </a:rPr>
                      <m:t>𝐶</m:t>
                    </m:r>
                  </m:oMath>
                </a14:m>
                <a:r>
                  <a:rPr lang="zh-CN" altLang="en-US" sz="3000" dirty="0">
                    <a:solidFill>
                      <a:schemeClr val="tx1"/>
                    </a:solidFill>
                    <a:latin typeface="楷体" panose="02010609060101010101" pitchFamily="49" charset="-122"/>
                    <a:ea typeface="楷体" panose="02010609060101010101" pitchFamily="49" charset="-122"/>
                  </a:rPr>
                  <a:t>为</a:t>
                </a:r>
                <a14:m>
                  <m:oMath xmlns:m="http://schemas.openxmlformats.org/officeDocument/2006/math">
                    <m:r>
                      <a:rPr lang="en-US" altLang="zh-CN" sz="3000" i="1" dirty="0">
                        <a:solidFill>
                          <a:schemeClr val="tx1"/>
                        </a:solidFill>
                        <a:latin typeface="Cambria Math" panose="02040503050406030204" pitchFamily="18" charset="0"/>
                        <a:ea typeface="楷体" panose="02010609060101010101" pitchFamily="49" charset="-122"/>
                      </a:rPr>
                      <m:t>𝐷</m:t>
                    </m:r>
                  </m:oMath>
                </a14:m>
                <a:r>
                  <a:rPr lang="zh-CN" altLang="en-US" sz="3000" dirty="0">
                    <a:solidFill>
                      <a:schemeClr val="tx1"/>
                    </a:solidFill>
                    <a:latin typeface="楷体" panose="02010609060101010101" pitchFamily="49" charset="-122"/>
                    <a:ea typeface="楷体" panose="02010609060101010101" pitchFamily="49" charset="-122"/>
                  </a:rPr>
                  <a:t>内绕</a:t>
                </a:r>
                <a14:m>
                  <m:oMath xmlns:m="http://schemas.openxmlformats.org/officeDocument/2006/math">
                    <m:sSub>
                      <m:sSubPr>
                        <m:ctrlPr>
                          <a:rPr lang="en-US" altLang="zh-CN" sz="3000" i="1" dirty="0">
                            <a:solidFill>
                              <a:schemeClr val="tx1"/>
                            </a:solidFill>
                            <a:latin typeface="Cambria Math" panose="02040503050406030204" pitchFamily="18" charset="0"/>
                            <a:ea typeface="楷体" panose="02010609060101010101" pitchFamily="49" charset="-122"/>
                          </a:rPr>
                        </m:ctrlPr>
                      </m:sSubPr>
                      <m:e>
                        <m:r>
                          <a:rPr lang="en-US" altLang="zh-CN" sz="3000" i="1" dirty="0">
                            <a:solidFill>
                              <a:schemeClr val="tx1"/>
                            </a:solidFill>
                            <a:latin typeface="Cambria Math" panose="02040503050406030204" pitchFamily="18" charset="0"/>
                            <a:ea typeface="楷体" panose="02010609060101010101" pitchFamily="49" charset="-122"/>
                          </a:rPr>
                          <m:t>𝑧</m:t>
                        </m:r>
                      </m:e>
                      <m:sub>
                        <m:r>
                          <a:rPr lang="en-US" altLang="zh-CN" sz="3000" i="1" dirty="0">
                            <a:solidFill>
                              <a:schemeClr val="tx1"/>
                            </a:solidFill>
                            <a:latin typeface="Cambria Math" panose="02040503050406030204" pitchFamily="18" charset="0"/>
                            <a:ea typeface="楷体" panose="02010609060101010101" pitchFamily="49" charset="-122"/>
                          </a:rPr>
                          <m:t>0</m:t>
                        </m:r>
                      </m:sub>
                    </m:sSub>
                    <m:r>
                      <a:rPr lang="zh-CN" altLang="en-US" sz="3000" i="1" dirty="0" smtClean="0">
                        <a:solidFill>
                          <a:schemeClr val="tx1"/>
                        </a:solidFill>
                        <a:latin typeface="Cambria Math" panose="02040503050406030204" pitchFamily="18" charset="0"/>
                        <a:ea typeface="楷体" panose="02010609060101010101" pitchFamily="49" charset="-122"/>
                      </a:rPr>
                      <m:t>的</m:t>
                    </m:r>
                  </m:oMath>
                </a14:m>
                <a:r>
                  <a:rPr lang="zh-CN" altLang="en-US" sz="3000" dirty="0">
                    <a:solidFill>
                      <a:schemeClr val="tx1"/>
                    </a:solidFill>
                    <a:latin typeface="楷体" panose="02010609060101010101" pitchFamily="49" charset="-122"/>
                    <a:ea typeface="楷体" panose="02010609060101010101" pitchFamily="49" charset="-122"/>
                  </a:rPr>
                  <a:t>任何一条正向简单闭曲线。</a:t>
                </a:r>
                <a:endParaRPr lang="zh-CN" altLang="en-US" sz="3000" dirty="0">
                  <a:solidFill>
                    <a:srgbClr val="FF0000"/>
                  </a:solidFill>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239762" y="2896011"/>
                <a:ext cx="8491220" cy="1913890"/>
              </a:xfrm>
              <a:prstGeom prst="rect">
                <a:avLst/>
              </a:prstGeom>
              <a:blipFill rotWithShape="1">
                <a:blip r:embed="rId3"/>
                <a:stretch>
                  <a:fillRect l="-4" t="-21" r="4" b="21"/>
                </a:stretch>
              </a:blipFill>
            </p:spPr>
            <p:txBody>
              <a:bodyPr/>
              <a:lstStyle/>
              <a:p>
                <a:r>
                  <a:rPr lang="zh-CN" altLang="en-US">
                    <a:noFill/>
                  </a:rPr>
                  <a:t> </a:t>
                </a:r>
              </a:p>
            </p:txBody>
          </p:sp>
        </mc:Fallback>
      </mc:AlternateContent>
      <p:grpSp>
        <p:nvGrpSpPr>
          <p:cNvPr id="9" name="组合 8"/>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10"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10"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4"/>
                </a:blipFill>
              </p:spPr>
              <p:txBody>
                <a:bodyPr/>
                <a:lstStyle/>
                <a:p>
                  <a:r>
                    <a:rPr lang="zh-CN" altLang="en-US">
                      <a:noFill/>
                    </a:rPr>
                    <a:t> </a:t>
                  </a:r>
                </a:p>
              </p:txBody>
            </p:sp>
          </mc:Fallback>
        </mc:AlternateContent>
        <p:cxnSp>
          <p:nvCxnSpPr>
            <p:cNvPr id="11" name="直接连接符 10"/>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2" grpId="0"/>
      <p:bldP spid="2" grpId="1"/>
      <p:bldP spid="3" grpId="0"/>
      <p:bldP spid="3"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83535" y="867480"/>
            <a:ext cx="739578" cy="49937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FF0000"/>
                </a:solidFill>
                <a:latin typeface="楷体" panose="02010609060101010101" pitchFamily="49" charset="-122"/>
                <a:ea typeface="楷体" panose="02010609060101010101" pitchFamily="49" charset="-122"/>
              </a:rPr>
              <a:t>注：</a:t>
            </a:r>
            <a:endParaRPr lang="zh-CN" altLang="en-US" sz="3000" dirty="0">
              <a:solidFill>
                <a:srgbClr val="FF0000"/>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7" name="标题 1"/>
              <p:cNvSpPr txBox="1"/>
              <p:nvPr/>
            </p:nvSpPr>
            <p:spPr>
              <a:xfrm>
                <a:off x="752475" y="619125"/>
                <a:ext cx="8707120" cy="75501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1</m:t>
                    </m:r>
                    <m:r>
                      <a:rPr lang="zh-CN" altLang="en-US" sz="3000" i="1">
                        <a:latin typeface="Cambria Math" panose="02040503050406030204" pitchFamily="18" charset="0"/>
                        <a:ea typeface="楷体" panose="02010609060101010101" pitchFamily="49" charset="-122"/>
                      </a:rPr>
                      <m:t>、</m:t>
                    </m:r>
                    <m:sSub>
                      <m:sSubPr>
                        <m:ctrlPr>
                          <a:rPr lang="en-US" altLang="zh-CN" sz="300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𝐶</m:t>
                        </m:r>
                      </m:e>
                      <m:sub>
                        <m:r>
                          <a:rPr lang="en-US" altLang="zh-CN" sz="3000" b="0" i="1" smtClean="0">
                            <a:latin typeface="Cambria Math" panose="02040503050406030204" pitchFamily="18" charset="0"/>
                            <a:ea typeface="楷体" panose="02010609060101010101" pitchFamily="49" charset="-122"/>
                          </a:rPr>
                          <m:t>𝑛</m:t>
                        </m:r>
                      </m:sub>
                    </m:sSub>
                  </m:oMath>
                </a14:m>
                <a:r>
                  <a:rPr lang="zh-CN" altLang="en-US" sz="3000" dirty="0">
                    <a:latin typeface="楷体" panose="02010609060101010101" pitchFamily="49" charset="-122"/>
                    <a:ea typeface="楷体" panose="02010609060101010101" pitchFamily="49" charset="-122"/>
                  </a:rPr>
                  <a:t>形式与高阶导数公式相同，但不写为</a:t>
                </a:r>
                <a14:m>
                  <m:oMath xmlns:m="http://schemas.openxmlformats.org/officeDocument/2006/math">
                    <m:f>
                      <m:fPr>
                        <m:ctrlPr>
                          <a:rPr lang="en-US" altLang="zh-CN" sz="3000" i="1" smtClean="0">
                            <a:latin typeface="Cambria Math" panose="02040503050406030204" pitchFamily="18" charset="0"/>
                            <a:ea typeface="Cambria Math" panose="02040503050406030204" pitchFamily="18" charset="0"/>
                          </a:rPr>
                        </m:ctrlPr>
                      </m:fPr>
                      <m:num>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𝑓</m:t>
                            </m:r>
                          </m:e>
                          <m:sup>
                            <m:d>
                              <m:dPr>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𝑛</m:t>
                                </m:r>
                              </m:e>
                            </m:d>
                          </m:sup>
                        </m:sSup>
                        <m:r>
                          <a:rPr lang="en-US" altLang="zh-CN" sz="3000" b="0" i="1" smtClean="0">
                            <a:latin typeface="Cambria Math" panose="02040503050406030204" pitchFamily="18" charset="0"/>
                            <a:ea typeface="Cambria Math" panose="02040503050406030204" pitchFamily="18" charset="0"/>
                          </a:rPr>
                          <m:t>(</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𝑧</m:t>
                            </m:r>
                          </m:e>
                          <m:sub>
                            <m:r>
                              <a:rPr lang="en-US" altLang="zh-CN" sz="3000" b="0" i="1" smtClean="0">
                                <a:latin typeface="Cambria Math" panose="02040503050406030204" pitchFamily="18" charset="0"/>
                                <a:ea typeface="Cambria Math" panose="02040503050406030204" pitchFamily="18" charset="0"/>
                              </a:rPr>
                              <m:t>0</m:t>
                            </m:r>
                          </m:sub>
                        </m:sSub>
                        <m:r>
                          <a:rPr lang="en-US" altLang="zh-CN" sz="3000" b="0" i="1" smtClean="0">
                            <a:latin typeface="Cambria Math" panose="02040503050406030204" pitchFamily="18" charset="0"/>
                            <a:ea typeface="Cambria Math" panose="02040503050406030204" pitchFamily="18" charset="0"/>
                          </a:rPr>
                          <m:t>)</m:t>
                        </m:r>
                      </m:num>
                      <m:den>
                        <m:r>
                          <a:rPr lang="en-US" altLang="zh-CN" sz="3000" b="0" i="1" smtClean="0">
                            <a:latin typeface="Cambria Math" panose="02040503050406030204" pitchFamily="18" charset="0"/>
                            <a:ea typeface="Cambria Math" panose="02040503050406030204" pitchFamily="18" charset="0"/>
                          </a:rPr>
                          <m:t>𝑛</m:t>
                        </m:r>
                        <m:r>
                          <a:rPr lang="en-US" altLang="zh-CN" sz="3000" b="0" i="1" smtClean="0">
                            <a:latin typeface="Cambria Math" panose="02040503050406030204" pitchFamily="18" charset="0"/>
                            <a:ea typeface="Cambria Math" panose="02040503050406030204" pitchFamily="18" charset="0"/>
                          </a:rPr>
                          <m:t>!</m:t>
                        </m:r>
                      </m:den>
                    </m:f>
                  </m:oMath>
                </a14:m>
                <a:endParaRPr lang="zh-CN" altLang="en-US" sz="3000" dirty="0">
                  <a:latin typeface="楷体" panose="02010609060101010101" pitchFamily="49" charset="-122"/>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752475" y="619125"/>
                <a:ext cx="8707120" cy="755015"/>
              </a:xfrm>
              <a:prstGeom prst="rect">
                <a:avLst/>
              </a:prstGeom>
              <a:blipFill rotWithShape="1">
                <a:blip r:embed="rId1"/>
                <a:stretch>
                  <a:fillRect t="-23129" b="-23213"/>
                </a:stretch>
              </a:blipFill>
            </p:spPr>
            <p:txBody>
              <a:bodyPr/>
              <a:lstStyle/>
              <a:p>
                <a:r>
                  <a:rPr lang="zh-CN" altLang="en-US">
                    <a:noFill/>
                  </a:rPr>
                  <a:t> </a:t>
                </a:r>
              </a:p>
            </p:txBody>
          </p:sp>
        </mc:Fallback>
      </mc:AlternateContent>
      <p:sp>
        <p:nvSpPr>
          <p:cNvPr id="8" name="标题 1"/>
          <p:cNvSpPr txBox="1"/>
          <p:nvPr/>
        </p:nvSpPr>
        <p:spPr>
          <a:xfrm>
            <a:off x="823113" y="4268236"/>
            <a:ext cx="6641279" cy="7327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楷体" panose="02010609060101010101" pitchFamily="49" charset="-122"/>
                <a:ea typeface="楷体" panose="02010609060101010101" pitchFamily="49" charset="-122"/>
              </a:rPr>
              <a:t>2</a:t>
            </a:r>
            <a:r>
              <a:rPr lang="zh-CN" altLang="en-US" sz="3000" dirty="0">
                <a:latin typeface="楷体" panose="02010609060101010101" pitchFamily="49" charset="-122"/>
                <a:ea typeface="楷体" panose="02010609060101010101" pitchFamily="49" charset="-122"/>
              </a:rPr>
              <a:t>、同一函数在不同区域的展开式不同</a:t>
            </a:r>
            <a:endParaRPr lang="zh-CN" altLang="en-US" sz="3000" dirty="0">
              <a:latin typeface="楷体" panose="02010609060101010101" pitchFamily="49" charset="-122"/>
              <a:ea typeface="楷体" panose="02010609060101010101" pitchFamily="49" charset="-122"/>
            </a:endParaRPr>
          </a:p>
        </p:txBody>
      </p:sp>
      <p:grpSp>
        <p:nvGrpSpPr>
          <p:cNvPr id="13" name="组合 12"/>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14"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14"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2"/>
                </a:blipFill>
              </p:spPr>
              <p:txBody>
                <a:bodyPr/>
                <a:lstStyle/>
                <a:p>
                  <a:r>
                    <a:rPr lang="zh-CN" altLang="en-US">
                      <a:noFill/>
                    </a:rPr>
                    <a:t> </a:t>
                  </a:r>
                </a:p>
              </p:txBody>
            </p:sp>
          </mc:Fallback>
        </mc:AlternateContent>
        <p:cxnSp>
          <p:nvCxnSpPr>
            <p:cNvPr id="15" name="直接连接符 14"/>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6" name="标题 1"/>
              <p:cNvSpPr txBox="1"/>
              <p:nvPr/>
            </p:nvSpPr>
            <p:spPr>
              <a:xfrm>
                <a:off x="2796139" y="1796633"/>
                <a:ext cx="6076816" cy="19138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smtClean="0">
                    <a:solidFill>
                      <a:schemeClr val="tx1"/>
                    </a:solidFill>
                    <a:latin typeface="Cambria Math" panose="02040503050406030204" pitchFamily="18" charset="0"/>
                    <a:ea typeface="楷体" panose="02010609060101010101" pitchFamily="49" charset="-122"/>
                  </a:rPr>
                  <a:t>而写为</a:t>
                </a:r>
                <a14:m>
                  <m:oMath xmlns:m="http://schemas.openxmlformats.org/officeDocument/2006/math">
                    <m:f>
                      <m:fPr>
                        <m:ctrlPr>
                          <a:rPr lang="en-US" altLang="zh-CN" sz="3000" b="0" i="1" smtClean="0">
                            <a:solidFill>
                              <a:schemeClr val="tx1"/>
                            </a:solidFill>
                            <a:latin typeface="Cambria Math" panose="02040503050406030204" pitchFamily="18" charset="0"/>
                            <a:ea typeface="楷体" panose="02010609060101010101" pitchFamily="49" charset="-122"/>
                          </a:rPr>
                        </m:ctrlPr>
                      </m:fPr>
                      <m:num>
                        <m:r>
                          <a:rPr lang="en-US" altLang="zh-CN" sz="3000" b="0" i="1" smtClean="0">
                            <a:solidFill>
                              <a:schemeClr val="tx1"/>
                            </a:solidFill>
                            <a:latin typeface="Cambria Math" panose="02040503050406030204" pitchFamily="18" charset="0"/>
                            <a:ea typeface="楷体" panose="02010609060101010101" pitchFamily="49" charset="-122"/>
                          </a:rPr>
                          <m:t>1</m:t>
                        </m:r>
                      </m:num>
                      <m:den>
                        <m:r>
                          <a:rPr lang="en-US" altLang="zh-CN" sz="3000" b="0" i="1" smtClean="0">
                            <a:solidFill>
                              <a:schemeClr val="tx1"/>
                            </a:solidFill>
                            <a:latin typeface="Cambria Math" panose="02040503050406030204" pitchFamily="18" charset="0"/>
                            <a:ea typeface="楷体" panose="02010609060101010101" pitchFamily="49" charset="-122"/>
                          </a:rPr>
                          <m:t>2</m:t>
                        </m:r>
                        <m:r>
                          <a:rPr lang="zh-CN" altLang="en-US" sz="3000" b="0" i="1" smtClean="0">
                            <a:solidFill>
                              <a:schemeClr val="tx1"/>
                            </a:solidFill>
                            <a:latin typeface="Cambria Math" panose="02040503050406030204" pitchFamily="18" charset="0"/>
                            <a:ea typeface="楷体" panose="02010609060101010101" pitchFamily="49" charset="-122"/>
                          </a:rPr>
                          <m:t>𝜋</m:t>
                        </m:r>
                        <m:r>
                          <a:rPr lang="en-US" altLang="zh-CN" sz="3000" b="0" i="1" smtClean="0">
                            <a:solidFill>
                              <a:schemeClr val="tx1"/>
                            </a:solidFill>
                            <a:latin typeface="Cambria Math" panose="02040503050406030204" pitchFamily="18" charset="0"/>
                            <a:ea typeface="楷体" panose="02010609060101010101" pitchFamily="49" charset="-122"/>
                          </a:rPr>
                          <m:t>𝑖</m:t>
                        </m:r>
                      </m:den>
                    </m:f>
                    <m:nary>
                      <m:naryPr>
                        <m:chr m:val="∮"/>
                        <m:ctrlPr>
                          <a:rPr lang="en-US" altLang="zh-CN" sz="3000" b="0" i="1" smtClean="0">
                            <a:solidFill>
                              <a:schemeClr val="tx1"/>
                            </a:solidFill>
                            <a:latin typeface="Cambria Math" panose="02040503050406030204" pitchFamily="18" charset="0"/>
                            <a:ea typeface="楷体" panose="02010609060101010101" pitchFamily="49" charset="-122"/>
                          </a:rPr>
                        </m:ctrlPr>
                      </m:naryPr>
                      <m:sub>
                        <m:r>
                          <m:rPr>
                            <m:brk m:alnAt="23"/>
                          </m:rPr>
                          <a:rPr lang="en-US" altLang="zh-CN" sz="3000" b="0" i="1" smtClean="0">
                            <a:solidFill>
                              <a:schemeClr val="tx1"/>
                            </a:solidFill>
                            <a:latin typeface="Cambria Math" panose="02040503050406030204" pitchFamily="18" charset="0"/>
                            <a:ea typeface="楷体" panose="02010609060101010101" pitchFamily="49" charset="-122"/>
                          </a:rPr>
                          <m:t>𝐶</m:t>
                        </m:r>
                      </m:sub>
                      <m:sup/>
                      <m:e>
                        <m:f>
                          <m:fPr>
                            <m:ctrlPr>
                              <a:rPr lang="en-US" altLang="zh-CN" sz="3000" b="0" i="1" smtClean="0">
                                <a:solidFill>
                                  <a:schemeClr val="tx1"/>
                                </a:solidFill>
                                <a:latin typeface="Cambria Math" panose="02040503050406030204" pitchFamily="18" charset="0"/>
                                <a:ea typeface="楷体" panose="02010609060101010101" pitchFamily="49" charset="-122"/>
                              </a:rPr>
                            </m:ctrlPr>
                          </m:fPr>
                          <m:num>
                            <m:r>
                              <a:rPr lang="en-US" altLang="zh-CN" sz="3000" b="0" i="1" smtClean="0">
                                <a:solidFill>
                                  <a:schemeClr val="tx1"/>
                                </a:solidFill>
                                <a:latin typeface="Cambria Math" panose="02040503050406030204" pitchFamily="18" charset="0"/>
                                <a:ea typeface="楷体" panose="02010609060101010101" pitchFamily="49" charset="-122"/>
                              </a:rPr>
                              <m:t>𝑓</m:t>
                            </m:r>
                            <m:r>
                              <a:rPr lang="en-US" altLang="zh-CN" sz="3000" b="0" i="1" smtClean="0">
                                <a:solidFill>
                                  <a:schemeClr val="tx1"/>
                                </a:solidFill>
                                <a:latin typeface="Cambria Math" panose="02040503050406030204" pitchFamily="18" charset="0"/>
                                <a:ea typeface="楷体" panose="02010609060101010101" pitchFamily="49" charset="-122"/>
                              </a:rPr>
                              <m:t>(</m:t>
                            </m:r>
                            <m:r>
                              <a:rPr lang="zh-CN" altLang="en-US" sz="3000" b="0" i="1" smtClean="0">
                                <a:solidFill>
                                  <a:schemeClr val="tx1"/>
                                </a:solidFill>
                                <a:latin typeface="Cambria Math" panose="02040503050406030204" pitchFamily="18" charset="0"/>
                                <a:ea typeface="楷体" panose="02010609060101010101" pitchFamily="49" charset="-122"/>
                              </a:rPr>
                              <m:t>𝜉</m:t>
                            </m:r>
                            <m:r>
                              <a:rPr lang="en-US" altLang="zh-CN" sz="3000" b="0" i="1" smtClean="0">
                                <a:solidFill>
                                  <a:schemeClr val="tx1"/>
                                </a:solidFill>
                                <a:latin typeface="Cambria Math" panose="02040503050406030204" pitchFamily="18" charset="0"/>
                                <a:ea typeface="楷体" panose="02010609060101010101" pitchFamily="49" charset="-122"/>
                              </a:rPr>
                              <m:t>)</m:t>
                            </m:r>
                          </m:num>
                          <m:den>
                            <m:sSup>
                              <m:sSupPr>
                                <m:ctrlPr>
                                  <a:rPr lang="en-US" altLang="zh-CN" sz="3000" b="0" i="1" smtClean="0">
                                    <a:solidFill>
                                      <a:schemeClr val="tx1"/>
                                    </a:solidFill>
                                    <a:latin typeface="Cambria Math" panose="02040503050406030204" pitchFamily="18" charset="0"/>
                                    <a:ea typeface="楷体" panose="02010609060101010101" pitchFamily="49" charset="-122"/>
                                  </a:rPr>
                                </m:ctrlPr>
                              </m:sSupPr>
                              <m:e>
                                <m:r>
                                  <a:rPr lang="en-US" altLang="zh-CN" sz="3000" b="0" i="1" smtClean="0">
                                    <a:solidFill>
                                      <a:schemeClr val="tx1"/>
                                    </a:solidFill>
                                    <a:latin typeface="Cambria Math" panose="02040503050406030204" pitchFamily="18" charset="0"/>
                                    <a:ea typeface="楷体" panose="02010609060101010101" pitchFamily="49" charset="-122"/>
                                  </a:rPr>
                                  <m:t>(</m:t>
                                </m:r>
                                <m:r>
                                  <a:rPr lang="zh-CN" altLang="en-US" sz="3000" b="0" i="1" smtClean="0">
                                    <a:solidFill>
                                      <a:schemeClr val="tx1"/>
                                    </a:solidFill>
                                    <a:latin typeface="Cambria Math" panose="02040503050406030204" pitchFamily="18" charset="0"/>
                                    <a:ea typeface="楷体" panose="02010609060101010101" pitchFamily="49" charset="-122"/>
                                  </a:rPr>
                                  <m:t>𝜉</m:t>
                                </m:r>
                                <m:r>
                                  <a:rPr lang="en-US" altLang="zh-CN" sz="3000" b="0" i="1" smtClean="0">
                                    <a:solidFill>
                                      <a:schemeClr val="tx1"/>
                                    </a:solidFill>
                                    <a:latin typeface="Cambria Math" panose="02040503050406030204" pitchFamily="18" charset="0"/>
                                    <a:ea typeface="楷体" panose="02010609060101010101" pitchFamily="49" charset="-122"/>
                                  </a:rPr>
                                  <m:t>−</m:t>
                                </m:r>
                                <m:sSub>
                                  <m:sSubPr>
                                    <m:ctrlPr>
                                      <a:rPr lang="en-US" altLang="zh-CN" sz="3000" i="1" dirty="0">
                                        <a:latin typeface="Cambria Math" panose="02040503050406030204" pitchFamily="18" charset="0"/>
                                        <a:ea typeface="楷体" panose="02010609060101010101" pitchFamily="49" charset="-122"/>
                                      </a:rPr>
                                    </m:ctrlPr>
                                  </m:sSubPr>
                                  <m:e>
                                    <m:r>
                                      <a:rPr lang="en-US" altLang="zh-CN" sz="3000" i="1" dirty="0">
                                        <a:latin typeface="Cambria Math" panose="02040503050406030204" pitchFamily="18" charset="0"/>
                                        <a:ea typeface="楷体" panose="02010609060101010101" pitchFamily="49" charset="-122"/>
                                      </a:rPr>
                                      <m:t>𝑧</m:t>
                                    </m:r>
                                  </m:e>
                                  <m:sub>
                                    <m:r>
                                      <a:rPr lang="en-US" altLang="zh-CN" sz="3000" i="1" dirty="0">
                                        <a:latin typeface="Cambria Math" panose="02040503050406030204" pitchFamily="18" charset="0"/>
                                        <a:ea typeface="楷体" panose="02010609060101010101" pitchFamily="49" charset="-122"/>
                                      </a:rPr>
                                      <m:t>0</m:t>
                                    </m:r>
                                  </m:sub>
                                </m:sSub>
                                <m:r>
                                  <a:rPr lang="en-US" altLang="zh-CN" sz="3000" b="0" i="1" smtClean="0">
                                    <a:solidFill>
                                      <a:schemeClr val="tx1"/>
                                    </a:solidFill>
                                    <a:latin typeface="Cambria Math" panose="02040503050406030204" pitchFamily="18" charset="0"/>
                                    <a:ea typeface="楷体" panose="02010609060101010101" pitchFamily="49" charset="-122"/>
                                  </a:rPr>
                                  <m:t>)</m:t>
                                </m:r>
                              </m:e>
                              <m:sup>
                                <m:r>
                                  <a:rPr lang="en-US" altLang="zh-CN" sz="3000" b="0" i="1" smtClean="0">
                                    <a:solidFill>
                                      <a:schemeClr val="tx1"/>
                                    </a:solidFill>
                                    <a:latin typeface="Cambria Math" panose="02040503050406030204" pitchFamily="18" charset="0"/>
                                    <a:ea typeface="楷体" panose="02010609060101010101" pitchFamily="49" charset="-122"/>
                                  </a:rPr>
                                  <m:t>𝑛</m:t>
                                </m:r>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smtClean="0">
                                    <a:solidFill>
                                      <a:schemeClr val="tx1"/>
                                    </a:solidFill>
                                    <a:latin typeface="Cambria Math" panose="02040503050406030204" pitchFamily="18" charset="0"/>
                                    <a:ea typeface="楷体" panose="02010609060101010101" pitchFamily="49" charset="-122"/>
                                  </a:rPr>
                                  <m:t>1</m:t>
                                </m:r>
                              </m:sup>
                            </m:sSup>
                          </m:den>
                        </m:f>
                        <m:r>
                          <a:rPr lang="en-US" altLang="zh-CN" sz="3000" b="0" i="1" smtClean="0">
                            <a:solidFill>
                              <a:schemeClr val="tx1"/>
                            </a:solidFill>
                            <a:latin typeface="Cambria Math" panose="02040503050406030204" pitchFamily="18" charset="0"/>
                            <a:ea typeface="楷体" panose="02010609060101010101" pitchFamily="49" charset="-122"/>
                          </a:rPr>
                          <m:t>𝑑</m:t>
                        </m:r>
                        <m:r>
                          <a:rPr lang="zh-CN" altLang="en-US" sz="3000" b="0" i="1" smtClean="0">
                            <a:solidFill>
                              <a:schemeClr val="tx1"/>
                            </a:solidFill>
                            <a:latin typeface="Cambria Math" panose="02040503050406030204" pitchFamily="18" charset="0"/>
                            <a:ea typeface="楷体" panose="02010609060101010101" pitchFamily="49" charset="-122"/>
                          </a:rPr>
                          <m:t>𝜉</m:t>
                        </m:r>
                      </m:e>
                    </m:nary>
                    <m:r>
                      <a:rPr lang="en-US" altLang="zh-CN" sz="3000" b="0" i="1" smtClean="0">
                        <a:solidFill>
                          <a:schemeClr val="tx1"/>
                        </a:solidFill>
                        <a:latin typeface="Cambria Math" panose="02040503050406030204" pitchFamily="18" charset="0"/>
                        <a:ea typeface="楷体" panose="02010609060101010101" pitchFamily="49" charset="-122"/>
                      </a:rPr>
                      <m:t>, </m:t>
                    </m:r>
                    <m:r>
                      <a:rPr lang="zh-CN" altLang="en-US" sz="3000" b="0" dirty="0">
                        <a:solidFill>
                          <a:schemeClr val="tx1"/>
                        </a:solidFill>
                        <a:latin typeface="楷体" panose="02010609060101010101" pitchFamily="49" charset="-122"/>
                        <a:ea typeface="楷体" panose="02010609060101010101" pitchFamily="49" charset="-122"/>
                      </a:rPr>
                      <m:t>其中</m:t>
                    </m:r>
                    <m:r>
                      <a:rPr lang="en-US" altLang="zh-CN" sz="3000" b="0" i="1" smtClean="0">
                        <a:solidFill>
                          <a:schemeClr val="tx1"/>
                        </a:solidFill>
                        <a:latin typeface="Cambria Math" panose="02040503050406030204" pitchFamily="18" charset="0"/>
                        <a:ea typeface="Cambria Math" panose="02040503050406030204" pitchFamily="18" charset="0"/>
                      </a:rPr>
                      <m:t>𝐶</m:t>
                    </m:r>
                  </m:oMath>
                </a14:m>
                <a:r>
                  <a:rPr lang="zh-CN" altLang="en-US" sz="3000" dirty="0">
                    <a:solidFill>
                      <a:schemeClr val="tx1"/>
                    </a:solidFill>
                    <a:latin typeface="楷体" panose="02010609060101010101" pitchFamily="49" charset="-122"/>
                    <a:ea typeface="楷体" panose="02010609060101010101" pitchFamily="49" charset="-122"/>
                  </a:rPr>
                  <a:t>为</a:t>
                </a:r>
                <a14:m>
                  <m:oMath xmlns:m="http://schemas.openxmlformats.org/officeDocument/2006/math">
                    <m:r>
                      <a:rPr lang="en-US" altLang="zh-CN" sz="3000" i="1" dirty="0">
                        <a:solidFill>
                          <a:schemeClr val="tx1"/>
                        </a:solidFill>
                        <a:latin typeface="Cambria Math" panose="02040503050406030204" pitchFamily="18" charset="0"/>
                        <a:ea typeface="楷体" panose="02010609060101010101" pitchFamily="49" charset="-122"/>
                      </a:rPr>
                      <m:t>𝐷</m:t>
                    </m:r>
                  </m:oMath>
                </a14:m>
                <a:r>
                  <a:rPr lang="zh-CN" altLang="en-US" sz="3000" dirty="0">
                    <a:solidFill>
                      <a:schemeClr val="tx1"/>
                    </a:solidFill>
                    <a:latin typeface="楷体" panose="02010609060101010101" pitchFamily="49" charset="-122"/>
                    <a:ea typeface="楷体" panose="02010609060101010101" pitchFamily="49" charset="-122"/>
                  </a:rPr>
                  <a:t>内绕</a:t>
                </a:r>
                <a14:m>
                  <m:oMath xmlns:m="http://schemas.openxmlformats.org/officeDocument/2006/math">
                    <m:sSub>
                      <m:sSubPr>
                        <m:ctrlPr>
                          <a:rPr lang="en-US" altLang="zh-CN" sz="3000" i="1" dirty="0">
                            <a:solidFill>
                              <a:schemeClr val="tx1"/>
                            </a:solidFill>
                            <a:latin typeface="Cambria Math" panose="02040503050406030204" pitchFamily="18" charset="0"/>
                            <a:ea typeface="楷体" panose="02010609060101010101" pitchFamily="49" charset="-122"/>
                          </a:rPr>
                        </m:ctrlPr>
                      </m:sSubPr>
                      <m:e>
                        <m:r>
                          <a:rPr lang="en-US" altLang="zh-CN" sz="3000" i="1" dirty="0">
                            <a:solidFill>
                              <a:schemeClr val="tx1"/>
                            </a:solidFill>
                            <a:latin typeface="Cambria Math" panose="02040503050406030204" pitchFamily="18" charset="0"/>
                            <a:ea typeface="楷体" panose="02010609060101010101" pitchFamily="49" charset="-122"/>
                          </a:rPr>
                          <m:t>𝑧</m:t>
                        </m:r>
                      </m:e>
                      <m:sub>
                        <m:r>
                          <a:rPr lang="en-US" altLang="zh-CN" sz="3000" i="1" dirty="0">
                            <a:solidFill>
                              <a:schemeClr val="tx1"/>
                            </a:solidFill>
                            <a:latin typeface="Cambria Math" panose="02040503050406030204" pitchFamily="18" charset="0"/>
                            <a:ea typeface="楷体" panose="02010609060101010101" pitchFamily="49" charset="-122"/>
                          </a:rPr>
                          <m:t>0</m:t>
                        </m:r>
                      </m:sub>
                    </m:sSub>
                    <m:r>
                      <a:rPr lang="zh-CN" altLang="en-US" sz="3000" i="1" dirty="0" smtClean="0">
                        <a:solidFill>
                          <a:schemeClr val="tx1"/>
                        </a:solidFill>
                        <a:latin typeface="Cambria Math" panose="02040503050406030204" pitchFamily="18" charset="0"/>
                        <a:ea typeface="楷体" panose="02010609060101010101" pitchFamily="49" charset="-122"/>
                      </a:rPr>
                      <m:t>的</m:t>
                    </m:r>
                  </m:oMath>
                </a14:m>
                <a:r>
                  <a:rPr lang="zh-CN" altLang="en-US" sz="3000" dirty="0">
                    <a:solidFill>
                      <a:schemeClr val="tx1"/>
                    </a:solidFill>
                    <a:latin typeface="楷体" panose="02010609060101010101" pitchFamily="49" charset="-122"/>
                    <a:ea typeface="楷体" panose="02010609060101010101" pitchFamily="49" charset="-122"/>
                  </a:rPr>
                  <a:t>任何一条正向简单闭曲线</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且</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oMath>
                </a14:m>
                <a:r>
                  <a:rPr lang="zh-CN" altLang="en-US" sz="3000" dirty="0">
                    <a:solidFill>
                      <a:schemeClr val="tx1"/>
                    </a:solidFill>
                    <a:latin typeface="楷体" panose="02010609060101010101" pitchFamily="49" charset="-122"/>
                    <a:ea typeface="楷体" panose="02010609060101010101" pitchFamily="49" charset="-122"/>
                  </a:rPr>
                  <a:t>在</a:t>
                </a:r>
                <a14:m>
                  <m:oMath xmlns:m="http://schemas.openxmlformats.org/officeDocument/2006/math">
                    <m:r>
                      <a:rPr lang="en-US" altLang="zh-CN" sz="3000" i="1">
                        <a:latin typeface="Cambria Math" panose="02040503050406030204" pitchFamily="18" charset="0"/>
                        <a:ea typeface="Cambria Math" panose="02040503050406030204" pitchFamily="18" charset="0"/>
                      </a:rPr>
                      <m:t>𝐶</m:t>
                    </m:r>
                    <m:r>
                      <a:rPr lang="en-US" altLang="zh-CN" sz="3000" i="1">
                        <a:latin typeface="Cambria Math" panose="02040503050406030204" pitchFamily="18" charset="0"/>
                        <a:ea typeface="Cambria Math" panose="02040503050406030204" pitchFamily="18" charset="0"/>
                      </a:rPr>
                      <m:t> </m:t>
                    </m:r>
                  </m:oMath>
                </a14:m>
                <a:r>
                  <a:rPr lang="zh-CN" altLang="en-US" sz="3000" dirty="0">
                    <a:solidFill>
                      <a:schemeClr val="tx1"/>
                    </a:solidFill>
                    <a:latin typeface="楷体" panose="02010609060101010101" pitchFamily="49" charset="-122"/>
                    <a:ea typeface="楷体" panose="02010609060101010101" pitchFamily="49" charset="-122"/>
                  </a:rPr>
                  <a:t>所围区域解析。</a:t>
                </a:r>
                <a:endParaRPr lang="zh-CN" altLang="en-US" sz="3000" dirty="0">
                  <a:solidFill>
                    <a:srgbClr val="FF0000"/>
                  </a:solidFill>
                  <a:latin typeface="楷体" panose="02010609060101010101" pitchFamily="49" charset="-122"/>
                  <a:ea typeface="楷体" panose="02010609060101010101" pitchFamily="49" charset="-122"/>
                </a:endParaRPr>
              </a:p>
            </p:txBody>
          </p:sp>
        </mc:Choice>
        <mc:Fallback>
          <p:sp>
            <p:nvSpPr>
              <p:cNvPr id="16" name="标题 1"/>
              <p:cNvSpPr txBox="1">
                <a:spLocks noRot="1" noChangeAspect="1" noMove="1" noResize="1" noEditPoints="1" noAdjustHandles="1" noChangeArrowheads="1" noChangeShapeType="1" noTextEdit="1"/>
              </p:cNvSpPr>
              <p:nvPr/>
            </p:nvSpPr>
            <p:spPr>
              <a:xfrm>
                <a:off x="2796139" y="1796633"/>
                <a:ext cx="6076816" cy="1913890"/>
              </a:xfrm>
              <a:prstGeom prst="rect">
                <a:avLst/>
              </a:prstGeom>
              <a:blipFill rotWithShape="1">
                <a:blip r:embed="rId3"/>
                <a:stretch>
                  <a:fillRect l="-4" t="-15705" r="2" b="-15715"/>
                </a:stretch>
              </a:blipFill>
            </p:spPr>
            <p:txBody>
              <a:bodyPr/>
              <a:lstStyle/>
              <a:p>
                <a:r>
                  <a:rPr lang="zh-CN" altLang="en-US">
                    <a:noFill/>
                  </a:rPr>
                  <a:t> </a:t>
                </a:r>
              </a:p>
            </p:txBody>
          </p:sp>
        </mc:Fallback>
      </mc:AlternateContent>
      <mc:AlternateContent xmlns:mc="http://schemas.openxmlformats.org/markup-compatibility/2006" xmlns:p14="http://schemas.microsoft.com/office/powerpoint/2010/main">
        <mc:Choice Requires="p14">
          <p:contentPart r:id="rId4" p14:bwMode="auto">
            <p14:nvContentPartPr>
              <p14:cNvPr id="18" name="墨迹 17"/>
              <p14:cNvContentPartPr/>
              <p14:nvPr/>
            </p14:nvContentPartPr>
            <p14:xfrm>
              <a:off x="884141" y="2043153"/>
              <a:ext cx="1662120" cy="1814040"/>
            </p14:xfrm>
          </p:contentPart>
        </mc:Choice>
        <mc:Fallback xmlns="">
          <p:pic>
            <p:nvPicPr>
              <p:cNvPr id="18" name="墨迹 17"/>
            </p:nvPicPr>
            <p:blipFill>
              <a:blip r:embed="rId5"/>
            </p:blipFill>
            <p:spPr>
              <a:xfrm>
                <a:off x="884141" y="2043153"/>
                <a:ext cx="1662120" cy="1814040"/>
              </a:xfrm>
              <a:prstGeom prst="rect"/>
            </p:spPr>
          </p:pic>
        </mc:Fallback>
      </mc:AlternateContent>
      <mc:AlternateContent xmlns:mc="http://schemas.openxmlformats.org/markup-compatibility/2006">
        <mc:Choice xmlns:a14="http://schemas.microsoft.com/office/drawing/2010/main" Requires="a14">
          <p:sp>
            <p:nvSpPr>
              <p:cNvPr id="21" name="标题 1"/>
              <p:cNvSpPr txBox="1"/>
              <p:nvPr/>
            </p:nvSpPr>
            <p:spPr>
              <a:xfrm>
                <a:off x="1508961" y="4887667"/>
                <a:ext cx="6811925" cy="96550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sSub>
                      <m:sSubPr>
                        <m:ctrlPr>
                          <a:rPr lang="en-US" altLang="zh-CN" sz="3000" i="1" dirty="0">
                            <a:latin typeface="Cambria Math" panose="02040503050406030204" pitchFamily="18" charset="0"/>
                            <a:ea typeface="楷体" panose="02010609060101010101" pitchFamily="49" charset="-122"/>
                          </a:rPr>
                        </m:ctrlPr>
                      </m:sSubPr>
                      <m:e>
                        <m:r>
                          <a:rPr lang="en-US" altLang="zh-CN" sz="3000" i="1" dirty="0">
                            <a:latin typeface="Cambria Math" panose="02040503050406030204" pitchFamily="18" charset="0"/>
                            <a:ea typeface="楷体" panose="02010609060101010101" pitchFamily="49" charset="-122"/>
                          </a:rPr>
                          <m:t>𝑧</m:t>
                        </m:r>
                      </m:e>
                      <m:sub>
                        <m:r>
                          <a:rPr lang="en-US" altLang="zh-CN" sz="3000" i="1" dirty="0">
                            <a:latin typeface="Cambria Math" panose="02040503050406030204" pitchFamily="18" charset="0"/>
                            <a:ea typeface="楷体" panose="02010609060101010101" pitchFamily="49" charset="-122"/>
                          </a:rPr>
                          <m:t>1</m:t>
                        </m:r>
                      </m:sub>
                    </m:sSub>
                  </m:oMath>
                </a14:m>
                <a:r>
                  <a:rPr lang="zh-CN" altLang="en-US" sz="3000" dirty="0">
                    <a:solidFill>
                      <a:schemeClr val="tx1"/>
                    </a:solidFill>
                    <a:ea typeface="楷体" panose="02010609060101010101" pitchFamily="49" charset="-122"/>
                  </a:rPr>
                  <a:t>点展开式</a:t>
                </a:r>
                <a14:m>
                  <m:oMath xmlns:m="http://schemas.openxmlformats.org/officeDocument/2006/math">
                    <m:r>
                      <a:rPr lang="en-US" altLang="zh-CN" sz="3000" i="1">
                        <a:solidFill>
                          <a:schemeClr val="tx1"/>
                        </a:solidFill>
                        <a:latin typeface="Cambria Math" panose="02040503050406030204" pitchFamily="18" charset="0"/>
                        <a:ea typeface="楷体" panose="02010609060101010101" pitchFamily="49" charset="-122"/>
                      </a:rPr>
                      <m:t>𝑓</m:t>
                    </m:r>
                    <m:d>
                      <m:dPr>
                        <m:ctrlPr>
                          <a:rPr lang="en-US" altLang="zh-CN" sz="3000" i="1">
                            <a:solidFill>
                              <a:schemeClr val="tx1"/>
                            </a:solidFill>
                            <a:latin typeface="Cambria Math" panose="02040503050406030204" pitchFamily="18" charset="0"/>
                            <a:ea typeface="楷体" panose="02010609060101010101" pitchFamily="49" charset="-122"/>
                          </a:rPr>
                        </m:ctrlPr>
                      </m:dPr>
                      <m:e>
                        <m:r>
                          <a:rPr lang="en-US" altLang="zh-CN" sz="3000" i="1">
                            <a:solidFill>
                              <a:schemeClr val="tx1"/>
                            </a:solidFill>
                            <a:latin typeface="Cambria Math" panose="02040503050406030204" pitchFamily="18" charset="0"/>
                            <a:ea typeface="楷体" panose="02010609060101010101" pitchFamily="49" charset="-122"/>
                          </a:rPr>
                          <m:t>𝑧</m:t>
                        </m:r>
                      </m:e>
                    </m:d>
                    <m:r>
                      <a:rPr lang="en-US" altLang="zh-CN" sz="3000" b="0" i="1" smtClean="0">
                        <a:solidFill>
                          <a:schemeClr val="tx1"/>
                        </a:solidFill>
                        <a:latin typeface="Cambria Math" panose="02040503050406030204" pitchFamily="18" charset="0"/>
                        <a:ea typeface="楷体" panose="02010609060101010101" pitchFamily="49" charset="-122"/>
                      </a:rPr>
                      <m:t>=</m:t>
                    </m:r>
                    <m:nary>
                      <m:naryPr>
                        <m:chr m:val="∑"/>
                        <m:ctrlPr>
                          <a:rPr lang="en-US" altLang="zh-CN" sz="3000" b="0" i="1" smtClean="0">
                            <a:solidFill>
                              <a:schemeClr val="tx1"/>
                            </a:solidFill>
                            <a:latin typeface="Cambria Math" panose="02040503050406030204" pitchFamily="18" charset="0"/>
                            <a:ea typeface="楷体" panose="02010609060101010101" pitchFamily="49" charset="-122"/>
                          </a:rPr>
                        </m:ctrlPr>
                      </m:naryPr>
                      <m:sub>
                        <m:r>
                          <m:rPr>
                            <m:brk m:alnAt="23"/>
                          </m:rPr>
                          <a:rPr lang="en-US" altLang="zh-CN" sz="3000" b="0" i="1" smtClean="0">
                            <a:solidFill>
                              <a:schemeClr val="tx1"/>
                            </a:solidFill>
                            <a:latin typeface="Cambria Math" panose="02040503050406030204" pitchFamily="18" charset="0"/>
                            <a:ea typeface="楷体" panose="02010609060101010101" pitchFamily="49" charset="-122"/>
                          </a:rPr>
                          <m:t>𝑛</m:t>
                        </m:r>
                        <m:r>
                          <a:rPr lang="en-US" altLang="zh-CN" sz="3000" b="0" i="1" smtClean="0">
                            <a:solidFill>
                              <a:schemeClr val="tx1"/>
                            </a:solidFill>
                            <a:latin typeface="Cambria Math" panose="02040503050406030204" pitchFamily="18" charset="0"/>
                            <a:ea typeface="楷体" panose="02010609060101010101" pitchFamily="49" charset="-122"/>
                          </a:rPr>
                          <m:t>=−∞</m:t>
                        </m:r>
                      </m:sub>
                      <m:sup>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smtClean="0">
                            <a:solidFill>
                              <a:schemeClr val="tx1"/>
                            </a:solidFill>
                            <a:latin typeface="Cambria Math" panose="02040503050406030204" pitchFamily="18" charset="0"/>
                            <a:ea typeface="Cambria Math" panose="02040503050406030204" pitchFamily="18" charset="0"/>
                          </a:rPr>
                          <m:t>∞</m:t>
                        </m:r>
                      </m:sup>
                      <m:e>
                        <m:sSub>
                          <m:sSubPr>
                            <m:ctrlPr>
                              <a:rPr lang="en-US" altLang="zh-CN" sz="3000" b="0" i="1" smtClean="0">
                                <a:solidFill>
                                  <a:schemeClr val="tx1"/>
                                </a:solidFill>
                                <a:latin typeface="Cambria Math" panose="02040503050406030204" pitchFamily="18" charset="0"/>
                                <a:ea typeface="楷体" panose="02010609060101010101" pitchFamily="49" charset="-122"/>
                              </a:rPr>
                            </m:ctrlPr>
                          </m:sSubPr>
                          <m:e>
                            <m:r>
                              <a:rPr lang="en-US" altLang="zh-CN" sz="3000" b="0" i="1" smtClean="0">
                                <a:solidFill>
                                  <a:schemeClr val="tx1"/>
                                </a:solidFill>
                                <a:latin typeface="Cambria Math" panose="02040503050406030204" pitchFamily="18" charset="0"/>
                                <a:ea typeface="楷体" panose="02010609060101010101" pitchFamily="49" charset="-122"/>
                              </a:rPr>
                              <m:t>𝐶</m:t>
                            </m:r>
                          </m:e>
                          <m:sub>
                            <m:r>
                              <a:rPr lang="en-US" altLang="zh-CN" sz="3000" b="0" i="1" smtClean="0">
                                <a:solidFill>
                                  <a:schemeClr val="tx1"/>
                                </a:solidFill>
                                <a:latin typeface="Cambria Math" panose="02040503050406030204" pitchFamily="18" charset="0"/>
                                <a:ea typeface="楷体" panose="02010609060101010101" pitchFamily="49" charset="-122"/>
                              </a:rPr>
                              <m:t>𝑛</m:t>
                            </m:r>
                          </m:sub>
                        </m:sSub>
                        <m:sSup>
                          <m:sSupPr>
                            <m:ctrlPr>
                              <a:rPr lang="en-US" altLang="zh-CN" sz="3000" b="0" i="1" smtClean="0">
                                <a:solidFill>
                                  <a:schemeClr val="tx1"/>
                                </a:solidFill>
                                <a:latin typeface="Cambria Math" panose="02040503050406030204" pitchFamily="18" charset="0"/>
                                <a:ea typeface="楷体" panose="02010609060101010101" pitchFamily="49" charset="-122"/>
                              </a:rPr>
                            </m:ctrlPr>
                          </m:sSupPr>
                          <m:e>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smtClean="0">
                                <a:solidFill>
                                  <a:schemeClr val="tx1"/>
                                </a:solidFill>
                                <a:latin typeface="Cambria Math" panose="02040503050406030204" pitchFamily="18" charset="0"/>
                                <a:ea typeface="楷体" panose="02010609060101010101" pitchFamily="49" charset="-122"/>
                              </a:rPr>
                              <m:t>𝑧</m:t>
                            </m:r>
                            <m:r>
                              <a:rPr lang="en-US" altLang="zh-CN" sz="3000" b="0" i="1" smtClean="0">
                                <a:solidFill>
                                  <a:schemeClr val="tx1"/>
                                </a:solidFill>
                                <a:latin typeface="Cambria Math" panose="02040503050406030204" pitchFamily="18" charset="0"/>
                                <a:ea typeface="楷体" panose="02010609060101010101" pitchFamily="49" charset="-122"/>
                              </a:rPr>
                              <m:t>−</m:t>
                            </m:r>
                            <m:sSub>
                              <m:sSubPr>
                                <m:ctrlPr>
                                  <a:rPr lang="en-US" altLang="zh-CN" sz="3000" i="1" dirty="0">
                                    <a:latin typeface="Cambria Math" panose="02040503050406030204" pitchFamily="18" charset="0"/>
                                    <a:ea typeface="楷体" panose="02010609060101010101" pitchFamily="49" charset="-122"/>
                                  </a:rPr>
                                </m:ctrlPr>
                              </m:sSubPr>
                              <m:e>
                                <m:r>
                                  <a:rPr lang="en-US" altLang="zh-CN" sz="3000" i="1" dirty="0">
                                    <a:latin typeface="Cambria Math" panose="02040503050406030204" pitchFamily="18" charset="0"/>
                                    <a:ea typeface="楷体" panose="02010609060101010101" pitchFamily="49" charset="-122"/>
                                  </a:rPr>
                                  <m:t>𝑧</m:t>
                                </m:r>
                              </m:e>
                              <m:sub>
                                <m:r>
                                  <a:rPr lang="en-US" altLang="zh-CN" sz="3000" i="1" dirty="0">
                                    <a:latin typeface="Cambria Math" panose="02040503050406030204" pitchFamily="18" charset="0"/>
                                    <a:ea typeface="楷体" panose="02010609060101010101" pitchFamily="49" charset="-122"/>
                                  </a:rPr>
                                  <m:t>1</m:t>
                                </m:r>
                              </m:sub>
                            </m:sSub>
                            <m:r>
                              <a:rPr lang="en-US" altLang="zh-CN" sz="3000" b="0" i="1" smtClean="0">
                                <a:solidFill>
                                  <a:schemeClr val="tx1"/>
                                </a:solidFill>
                                <a:latin typeface="Cambria Math" panose="02040503050406030204" pitchFamily="18" charset="0"/>
                                <a:ea typeface="楷体" panose="02010609060101010101" pitchFamily="49" charset="-122"/>
                              </a:rPr>
                              <m:t>)</m:t>
                            </m:r>
                          </m:e>
                          <m:sup>
                            <m:r>
                              <a:rPr lang="en-US" altLang="zh-CN" sz="3000" b="0" i="1" smtClean="0">
                                <a:solidFill>
                                  <a:schemeClr val="tx1"/>
                                </a:solidFill>
                                <a:latin typeface="Cambria Math" panose="02040503050406030204" pitchFamily="18" charset="0"/>
                                <a:ea typeface="楷体" panose="02010609060101010101" pitchFamily="49" charset="-122"/>
                              </a:rPr>
                              <m:t>𝑛</m:t>
                            </m:r>
                          </m:sup>
                        </m:sSup>
                      </m:e>
                    </m:nary>
                    <m:r>
                      <a:rPr lang="en-US" altLang="zh-CN" sz="3000" b="0" i="1" smtClean="0">
                        <a:solidFill>
                          <a:schemeClr val="tx1"/>
                        </a:solidFill>
                        <a:latin typeface="Cambria Math" panose="02040503050406030204" pitchFamily="18" charset="0"/>
                        <a:ea typeface="楷体" panose="02010609060101010101" pitchFamily="49" charset="-122"/>
                      </a:rPr>
                      <m:t>,</m:t>
                    </m:r>
                  </m:oMath>
                </a14:m>
                <a:r>
                  <a:rPr lang="zh-CN" altLang="en-US" sz="3000" dirty="0">
                    <a:solidFill>
                      <a:srgbClr val="FF0000"/>
                    </a:solidFill>
                    <a:latin typeface="楷体" panose="02010609060101010101" pitchFamily="49" charset="-122"/>
                    <a:ea typeface="楷体" panose="02010609060101010101" pitchFamily="49" charset="-122"/>
                  </a:rPr>
                  <a:t> </a:t>
                </a:r>
                <a:endParaRPr lang="zh-CN" altLang="en-US" sz="3000" dirty="0">
                  <a:solidFill>
                    <a:srgbClr val="FF0000"/>
                  </a:solidFill>
                  <a:latin typeface="楷体" panose="02010609060101010101" pitchFamily="49" charset="-122"/>
                  <a:ea typeface="楷体" panose="02010609060101010101" pitchFamily="49" charset="-122"/>
                </a:endParaRPr>
              </a:p>
            </p:txBody>
          </p:sp>
        </mc:Choice>
        <mc:Fallback>
          <p:sp>
            <p:nvSpPr>
              <p:cNvPr id="21" name="标题 1"/>
              <p:cNvSpPr txBox="1">
                <a:spLocks noRot="1" noChangeAspect="1" noMove="1" noResize="1" noEditPoints="1" noAdjustHandles="1" noChangeArrowheads="1" noChangeShapeType="1" noTextEdit="1"/>
              </p:cNvSpPr>
              <p:nvPr/>
            </p:nvSpPr>
            <p:spPr>
              <a:xfrm>
                <a:off x="1508961" y="4887667"/>
                <a:ext cx="6811925" cy="965501"/>
              </a:xfrm>
              <a:prstGeom prst="rect">
                <a:avLst/>
              </a:prstGeom>
              <a:blipFill rotWithShape="1">
                <a:blip r:embed="rId6"/>
                <a:stretch>
                  <a:fillRect l="-3" t="-7" r="7" b="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标题 1"/>
              <p:cNvSpPr txBox="1"/>
              <p:nvPr/>
            </p:nvSpPr>
            <p:spPr>
              <a:xfrm>
                <a:off x="1508961" y="5648737"/>
                <a:ext cx="6811925" cy="96550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sSub>
                      <m:sSubPr>
                        <m:ctrlPr>
                          <a:rPr lang="en-US" altLang="zh-CN" sz="3000" i="1" dirty="0" smtClean="0">
                            <a:latin typeface="Cambria Math" panose="02040503050406030204" pitchFamily="18" charset="0"/>
                            <a:ea typeface="楷体" panose="02010609060101010101" pitchFamily="49" charset="-122"/>
                          </a:rPr>
                        </m:ctrlPr>
                      </m:sSubPr>
                      <m:e>
                        <m:r>
                          <a:rPr lang="en-US" altLang="zh-CN" sz="3000" i="1" dirty="0">
                            <a:latin typeface="Cambria Math" panose="02040503050406030204" pitchFamily="18" charset="0"/>
                            <a:ea typeface="楷体" panose="02010609060101010101" pitchFamily="49" charset="-122"/>
                          </a:rPr>
                          <m:t>𝑧</m:t>
                        </m:r>
                      </m:e>
                      <m:sub>
                        <m:r>
                          <a:rPr lang="en-US" altLang="zh-CN" sz="3000" i="1" dirty="0">
                            <a:latin typeface="Cambria Math" panose="02040503050406030204" pitchFamily="18" charset="0"/>
                            <a:ea typeface="楷体" panose="02010609060101010101" pitchFamily="49" charset="-122"/>
                          </a:rPr>
                          <m:t>2</m:t>
                        </m:r>
                      </m:sub>
                    </m:sSub>
                  </m:oMath>
                </a14:m>
                <a:r>
                  <a:rPr lang="zh-CN" altLang="en-US" sz="3000" dirty="0">
                    <a:solidFill>
                      <a:schemeClr val="tx1"/>
                    </a:solidFill>
                    <a:ea typeface="楷体" panose="02010609060101010101" pitchFamily="49" charset="-122"/>
                  </a:rPr>
                  <a:t>点展开式</a:t>
                </a:r>
                <a14:m>
                  <m:oMath xmlns:m="http://schemas.openxmlformats.org/officeDocument/2006/math">
                    <m:r>
                      <a:rPr lang="en-US" altLang="zh-CN" sz="3000" i="1">
                        <a:solidFill>
                          <a:schemeClr val="tx1"/>
                        </a:solidFill>
                        <a:latin typeface="Cambria Math" panose="02040503050406030204" pitchFamily="18" charset="0"/>
                        <a:ea typeface="楷体" panose="02010609060101010101" pitchFamily="49" charset="-122"/>
                      </a:rPr>
                      <m:t>𝑓</m:t>
                    </m:r>
                    <m:d>
                      <m:dPr>
                        <m:ctrlPr>
                          <a:rPr lang="en-US" altLang="zh-CN" sz="3000" i="1">
                            <a:solidFill>
                              <a:schemeClr val="tx1"/>
                            </a:solidFill>
                            <a:latin typeface="Cambria Math" panose="02040503050406030204" pitchFamily="18" charset="0"/>
                            <a:ea typeface="楷体" panose="02010609060101010101" pitchFamily="49" charset="-122"/>
                          </a:rPr>
                        </m:ctrlPr>
                      </m:dPr>
                      <m:e>
                        <m:r>
                          <a:rPr lang="en-US" altLang="zh-CN" sz="3000" i="1">
                            <a:solidFill>
                              <a:schemeClr val="tx1"/>
                            </a:solidFill>
                            <a:latin typeface="Cambria Math" panose="02040503050406030204" pitchFamily="18" charset="0"/>
                            <a:ea typeface="楷体" panose="02010609060101010101" pitchFamily="49" charset="-122"/>
                          </a:rPr>
                          <m:t>𝑧</m:t>
                        </m:r>
                      </m:e>
                    </m:d>
                    <m:r>
                      <a:rPr lang="en-US" altLang="zh-CN" sz="3000" b="0" i="1" smtClean="0">
                        <a:solidFill>
                          <a:schemeClr val="tx1"/>
                        </a:solidFill>
                        <a:latin typeface="Cambria Math" panose="02040503050406030204" pitchFamily="18" charset="0"/>
                        <a:ea typeface="楷体" panose="02010609060101010101" pitchFamily="49" charset="-122"/>
                      </a:rPr>
                      <m:t>=</m:t>
                    </m:r>
                    <m:nary>
                      <m:naryPr>
                        <m:chr m:val="∑"/>
                        <m:ctrlPr>
                          <a:rPr lang="en-US" altLang="zh-CN" sz="3000" b="0" i="1" smtClean="0">
                            <a:solidFill>
                              <a:schemeClr val="tx1"/>
                            </a:solidFill>
                            <a:latin typeface="Cambria Math" panose="02040503050406030204" pitchFamily="18" charset="0"/>
                            <a:ea typeface="楷体" panose="02010609060101010101" pitchFamily="49" charset="-122"/>
                          </a:rPr>
                        </m:ctrlPr>
                      </m:naryPr>
                      <m:sub>
                        <m:r>
                          <m:rPr>
                            <m:brk m:alnAt="23"/>
                          </m:rPr>
                          <a:rPr lang="en-US" altLang="zh-CN" sz="3000" b="0" i="1" smtClean="0">
                            <a:solidFill>
                              <a:schemeClr val="tx1"/>
                            </a:solidFill>
                            <a:latin typeface="Cambria Math" panose="02040503050406030204" pitchFamily="18" charset="0"/>
                            <a:ea typeface="楷体" panose="02010609060101010101" pitchFamily="49" charset="-122"/>
                          </a:rPr>
                          <m:t>𝑛</m:t>
                        </m:r>
                        <m:r>
                          <a:rPr lang="en-US" altLang="zh-CN" sz="3000" b="0" i="1" smtClean="0">
                            <a:solidFill>
                              <a:schemeClr val="tx1"/>
                            </a:solidFill>
                            <a:latin typeface="Cambria Math" panose="02040503050406030204" pitchFamily="18" charset="0"/>
                            <a:ea typeface="楷体" panose="02010609060101010101" pitchFamily="49" charset="-122"/>
                          </a:rPr>
                          <m:t>=−∞</m:t>
                        </m:r>
                      </m:sub>
                      <m:sup>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smtClean="0">
                            <a:solidFill>
                              <a:schemeClr val="tx1"/>
                            </a:solidFill>
                            <a:latin typeface="Cambria Math" panose="02040503050406030204" pitchFamily="18" charset="0"/>
                            <a:ea typeface="Cambria Math" panose="02040503050406030204" pitchFamily="18" charset="0"/>
                          </a:rPr>
                          <m:t>∞</m:t>
                        </m:r>
                      </m:sup>
                      <m:e>
                        <m:sSub>
                          <m:sSubPr>
                            <m:ctrlPr>
                              <a:rPr lang="en-US" altLang="zh-CN" sz="3000" b="0" i="1" smtClean="0">
                                <a:solidFill>
                                  <a:schemeClr val="tx1"/>
                                </a:solidFill>
                                <a:latin typeface="Cambria Math" panose="02040503050406030204" pitchFamily="18" charset="0"/>
                                <a:ea typeface="楷体" panose="02010609060101010101" pitchFamily="49" charset="-122"/>
                              </a:rPr>
                            </m:ctrlPr>
                          </m:sSubPr>
                          <m:e>
                            <m:r>
                              <a:rPr lang="en-US" altLang="zh-CN" sz="3000" b="0" i="1" smtClean="0">
                                <a:solidFill>
                                  <a:schemeClr val="tx1"/>
                                </a:solidFill>
                                <a:latin typeface="Cambria Math" panose="02040503050406030204" pitchFamily="18" charset="0"/>
                                <a:ea typeface="楷体" panose="02010609060101010101" pitchFamily="49" charset="-122"/>
                              </a:rPr>
                              <m:t>𝑎</m:t>
                            </m:r>
                          </m:e>
                          <m:sub>
                            <m:r>
                              <a:rPr lang="en-US" altLang="zh-CN" sz="3000" b="0" i="1" smtClean="0">
                                <a:solidFill>
                                  <a:schemeClr val="tx1"/>
                                </a:solidFill>
                                <a:latin typeface="Cambria Math" panose="02040503050406030204" pitchFamily="18" charset="0"/>
                                <a:ea typeface="楷体" panose="02010609060101010101" pitchFamily="49" charset="-122"/>
                              </a:rPr>
                              <m:t>𝑛</m:t>
                            </m:r>
                          </m:sub>
                        </m:sSub>
                        <m:sSup>
                          <m:sSupPr>
                            <m:ctrlPr>
                              <a:rPr lang="en-US" altLang="zh-CN" sz="3000" b="0" i="1" smtClean="0">
                                <a:solidFill>
                                  <a:schemeClr val="tx1"/>
                                </a:solidFill>
                                <a:latin typeface="Cambria Math" panose="02040503050406030204" pitchFamily="18" charset="0"/>
                                <a:ea typeface="楷体" panose="02010609060101010101" pitchFamily="49" charset="-122"/>
                              </a:rPr>
                            </m:ctrlPr>
                          </m:sSupPr>
                          <m:e>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smtClean="0">
                                <a:solidFill>
                                  <a:schemeClr val="tx1"/>
                                </a:solidFill>
                                <a:latin typeface="Cambria Math" panose="02040503050406030204" pitchFamily="18" charset="0"/>
                                <a:ea typeface="楷体" panose="02010609060101010101" pitchFamily="49" charset="-122"/>
                              </a:rPr>
                              <m:t>𝑧</m:t>
                            </m:r>
                            <m:r>
                              <a:rPr lang="en-US" altLang="zh-CN" sz="3000" b="0" i="1" smtClean="0">
                                <a:solidFill>
                                  <a:schemeClr val="tx1"/>
                                </a:solidFill>
                                <a:latin typeface="Cambria Math" panose="02040503050406030204" pitchFamily="18" charset="0"/>
                                <a:ea typeface="楷体" panose="02010609060101010101" pitchFamily="49" charset="-122"/>
                              </a:rPr>
                              <m:t>−</m:t>
                            </m:r>
                            <m:sSub>
                              <m:sSubPr>
                                <m:ctrlPr>
                                  <a:rPr lang="en-US" altLang="zh-CN" sz="3000" i="1" dirty="0">
                                    <a:latin typeface="Cambria Math" panose="02040503050406030204" pitchFamily="18" charset="0"/>
                                    <a:ea typeface="楷体" panose="02010609060101010101" pitchFamily="49" charset="-122"/>
                                  </a:rPr>
                                </m:ctrlPr>
                              </m:sSubPr>
                              <m:e>
                                <m:r>
                                  <a:rPr lang="en-US" altLang="zh-CN" sz="3000" i="1" dirty="0">
                                    <a:latin typeface="Cambria Math" panose="02040503050406030204" pitchFamily="18" charset="0"/>
                                    <a:ea typeface="楷体" panose="02010609060101010101" pitchFamily="49" charset="-122"/>
                                  </a:rPr>
                                  <m:t>𝑧</m:t>
                                </m:r>
                              </m:e>
                              <m:sub>
                                <m:r>
                                  <a:rPr lang="en-US" altLang="zh-CN" sz="3000" i="1" dirty="0">
                                    <a:latin typeface="Cambria Math" panose="02040503050406030204" pitchFamily="18" charset="0"/>
                                    <a:ea typeface="楷体" panose="02010609060101010101" pitchFamily="49" charset="-122"/>
                                  </a:rPr>
                                  <m:t>2</m:t>
                                </m:r>
                              </m:sub>
                            </m:sSub>
                            <m:r>
                              <a:rPr lang="en-US" altLang="zh-CN" sz="3000" b="0" i="1" smtClean="0">
                                <a:solidFill>
                                  <a:schemeClr val="tx1"/>
                                </a:solidFill>
                                <a:latin typeface="Cambria Math" panose="02040503050406030204" pitchFamily="18" charset="0"/>
                                <a:ea typeface="楷体" panose="02010609060101010101" pitchFamily="49" charset="-122"/>
                              </a:rPr>
                              <m:t>)</m:t>
                            </m:r>
                          </m:e>
                          <m:sup>
                            <m:r>
                              <a:rPr lang="en-US" altLang="zh-CN" sz="3000" b="0" i="1" smtClean="0">
                                <a:solidFill>
                                  <a:schemeClr val="tx1"/>
                                </a:solidFill>
                                <a:latin typeface="Cambria Math" panose="02040503050406030204" pitchFamily="18" charset="0"/>
                                <a:ea typeface="楷体" panose="02010609060101010101" pitchFamily="49" charset="-122"/>
                              </a:rPr>
                              <m:t>𝑛</m:t>
                            </m:r>
                          </m:sup>
                        </m:sSup>
                      </m:e>
                    </m:nary>
                    <m:r>
                      <a:rPr lang="en-US" altLang="zh-CN" sz="3000" b="0" i="1" smtClean="0">
                        <a:solidFill>
                          <a:schemeClr val="tx1"/>
                        </a:solidFill>
                        <a:latin typeface="Cambria Math" panose="02040503050406030204" pitchFamily="18" charset="0"/>
                        <a:ea typeface="楷体" panose="02010609060101010101" pitchFamily="49" charset="-122"/>
                      </a:rPr>
                      <m:t>,</m:t>
                    </m:r>
                  </m:oMath>
                </a14:m>
                <a:r>
                  <a:rPr lang="zh-CN" altLang="en-US" sz="3000" dirty="0">
                    <a:solidFill>
                      <a:srgbClr val="FF0000"/>
                    </a:solidFill>
                    <a:latin typeface="楷体" panose="02010609060101010101" pitchFamily="49" charset="-122"/>
                    <a:ea typeface="楷体" panose="02010609060101010101" pitchFamily="49" charset="-122"/>
                  </a:rPr>
                  <a:t> </a:t>
                </a:r>
                <a:endParaRPr lang="zh-CN" altLang="en-US" sz="3000" dirty="0">
                  <a:solidFill>
                    <a:srgbClr val="FF0000"/>
                  </a:solidFill>
                  <a:latin typeface="楷体" panose="02010609060101010101" pitchFamily="49" charset="-122"/>
                  <a:ea typeface="楷体" panose="02010609060101010101" pitchFamily="49" charset="-122"/>
                </a:endParaRPr>
              </a:p>
            </p:txBody>
          </p:sp>
        </mc:Choice>
        <mc:Fallback>
          <p:sp>
            <p:nvSpPr>
              <p:cNvPr id="22" name="标题 1"/>
              <p:cNvSpPr txBox="1">
                <a:spLocks noRot="1" noChangeAspect="1" noMove="1" noResize="1" noEditPoints="1" noAdjustHandles="1" noChangeArrowheads="1" noChangeShapeType="1" noTextEdit="1"/>
              </p:cNvSpPr>
              <p:nvPr/>
            </p:nvSpPr>
            <p:spPr>
              <a:xfrm>
                <a:off x="1508961" y="5648737"/>
                <a:ext cx="6811925" cy="965501"/>
              </a:xfrm>
              <a:prstGeom prst="rect">
                <a:avLst/>
              </a:prstGeom>
              <a:blipFill rotWithShape="1">
                <a:blip r:embed="rId7"/>
                <a:stretch>
                  <a:fillRect l="-3" t="-43" r="7" b="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p:bldP spid="8" grpId="0"/>
      <p:bldP spid="16" grpId="0"/>
      <p:bldP spid="16" grpId="1"/>
      <p:bldP spid="21" grpId="0"/>
      <p:bldP spid="21" grpId="1"/>
      <p:bldP spid="22" grpId="0"/>
      <p:bldP spid="22"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txBox="1"/>
              <p:nvPr/>
            </p:nvSpPr>
            <p:spPr>
              <a:xfrm>
                <a:off x="231307" y="697393"/>
                <a:ext cx="8251825" cy="7327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楷体" panose="02010609060101010101" pitchFamily="49" charset="-122"/>
                    <a:ea typeface="楷体" panose="02010609060101010101" pitchFamily="49" charset="-122"/>
                  </a:rPr>
                  <a:t>3</a:t>
                </a:r>
                <a:r>
                  <a:rPr lang="zh-CN" altLang="en-US" sz="3000" dirty="0">
                    <a:latin typeface="楷体" panose="02010609060101010101" pitchFamily="49" charset="-122"/>
                    <a:ea typeface="楷体" panose="02010609060101010101" pitchFamily="49" charset="-122"/>
                  </a:rPr>
                  <a:t>、在同一个环域内，</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的</a:t>
                </a:r>
                <a:r>
                  <a:rPr lang="en-US" altLang="zh-CN" sz="3000" dirty="0">
                    <a:latin typeface="楷体" panose="02010609060101010101" pitchFamily="49" charset="-122"/>
                    <a:ea typeface="楷体" panose="02010609060101010101" pitchFamily="49" charset="-122"/>
                  </a:rPr>
                  <a:t>Laurent</a:t>
                </a:r>
                <a:r>
                  <a:rPr lang="zh-CN" altLang="en-US" sz="3000" dirty="0">
                    <a:latin typeface="楷体" panose="02010609060101010101" pitchFamily="49" charset="-122"/>
                    <a:ea typeface="楷体" panose="02010609060101010101" pitchFamily="49" charset="-122"/>
                  </a:rPr>
                  <a:t>展开式唯一</a:t>
                </a:r>
                <a:endParaRPr lang="zh-CN" altLang="en-US" sz="30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231307" y="697393"/>
                <a:ext cx="8251825" cy="732790"/>
              </a:xfrm>
              <a:prstGeom prst="rect">
                <a:avLst/>
              </a:prstGeom>
              <a:blipFill rotWithShape="1">
                <a:blip r:embed="rId1"/>
                <a:stretch>
                  <a:fillRect l="-2" t="-22" r="2" b="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171715" y="2892860"/>
                <a:ext cx="8251825" cy="119189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楷体" panose="02010609060101010101" pitchFamily="49" charset="-122"/>
                    <a:ea typeface="楷体" panose="02010609060101010101" pitchFamily="49" charset="-122"/>
                  </a:rPr>
                  <a:t>5</a:t>
                </a:r>
                <a:r>
                  <a:rPr lang="zh-CN" altLang="en-US" sz="3000" dirty="0">
                    <a:latin typeface="楷体" panose="02010609060101010101" pitchFamily="49" charset="-122"/>
                    <a:ea typeface="楷体" panose="02010609060101010101" pitchFamily="49" charset="-122"/>
                  </a:rPr>
                  <a:t>、</a:t>
                </a:r>
                <a14:m>
                  <m:oMath xmlns:m="http://schemas.openxmlformats.org/officeDocument/2006/math">
                    <m:sSub>
                      <m:sSubPr>
                        <m:ctrlPr>
                          <a:rPr lang="en-US" altLang="zh-CN" sz="3000" i="1" dirty="0">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𝐶</m:t>
                        </m:r>
                      </m:e>
                      <m:sub>
                        <m:r>
                          <a:rPr lang="en-US" altLang="zh-CN" sz="3000" i="1" dirty="0">
                            <a:latin typeface="Cambria Math" panose="02040503050406030204" pitchFamily="18" charset="0"/>
                            <a:ea typeface="楷体" panose="02010609060101010101" pitchFamily="49" charset="-122"/>
                            <a:cs typeface="Cambria Math" panose="02040503050406030204" pitchFamily="18" charset="0"/>
                          </a:rPr>
                          <m:t>−</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1</m:t>
                        </m:r>
                      </m:sub>
                    </m:sSub>
                    <m:r>
                      <a:rPr lang="en-US" altLang="zh-CN" sz="3000" i="1" dirty="0">
                        <a:latin typeface="Cambria Math" panose="02040503050406030204" pitchFamily="18" charset="0"/>
                        <a:ea typeface="楷体" panose="02010609060101010101" pitchFamily="49" charset="-122"/>
                        <a:cs typeface="Cambria Math" panose="02040503050406030204" pitchFamily="18" charset="0"/>
                      </a:rPr>
                      <m:t>=</m:t>
                    </m:r>
                    <m:f>
                      <m:fPr>
                        <m:ctrlPr>
                          <a:rPr lang="en-US" altLang="zh-CN" sz="3000" i="1" dirty="0">
                            <a:latin typeface="Cambria Math" panose="02040503050406030204" pitchFamily="18" charset="0"/>
                            <a:ea typeface="楷体" panose="02010609060101010101" pitchFamily="49" charset="-122"/>
                            <a:cs typeface="Cambria Math" panose="02040503050406030204" pitchFamily="18" charset="0"/>
                          </a:rPr>
                        </m:ctrlPr>
                      </m:fPr>
                      <m:num>
                        <m:r>
                          <a:rPr lang="en-US" altLang="zh-CN" sz="3000" i="1" dirty="0">
                            <a:latin typeface="Cambria Math" panose="02040503050406030204" pitchFamily="18" charset="0"/>
                            <a:ea typeface="楷体" panose="02010609060101010101" pitchFamily="49" charset="-122"/>
                            <a:cs typeface="Cambria Math" panose="02040503050406030204" pitchFamily="18" charset="0"/>
                          </a:rPr>
                          <m:t>1</m:t>
                        </m:r>
                      </m:num>
                      <m:den>
                        <m:r>
                          <a:rPr lang="en-US" altLang="zh-CN" sz="3000" i="1" dirty="0">
                            <a:latin typeface="Cambria Math" panose="02040503050406030204" pitchFamily="18" charset="0"/>
                            <a:ea typeface="楷体" panose="02010609060101010101" pitchFamily="49" charset="-122"/>
                            <a:cs typeface="Cambria Math" panose="02040503050406030204" pitchFamily="18" charset="0"/>
                          </a:rPr>
                          <m:t>2</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𝜋</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𝑖</m:t>
                        </m:r>
                      </m:den>
                    </m:f>
                    <m:nary>
                      <m:naryPr>
                        <m:chr m:val="∮"/>
                        <m:limLoc m:val="subSup"/>
                        <m:ctrlPr>
                          <a:rPr lang="en-US" altLang="zh-CN" sz="3000" i="1" dirty="0">
                            <a:latin typeface="Cambria Math" panose="02040503050406030204" pitchFamily="18" charset="0"/>
                            <a:ea typeface="楷体" panose="02010609060101010101" pitchFamily="49" charset="-122"/>
                            <a:cs typeface="Cambria Math" panose="02040503050406030204" pitchFamily="18" charset="0"/>
                          </a:rPr>
                        </m:ctrlPr>
                      </m:naryPr>
                      <m:sub>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𝐶</m:t>
                        </m:r>
                      </m:sub>
                      <m:sup/>
                      <m:e>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𝑓</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m:t>
                        </m:r>
                      </m:e>
                    </m:nary>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𝑑𝑧</m:t>
                    </m:r>
                    <m:box>
                      <m:boxPr>
                        <m:noBreak m:val="on"/>
                        <m:ctrlPr>
                          <a:rPr lang="en-US" altLang="zh-CN" sz="3000" i="1" dirty="0">
                            <a:latin typeface="Cambria Math" panose="02040503050406030204" pitchFamily="18" charset="0"/>
                            <a:ea typeface="楷体" panose="02010609060101010101" pitchFamily="49" charset="-122"/>
                            <a:cs typeface="Cambria Math" panose="02040503050406030204" pitchFamily="18" charset="0"/>
                          </a:rPr>
                        </m:ctrlPr>
                      </m:boxPr>
                      <m:e>
                        <m:groupChr>
                          <m:groupChrPr>
                            <m:chr m:val="⇒"/>
                            <m:vertJc m:val="bot"/>
                            <m:ctrlPr>
                              <a:rPr lang="en-US" altLang="zh-CN" sz="3000" i="1" dirty="0">
                                <a:latin typeface="Cambria Math" panose="02040503050406030204" pitchFamily="18" charset="0"/>
                                <a:ea typeface="楷体" panose="02010609060101010101" pitchFamily="49" charset="-122"/>
                                <a:cs typeface="Cambria Math" panose="02040503050406030204" pitchFamily="18" charset="0"/>
                              </a:rPr>
                            </m:ctrlPr>
                          </m:groupChrPr>
                          <m:e/>
                        </m:groupChr>
                      </m:e>
                    </m:box>
                    <m:nary>
                      <m:naryPr>
                        <m:chr m:val="∮"/>
                        <m:limLoc m:val="subSup"/>
                        <m:ctrlPr>
                          <a:rPr lang="en-US" altLang="zh-CN" sz="3000" i="1" dirty="0">
                            <a:latin typeface="Cambria Math" panose="02040503050406030204" pitchFamily="18" charset="0"/>
                            <a:ea typeface="楷体" panose="02010609060101010101" pitchFamily="49" charset="-122"/>
                            <a:cs typeface="Cambria Math" panose="02040503050406030204" pitchFamily="18" charset="0"/>
                          </a:rPr>
                        </m:ctrlPr>
                      </m:naryPr>
                      <m:sub>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𝐶</m:t>
                        </m:r>
                      </m:sub>
                      <m:sup/>
                      <m:e>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𝑓</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m:t>
                        </m:r>
                      </m:e>
                    </m:nary>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𝑑𝑧</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2</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𝜋</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𝑖</m:t>
                    </m:r>
                    <m:sSub>
                      <m:sSubPr>
                        <m:ctrlPr>
                          <a:rPr lang="en-US" altLang="zh-CN" sz="3000" i="1" dirty="0">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𝐶</m:t>
                        </m:r>
                      </m:e>
                      <m:sub>
                        <m:r>
                          <a:rPr lang="en-US" altLang="zh-CN" sz="3000" i="1" dirty="0">
                            <a:latin typeface="Cambria Math" panose="02040503050406030204" pitchFamily="18" charset="0"/>
                            <a:ea typeface="楷体" panose="02010609060101010101" pitchFamily="49" charset="-122"/>
                            <a:cs typeface="Cambria Math" panose="02040503050406030204" pitchFamily="18" charset="0"/>
                          </a:rPr>
                          <m:t>−</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1</m:t>
                        </m:r>
                      </m:sub>
                    </m:sSub>
                  </m:oMath>
                </a14:m>
                <a:endParaRPr lang="zh-CN" altLang="en-US"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171715" y="2892860"/>
                <a:ext cx="8251825" cy="1191895"/>
              </a:xfrm>
              <a:prstGeom prst="rect">
                <a:avLst/>
              </a:prstGeom>
              <a:blipFill rotWithShape="1">
                <a:blip r:embed="rId2"/>
                <a:stretch>
                  <a:fillRect l="-3" t="-36" r="3" b="36"/>
                </a:stretch>
              </a:blipFill>
            </p:spPr>
            <p:txBody>
              <a:bodyPr/>
              <a:lstStyle/>
              <a:p>
                <a:r>
                  <a:rPr lang="zh-CN" altLang="en-US">
                    <a:noFill/>
                  </a:rPr>
                  <a:t> </a:t>
                </a:r>
              </a:p>
            </p:txBody>
          </p:sp>
        </mc:Fallback>
      </mc:AlternateContent>
      <p:sp>
        <p:nvSpPr>
          <p:cNvPr id="4" name="标题 1"/>
          <p:cNvSpPr txBox="1"/>
          <p:nvPr>
            <p:custDataLst>
              <p:tags r:id="rId3"/>
            </p:custDataLst>
          </p:nvPr>
        </p:nvSpPr>
        <p:spPr>
          <a:xfrm>
            <a:off x="171716" y="1737360"/>
            <a:ext cx="8251825" cy="130810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楷体" panose="02010609060101010101" pitchFamily="49" charset="-122"/>
                <a:ea typeface="楷体" panose="02010609060101010101" pitchFamily="49" charset="-122"/>
              </a:rPr>
              <a:t>4</a:t>
            </a:r>
            <a:r>
              <a:rPr lang="zh-CN" altLang="en-US" sz="3000" dirty="0">
                <a:latin typeface="楷体" panose="02010609060101010101" pitchFamily="49" charset="-122"/>
                <a:ea typeface="楷体" panose="02010609060101010101" pitchFamily="49" charset="-122"/>
              </a:rPr>
              <a:t>、泰勒级数刻画解析函数，洛朗级数刻画函数在奇点处的奇性。</a:t>
            </a:r>
            <a:endParaRPr lang="zh-CN" altLang="en-US" sz="3000" dirty="0">
              <a:latin typeface="楷体" panose="02010609060101010101" pitchFamily="49" charset="-122"/>
              <a:ea typeface="楷体" panose="02010609060101010101" pitchFamily="49" charset="-122"/>
            </a:endParaRPr>
          </a:p>
        </p:txBody>
      </p:sp>
      <p:grpSp>
        <p:nvGrpSpPr>
          <p:cNvPr id="11" name="组合 10"/>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12"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12"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4"/>
                </a:blipFill>
              </p:spPr>
              <p:txBody>
                <a:bodyPr/>
                <a:lstStyle/>
                <a:p>
                  <a:r>
                    <a:rPr lang="zh-CN" altLang="en-US">
                      <a:noFill/>
                    </a:rPr>
                    <a:t> </a:t>
                  </a:r>
                </a:p>
              </p:txBody>
            </p:sp>
          </mc:Fallback>
        </mc:AlternateContent>
        <p:cxnSp>
          <p:nvCxnSpPr>
            <p:cNvPr id="13" name="直接连接符 12"/>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标题 1"/>
              <p:cNvSpPr txBox="1"/>
              <p:nvPr/>
            </p:nvSpPr>
            <p:spPr>
              <a:xfrm>
                <a:off x="209603" y="1101956"/>
                <a:ext cx="8207126" cy="65037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与</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𝑇𝑎𝑦𝑙𝑜𝑟</m:t>
                    </m:r>
                  </m:oMath>
                </a14:m>
                <a:r>
                  <a:rPr lang="zh-CN" altLang="en-US" sz="3000" dirty="0">
                    <a:latin typeface="楷体" panose="02010609060101010101" pitchFamily="49" charset="-122"/>
                    <a:ea typeface="楷体" panose="02010609060101010101" pitchFamily="49" charset="-122"/>
                  </a:rPr>
                  <a:t>级数一样，分为</a:t>
                </a:r>
                <a:r>
                  <a:rPr lang="zh-CN" altLang="en-US" sz="3000" dirty="0">
                    <a:solidFill>
                      <a:srgbClr val="FF0000"/>
                    </a:solidFill>
                    <a:latin typeface="楷体" panose="02010609060101010101" pitchFamily="49" charset="-122"/>
                    <a:ea typeface="楷体" panose="02010609060101010101" pitchFamily="49" charset="-122"/>
                  </a:rPr>
                  <a:t>直接法、间接法</a:t>
                </a:r>
                <a:endParaRPr lang="zh-CN" altLang="en-US" sz="3000" dirty="0">
                  <a:solidFill>
                    <a:srgbClr val="FF0000"/>
                  </a:solidFill>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209603" y="1101956"/>
                <a:ext cx="8207126" cy="650376"/>
              </a:xfrm>
              <a:prstGeom prst="rect">
                <a:avLst/>
              </a:prstGeom>
              <a:blipFill rotWithShape="1">
                <a:blip r:embed="rId1"/>
                <a:stretch>
                  <a:fillRect l="-1" t="-2672" r="5" b="-277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标题 1"/>
              <p:cNvSpPr>
                <a:spLocks noGrp="1"/>
              </p:cNvSpPr>
              <p:nvPr>
                <p:ph type="title"/>
              </p:nvPr>
            </p:nvSpPr>
            <p:spPr>
              <a:xfrm>
                <a:off x="57382" y="687873"/>
                <a:ext cx="6103493" cy="504424"/>
              </a:xfrm>
            </p:spPr>
            <p:txBody>
              <a:bodyPr>
                <a:normAutofit fontScale="90000"/>
              </a:bodyPr>
              <a:lstStyle/>
              <a:p>
                <a:r>
                  <a:rPr lang="zh-CN" altLang="en-US" sz="2700" dirty="0">
                    <a:latin typeface="楷体" panose="02010609060101010101" pitchFamily="49" charset="-122"/>
                    <a:ea typeface="楷体" panose="02010609060101010101" pitchFamily="49" charset="-122"/>
                  </a:rPr>
                  <a:t>    </a:t>
                </a:r>
                <a:br>
                  <a:rPr lang="en-US" altLang="zh-CN" sz="2700" dirty="0">
                    <a:latin typeface="楷体" panose="02010609060101010101" pitchFamily="49" charset="-122"/>
                    <a:ea typeface="楷体" panose="02010609060101010101" pitchFamily="49" charset="-122"/>
                  </a:rPr>
                </a:br>
                <a:r>
                  <a:rPr lang="zh-CN" altLang="en-US" sz="3300" b="1" dirty="0">
                    <a:latin typeface="楷体" panose="02010609060101010101" pitchFamily="49" charset="-122"/>
                    <a:ea typeface="楷体" panose="02010609060101010101" pitchFamily="49" charset="-122"/>
                  </a:rPr>
                  <a:t>二、</a:t>
                </a:r>
                <a:r>
                  <a:rPr lang="en-US" altLang="zh-CN" sz="3300" dirty="0">
                    <a:solidFill>
                      <a:schemeClr val="tx1"/>
                    </a:solidFill>
                    <a:ea typeface="楷体" panose="02010609060101010101" pitchFamily="49" charset="-122"/>
                  </a:rPr>
                  <a:t> </a:t>
                </a:r>
                <a14:m>
                  <m:oMath xmlns:m="http://schemas.openxmlformats.org/officeDocument/2006/math">
                    <m:r>
                      <a:rPr lang="en-US" altLang="zh-CN" sz="3300" b="1" i="1">
                        <a:solidFill>
                          <a:schemeClr val="tx1"/>
                        </a:solidFill>
                        <a:latin typeface="Cambria Math" panose="02040503050406030204" pitchFamily="18" charset="0"/>
                        <a:ea typeface="楷体" panose="02010609060101010101" pitchFamily="49" charset="-122"/>
                      </a:rPr>
                      <m:t>𝑳𝒂𝒖𝒓𝒆𝒏𝒕</m:t>
                    </m:r>
                  </m:oMath>
                </a14:m>
                <a:r>
                  <a:rPr lang="zh-CN" altLang="en-US" sz="3300" b="1" dirty="0">
                    <a:solidFill>
                      <a:schemeClr val="tx1"/>
                    </a:solidFill>
                    <a:latin typeface="楷体" panose="02010609060101010101" pitchFamily="49" charset="-122"/>
                    <a:ea typeface="楷体" panose="02010609060101010101" pitchFamily="49" charset="-122"/>
                  </a:rPr>
                  <a:t>级数的计算</a:t>
                </a:r>
                <a:br>
                  <a:rPr lang="en-US" altLang="zh-CN" sz="2700" dirty="0">
                    <a:latin typeface="楷体" panose="02010609060101010101" pitchFamily="49" charset="-122"/>
                    <a:ea typeface="楷体" panose="02010609060101010101" pitchFamily="49" charset="-122"/>
                  </a:rPr>
                </a:br>
                <a:r>
                  <a:rPr lang="en-US" altLang="zh-CN" sz="2700" dirty="0">
                    <a:latin typeface="楷体" panose="02010609060101010101" pitchFamily="49" charset="-122"/>
                    <a:ea typeface="楷体" panose="02010609060101010101" pitchFamily="49" charset="-122"/>
                  </a:rPr>
                  <a:t>      </a:t>
                </a:r>
                <a:endParaRPr lang="zh-CN" altLang="en-US" sz="2700" dirty="0">
                  <a:latin typeface="楷体" panose="02010609060101010101" pitchFamily="49" charset="-122"/>
                  <a:ea typeface="楷体" panose="02010609060101010101" pitchFamily="49" charset="-122"/>
                </a:endParaRPr>
              </a:p>
            </p:txBody>
          </p:sp>
        </mc:Choice>
        <mc:Fallback>
          <p:sp>
            <p:nvSpPr>
              <p:cNvPr id="6" name="标题 1"/>
              <p:cNvSpPr>
                <a:spLocks noRot="1" noChangeAspect="1" noMove="1" noResize="1" noEditPoints="1" noAdjustHandles="1" noChangeArrowheads="1" noChangeShapeType="1" noTextEdit="1"/>
              </p:cNvSpPr>
              <p:nvPr>
                <p:ph type="title"/>
              </p:nvPr>
            </p:nvSpPr>
            <p:spPr>
              <a:xfrm>
                <a:off x="57382" y="687873"/>
                <a:ext cx="6103493" cy="504424"/>
              </a:xfrm>
              <a:blipFill rotWithShape="1">
                <a:blip r:embed="rId2"/>
                <a:stretch>
                  <a:fillRect l="-4" t="-57689" r="2" b="-554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a:off x="209603" y="1518219"/>
                <a:ext cx="8606988" cy="83248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𝐸𝑔</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𝑧</m:t>
                            </m:r>
                          </m:sup>
                        </m:sSup>
                      </m:num>
                      <m:den>
                        <m:sSup>
                          <m:sSupPr>
                            <m:ctrlP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2</m:t>
                            </m:r>
                          </m:sup>
                        </m:sSup>
                      </m:den>
                    </m:f>
                  </m:oMath>
                </a14:m>
                <a:r>
                  <a:rPr lang="zh-CN" altLang="en-US" sz="3000" dirty="0">
                    <a:latin typeface="楷体" panose="02010609060101010101" pitchFamily="49" charset="-122"/>
                    <a:ea typeface="楷体" panose="02010609060101010101" pitchFamily="49" charset="-122"/>
                  </a:rPr>
                  <a:t>在</a:t>
                </a:r>
                <a14:m>
                  <m:oMath xmlns:m="http://schemas.openxmlformats.org/officeDocument/2006/math">
                    <m:r>
                      <a:rPr lang="en-US" altLang="zh-CN" sz="3000" b="0" i="1" dirty="0" smtClean="0">
                        <a:latin typeface="Cambria Math" panose="02040503050406030204" pitchFamily="18" charset="0"/>
                        <a:ea typeface="楷体" panose="02010609060101010101" pitchFamily="49" charset="-122"/>
                      </a:rPr>
                      <m:t>0</m:t>
                    </m:r>
                    <m:r>
                      <a:rPr lang="en-US" altLang="zh-CN" sz="3000" b="0" i="1" dirty="0" smtClean="0">
                        <a:latin typeface="Cambria Math" panose="02040503050406030204" pitchFamily="18" charset="0"/>
                        <a:ea typeface="楷体" panose="02010609060101010101" pitchFamily="49" charset="-122"/>
                      </a:rPr>
                      <m:t>&lt;</m:t>
                    </m:r>
                    <m:d>
                      <m:dPr>
                        <m:begChr m:val="|"/>
                        <m:endChr m:val="|"/>
                        <m:ctrlPr>
                          <a:rPr lang="en-US" altLang="zh-CN" sz="3000" b="0" i="1" dirty="0" smtClean="0">
                            <a:latin typeface="Cambria Math" panose="02040503050406030204" pitchFamily="18" charset="0"/>
                            <a:ea typeface="楷体" panose="02010609060101010101" pitchFamily="49" charset="-122"/>
                          </a:rPr>
                        </m:ctrlPr>
                      </m:dPr>
                      <m:e>
                        <m:r>
                          <a:rPr lang="en-US" altLang="zh-CN" sz="3000" b="0" i="1" dirty="0" smtClean="0">
                            <a:latin typeface="Cambria Math" panose="02040503050406030204" pitchFamily="18" charset="0"/>
                            <a:ea typeface="楷体" panose="02010609060101010101" pitchFamily="49" charset="-122"/>
                          </a:rPr>
                          <m:t>𝑧</m:t>
                        </m:r>
                      </m:e>
                    </m:d>
                    <m:r>
                      <a:rPr lang="en-US" altLang="zh-CN" sz="3000" b="0" i="1" dirty="0" smtClean="0">
                        <a:latin typeface="Cambria Math" panose="02040503050406030204" pitchFamily="18" charset="0"/>
                        <a:ea typeface="楷体" panose="02010609060101010101" pitchFamily="49" charset="-122"/>
                      </a:rPr>
                      <m:t>&lt;+</m:t>
                    </m:r>
                    <m:r>
                      <a:rPr lang="en-US" altLang="zh-CN" sz="3000" b="0" i="1" dirty="0" smtClean="0">
                        <a:latin typeface="Cambria Math" panose="02040503050406030204" pitchFamily="18" charset="0"/>
                        <a:ea typeface="Cambria Math" panose="02040503050406030204" pitchFamily="18" charset="0"/>
                      </a:rPr>
                      <m:t>∞</m:t>
                    </m:r>
                  </m:oMath>
                </a14:m>
                <a:r>
                  <a:rPr lang="zh-CN" altLang="en-US" sz="3000" dirty="0">
                    <a:latin typeface="楷体" panose="02010609060101010101" pitchFamily="49" charset="-122"/>
                    <a:ea typeface="楷体" panose="02010609060101010101" pitchFamily="49" charset="-122"/>
                  </a:rPr>
                  <a:t>内展开成洛朗级数</a:t>
                </a:r>
                <a:endParaRPr lang="zh-CN" altLang="en-US" sz="3000" dirty="0">
                  <a:latin typeface="楷体" panose="02010609060101010101" pitchFamily="49" charset="-122"/>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209603" y="1518219"/>
                <a:ext cx="8606988" cy="832485"/>
              </a:xfrm>
              <a:prstGeom prst="rect">
                <a:avLst/>
              </a:prstGeom>
              <a:blipFill rotWithShape="1">
                <a:blip r:embed="rId3"/>
                <a:stretch>
                  <a:fillRect l="-1" t="-11129" r="3" b="-11144"/>
                </a:stretch>
              </a:blipFill>
            </p:spPr>
            <p:txBody>
              <a:bodyPr/>
              <a:lstStyle/>
              <a:p>
                <a:r>
                  <a:rPr lang="zh-CN" altLang="en-US">
                    <a:noFill/>
                  </a:rPr>
                  <a:t> </a:t>
                </a:r>
              </a:p>
            </p:txBody>
          </p:sp>
        </mc:Fallback>
      </mc:AlternateContent>
      <p:grpSp>
        <p:nvGrpSpPr>
          <p:cNvPr id="4" name="组合 3"/>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8"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8"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4"/>
                </a:blipFill>
              </p:spPr>
              <p:txBody>
                <a:bodyPr/>
                <a:lstStyle/>
                <a:p>
                  <a:r>
                    <a:rPr lang="zh-CN" altLang="en-US">
                      <a:noFill/>
                    </a:rPr>
                    <a:t> </a:t>
                  </a:r>
                </a:p>
              </p:txBody>
            </p:sp>
          </mc:Fallback>
        </mc:AlternateContent>
        <p:cxnSp>
          <p:nvCxnSpPr>
            <p:cNvPr id="9" name="直接连接符 8"/>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1" name="标题 1"/>
              <p:cNvSpPr txBox="1"/>
              <p:nvPr/>
            </p:nvSpPr>
            <p:spPr>
              <a:xfrm>
                <a:off x="194579" y="2290243"/>
                <a:ext cx="5829098" cy="83248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直接法</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取</a:t>
                </a:r>
                <a14:m>
                  <m:oMath xmlns:m="http://schemas.openxmlformats.org/officeDocument/2006/math">
                    <m:r>
                      <a:rPr lang="en-US" altLang="zh-CN" sz="3000" b="0" i="1" dirty="0" smtClean="0">
                        <a:latin typeface="Cambria Math" panose="02040503050406030204" pitchFamily="18" charset="0"/>
                        <a:ea typeface="楷体" panose="02010609060101010101" pitchFamily="49" charset="-122"/>
                      </a:rPr>
                      <m:t>𝐶</m:t>
                    </m:r>
                    <m:r>
                      <a:rPr lang="en-US" altLang="zh-CN" sz="3000" b="0" i="1" dirty="0" smtClean="0">
                        <a:latin typeface="Cambria Math" panose="02040503050406030204" pitchFamily="18" charset="0"/>
                        <a:ea typeface="楷体" panose="02010609060101010101" pitchFamily="49" charset="-122"/>
                      </a:rPr>
                      <m:t>:</m:t>
                    </m:r>
                    <m:d>
                      <m:dPr>
                        <m:begChr m:val="|"/>
                        <m:endChr m:val="|"/>
                        <m:ctrlPr>
                          <a:rPr lang="en-US" altLang="zh-CN" sz="3000" b="0" i="1" dirty="0" smtClean="0">
                            <a:latin typeface="Cambria Math" panose="02040503050406030204" pitchFamily="18" charset="0"/>
                            <a:ea typeface="楷体" panose="02010609060101010101" pitchFamily="49" charset="-122"/>
                          </a:rPr>
                        </m:ctrlPr>
                      </m:dPr>
                      <m:e>
                        <m:r>
                          <a:rPr lang="en-US" altLang="zh-CN" sz="3000" b="0" i="1" dirty="0" smtClean="0">
                            <a:latin typeface="Cambria Math" panose="02040503050406030204" pitchFamily="18" charset="0"/>
                            <a:ea typeface="楷体" panose="02010609060101010101" pitchFamily="49" charset="-122"/>
                          </a:rPr>
                          <m:t>𝑧</m:t>
                        </m:r>
                      </m:e>
                    </m:d>
                    <m:r>
                      <a:rPr lang="en-US" altLang="zh-CN" sz="3000" b="0" i="1" dirty="0" smtClean="0">
                        <a:latin typeface="Cambria Math" panose="02040503050406030204" pitchFamily="18" charset="0"/>
                        <a:ea typeface="楷体" panose="02010609060101010101" pitchFamily="49" charset="-122"/>
                      </a:rPr>
                      <m:t>=</m:t>
                    </m:r>
                    <m:r>
                      <a:rPr lang="en-US" altLang="zh-CN" sz="3000" b="0" i="1" dirty="0" smtClean="0">
                        <a:latin typeface="Cambria Math" panose="02040503050406030204" pitchFamily="18" charset="0"/>
                        <a:ea typeface="楷体" panose="02010609060101010101" pitchFamily="49" charset="-122"/>
                      </a:rPr>
                      <m:t>𝑟</m:t>
                    </m:r>
                    <m:r>
                      <a:rPr lang="en-US" altLang="zh-CN" sz="3000" b="0" i="1" dirty="0" smtClean="0">
                        <a:latin typeface="Cambria Math" panose="02040503050406030204" pitchFamily="18" charset="0"/>
                        <a:ea typeface="楷体" panose="02010609060101010101" pitchFamily="49" charset="-122"/>
                      </a:rPr>
                      <m:t>,</m:t>
                    </m:r>
                    <m:r>
                      <a:rPr lang="en-US" altLang="zh-CN" sz="3000" b="0" i="1" dirty="0" smtClean="0">
                        <a:latin typeface="Cambria Math" panose="02040503050406030204" pitchFamily="18" charset="0"/>
                        <a:ea typeface="楷体" panose="02010609060101010101" pitchFamily="49" charset="-122"/>
                      </a:rPr>
                      <m:t>0</m:t>
                    </m:r>
                    <m:r>
                      <a:rPr lang="en-US" altLang="zh-CN" sz="3000" b="0" i="1" dirty="0" smtClean="0">
                        <a:latin typeface="Cambria Math" panose="02040503050406030204" pitchFamily="18" charset="0"/>
                        <a:ea typeface="楷体" panose="02010609060101010101" pitchFamily="49" charset="-122"/>
                      </a:rPr>
                      <m:t>&lt;</m:t>
                    </m:r>
                    <m:r>
                      <a:rPr lang="en-US" altLang="zh-CN" sz="3000" b="0" i="1" dirty="0" smtClean="0">
                        <a:latin typeface="Cambria Math" panose="02040503050406030204" pitchFamily="18" charset="0"/>
                        <a:ea typeface="楷体" panose="02010609060101010101" pitchFamily="49" charset="-122"/>
                      </a:rPr>
                      <m:t>𝑟</m:t>
                    </m:r>
                    <m:r>
                      <a:rPr lang="en-US" altLang="zh-CN" sz="3000" i="1" dirty="0">
                        <a:latin typeface="Cambria Math" panose="02040503050406030204" pitchFamily="18" charset="0"/>
                        <a:ea typeface="楷体" panose="02010609060101010101" pitchFamily="49" charset="-122"/>
                      </a:rPr>
                      <m:t>&lt;+</m:t>
                    </m:r>
                    <m:r>
                      <a:rPr lang="en-US" altLang="zh-CN" sz="3000" i="1" dirty="0">
                        <a:latin typeface="Cambria Math" panose="02040503050406030204" pitchFamily="18" charset="0"/>
                        <a:ea typeface="Cambria Math" panose="02040503050406030204" pitchFamily="18" charset="0"/>
                      </a:rPr>
                      <m:t>∞</m:t>
                    </m:r>
                  </m:oMath>
                </a14:m>
                <a:endParaRPr lang="zh-CN" altLang="en-US" sz="3000" i="1" dirty="0">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194579" y="2290243"/>
                <a:ext cx="5829098" cy="832485"/>
              </a:xfrm>
              <a:prstGeom prst="rect">
                <a:avLst/>
              </a:prstGeom>
              <a:blipFill rotWithShape="1">
                <a:blip r:embed="rId5"/>
                <a:stretch>
                  <a:fillRect l="-5" t="-52" r="1" b="5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610335" y="3076868"/>
                <a:ext cx="4101232" cy="53298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solidFill>
                      <a:schemeClr val="tx1"/>
                    </a:solidFill>
                    <a:ea typeface="楷体" panose="02010609060101010101" pitchFamily="49" charset="-122"/>
                  </a:rPr>
                  <a:t> </a:t>
                </a:r>
                <a14:m>
                  <m:oMath xmlns:m="http://schemas.openxmlformats.org/officeDocument/2006/math">
                    <m:sSub>
                      <m:sSubPr>
                        <m:ctrlPr>
                          <a:rPr lang="en-US" altLang="zh-CN" sz="3000" i="1" smtClean="0">
                            <a:solidFill>
                              <a:schemeClr val="tx1"/>
                            </a:solidFill>
                            <a:latin typeface="Cambria Math" panose="02040503050406030204" pitchFamily="18" charset="0"/>
                            <a:ea typeface="楷体" panose="02010609060101010101" pitchFamily="49" charset="-122"/>
                          </a:rPr>
                        </m:ctrlPr>
                      </m:sSubPr>
                      <m:e>
                        <m:r>
                          <a:rPr lang="en-US" altLang="zh-CN" sz="3000" b="0" i="1" smtClean="0">
                            <a:solidFill>
                              <a:schemeClr val="tx1"/>
                            </a:solidFill>
                            <a:latin typeface="Cambria Math" panose="02040503050406030204" pitchFamily="18" charset="0"/>
                            <a:ea typeface="楷体" panose="02010609060101010101" pitchFamily="49" charset="-122"/>
                          </a:rPr>
                          <m:t>𝐶</m:t>
                        </m:r>
                      </m:e>
                      <m:sub>
                        <m:r>
                          <a:rPr lang="en-US" altLang="zh-CN" sz="3000" b="0" i="1" smtClean="0">
                            <a:solidFill>
                              <a:schemeClr val="tx1"/>
                            </a:solidFill>
                            <a:latin typeface="Cambria Math" panose="02040503050406030204" pitchFamily="18" charset="0"/>
                            <a:ea typeface="楷体" panose="02010609060101010101" pitchFamily="49" charset="-122"/>
                          </a:rPr>
                          <m:t>𝑛</m:t>
                        </m:r>
                      </m:sub>
                    </m:sSub>
                    <m:r>
                      <a:rPr lang="en-US" altLang="zh-CN" sz="3000" b="0" i="1" smtClean="0">
                        <a:solidFill>
                          <a:schemeClr val="tx1"/>
                        </a:solidFill>
                        <a:latin typeface="Cambria Math" panose="02040503050406030204" pitchFamily="18" charset="0"/>
                        <a:ea typeface="楷体" panose="02010609060101010101" pitchFamily="49" charset="-122"/>
                      </a:rPr>
                      <m:t>=</m:t>
                    </m:r>
                    <m:f>
                      <m:fPr>
                        <m:ctrlPr>
                          <a:rPr lang="en-US" altLang="zh-CN" sz="3000" b="0" i="1" smtClean="0">
                            <a:solidFill>
                              <a:schemeClr val="tx1"/>
                            </a:solidFill>
                            <a:latin typeface="Cambria Math" panose="02040503050406030204" pitchFamily="18" charset="0"/>
                            <a:ea typeface="楷体" panose="02010609060101010101" pitchFamily="49" charset="-122"/>
                          </a:rPr>
                        </m:ctrlPr>
                      </m:fPr>
                      <m:num>
                        <m:r>
                          <a:rPr lang="en-US" altLang="zh-CN" sz="3000" b="0" i="1" smtClean="0">
                            <a:solidFill>
                              <a:schemeClr val="tx1"/>
                            </a:solidFill>
                            <a:latin typeface="Cambria Math" panose="02040503050406030204" pitchFamily="18" charset="0"/>
                            <a:ea typeface="楷体" panose="02010609060101010101" pitchFamily="49" charset="-122"/>
                          </a:rPr>
                          <m:t>1</m:t>
                        </m:r>
                      </m:num>
                      <m:den>
                        <m:r>
                          <a:rPr lang="en-US" altLang="zh-CN" sz="3000" b="0" i="1" smtClean="0">
                            <a:solidFill>
                              <a:schemeClr val="tx1"/>
                            </a:solidFill>
                            <a:latin typeface="Cambria Math" panose="02040503050406030204" pitchFamily="18" charset="0"/>
                            <a:ea typeface="楷体" panose="02010609060101010101" pitchFamily="49" charset="-122"/>
                          </a:rPr>
                          <m:t>2</m:t>
                        </m:r>
                        <m:r>
                          <a:rPr lang="zh-CN" altLang="en-US" sz="3000" b="0" i="1" smtClean="0">
                            <a:solidFill>
                              <a:schemeClr val="tx1"/>
                            </a:solidFill>
                            <a:latin typeface="Cambria Math" panose="02040503050406030204" pitchFamily="18" charset="0"/>
                            <a:ea typeface="楷体" panose="02010609060101010101" pitchFamily="49" charset="-122"/>
                          </a:rPr>
                          <m:t>𝜋</m:t>
                        </m:r>
                        <m:r>
                          <a:rPr lang="en-US" altLang="zh-CN" sz="3000" b="0" i="1" smtClean="0">
                            <a:solidFill>
                              <a:schemeClr val="tx1"/>
                            </a:solidFill>
                            <a:latin typeface="Cambria Math" panose="02040503050406030204" pitchFamily="18" charset="0"/>
                            <a:ea typeface="楷体" panose="02010609060101010101" pitchFamily="49" charset="-122"/>
                          </a:rPr>
                          <m:t>𝑖</m:t>
                        </m:r>
                      </m:den>
                    </m:f>
                    <m:nary>
                      <m:naryPr>
                        <m:chr m:val="∮"/>
                        <m:ctrlPr>
                          <a:rPr lang="en-US" altLang="zh-CN" sz="3000" b="0" i="1" smtClean="0">
                            <a:solidFill>
                              <a:schemeClr val="tx1"/>
                            </a:solidFill>
                            <a:latin typeface="Cambria Math" panose="02040503050406030204" pitchFamily="18" charset="0"/>
                            <a:ea typeface="楷体" panose="02010609060101010101" pitchFamily="49" charset="-122"/>
                          </a:rPr>
                        </m:ctrlPr>
                      </m:naryPr>
                      <m:sub>
                        <m:r>
                          <m:rPr>
                            <m:brk m:alnAt="23"/>
                          </m:rPr>
                          <a:rPr lang="en-US" altLang="zh-CN" sz="3000" b="0" i="1" smtClean="0">
                            <a:solidFill>
                              <a:schemeClr val="tx1"/>
                            </a:solidFill>
                            <a:latin typeface="Cambria Math" panose="02040503050406030204" pitchFamily="18" charset="0"/>
                            <a:ea typeface="楷体" panose="02010609060101010101" pitchFamily="49" charset="-122"/>
                          </a:rPr>
                          <m:t>𝐶</m:t>
                        </m:r>
                      </m:sub>
                      <m:sup/>
                      <m:e>
                        <m:f>
                          <m:fPr>
                            <m:ctrlPr>
                              <a:rPr lang="en-US" altLang="zh-CN" sz="3000" b="0" i="1" smtClean="0">
                                <a:solidFill>
                                  <a:schemeClr val="tx1"/>
                                </a:solidFill>
                                <a:latin typeface="Cambria Math" panose="02040503050406030204" pitchFamily="18" charset="0"/>
                                <a:ea typeface="楷体" panose="02010609060101010101" pitchFamily="49" charset="-122"/>
                              </a:rPr>
                            </m:ctrlPr>
                          </m:fPr>
                          <m:num>
                            <m:sSup>
                              <m:sSupPr>
                                <m:ctrlPr>
                                  <a:rPr lang="en-US" altLang="zh-CN" sz="3000" b="0" i="1" smtClean="0">
                                    <a:solidFill>
                                      <a:schemeClr val="tx1"/>
                                    </a:solidFill>
                                    <a:latin typeface="Cambria Math" panose="02040503050406030204" pitchFamily="18" charset="0"/>
                                    <a:ea typeface="楷体" panose="02010609060101010101" pitchFamily="49" charset="-122"/>
                                  </a:rPr>
                                </m:ctrlPr>
                              </m:sSupPr>
                              <m:e>
                                <m:r>
                                  <a:rPr lang="en-US" altLang="zh-CN" sz="3000" b="0" i="1" smtClean="0">
                                    <a:solidFill>
                                      <a:schemeClr val="tx1"/>
                                    </a:solidFill>
                                    <a:latin typeface="Cambria Math" panose="02040503050406030204" pitchFamily="18" charset="0"/>
                                    <a:ea typeface="楷体" panose="02010609060101010101" pitchFamily="49" charset="-122"/>
                                  </a:rPr>
                                  <m:t>𝑒</m:t>
                                </m:r>
                              </m:e>
                              <m:sup>
                                <m:r>
                                  <a:rPr lang="zh-CN" altLang="en-US" sz="3000" b="0" i="1" smtClean="0">
                                    <a:solidFill>
                                      <a:schemeClr val="tx1"/>
                                    </a:solidFill>
                                    <a:latin typeface="Cambria Math" panose="02040503050406030204" pitchFamily="18" charset="0"/>
                                    <a:ea typeface="楷体" panose="02010609060101010101" pitchFamily="49" charset="-122"/>
                                  </a:rPr>
                                  <m:t>𝜉</m:t>
                                </m:r>
                              </m:sup>
                            </m:sSup>
                            <m:r>
                              <a:rPr lang="en-US" altLang="zh-CN" sz="3000" b="0" i="1" smtClean="0">
                                <a:solidFill>
                                  <a:schemeClr val="tx1"/>
                                </a:solidFill>
                                <a:latin typeface="Cambria Math" panose="02040503050406030204" pitchFamily="18" charset="0"/>
                                <a:ea typeface="楷体" panose="02010609060101010101" pitchFamily="49" charset="-122"/>
                              </a:rPr>
                              <m:t>/</m:t>
                            </m:r>
                            <m:sSup>
                              <m:sSupPr>
                                <m:ctrlPr>
                                  <a:rPr lang="en-US" altLang="zh-CN" sz="3000" b="0" i="1" smtClean="0">
                                    <a:solidFill>
                                      <a:schemeClr val="tx1"/>
                                    </a:solidFill>
                                    <a:latin typeface="Cambria Math" panose="02040503050406030204" pitchFamily="18" charset="0"/>
                                    <a:ea typeface="楷体" panose="02010609060101010101" pitchFamily="49" charset="-122"/>
                                  </a:rPr>
                                </m:ctrlPr>
                              </m:sSupPr>
                              <m:e>
                                <m:r>
                                  <a:rPr lang="zh-CN" altLang="en-US" sz="3000" b="0" i="1" smtClean="0">
                                    <a:solidFill>
                                      <a:schemeClr val="tx1"/>
                                    </a:solidFill>
                                    <a:latin typeface="Cambria Math" panose="02040503050406030204" pitchFamily="18" charset="0"/>
                                    <a:ea typeface="楷体" panose="02010609060101010101" pitchFamily="49" charset="-122"/>
                                  </a:rPr>
                                  <m:t>𝜉</m:t>
                                </m:r>
                              </m:e>
                              <m:sup>
                                <m:r>
                                  <a:rPr lang="en-US" altLang="zh-CN" sz="3000" b="0" i="1" smtClean="0">
                                    <a:solidFill>
                                      <a:schemeClr val="tx1"/>
                                    </a:solidFill>
                                    <a:latin typeface="Cambria Math" panose="02040503050406030204" pitchFamily="18" charset="0"/>
                                    <a:ea typeface="楷体" panose="02010609060101010101" pitchFamily="49" charset="-122"/>
                                  </a:rPr>
                                  <m:t>2</m:t>
                                </m:r>
                              </m:sup>
                            </m:sSup>
                          </m:num>
                          <m:den>
                            <m:sSup>
                              <m:sSupPr>
                                <m:ctrlPr>
                                  <a:rPr lang="en-US" altLang="zh-CN" sz="3000" b="0" i="1" smtClean="0">
                                    <a:solidFill>
                                      <a:schemeClr val="tx1"/>
                                    </a:solidFill>
                                    <a:latin typeface="Cambria Math" panose="02040503050406030204" pitchFamily="18" charset="0"/>
                                    <a:ea typeface="楷体" panose="02010609060101010101" pitchFamily="49" charset="-122"/>
                                  </a:rPr>
                                </m:ctrlPr>
                              </m:sSupPr>
                              <m:e>
                                <m:r>
                                  <a:rPr lang="en-US" altLang="zh-CN" sz="3000" b="0" i="1" smtClean="0">
                                    <a:solidFill>
                                      <a:schemeClr val="tx1"/>
                                    </a:solidFill>
                                    <a:latin typeface="Cambria Math" panose="02040503050406030204" pitchFamily="18" charset="0"/>
                                    <a:ea typeface="楷体" panose="02010609060101010101" pitchFamily="49" charset="-122"/>
                                  </a:rPr>
                                  <m:t>(</m:t>
                                </m:r>
                                <m:r>
                                  <a:rPr lang="zh-CN" altLang="en-US" sz="3000" b="0" i="1" smtClean="0">
                                    <a:solidFill>
                                      <a:schemeClr val="tx1"/>
                                    </a:solidFill>
                                    <a:latin typeface="Cambria Math" panose="02040503050406030204" pitchFamily="18" charset="0"/>
                                    <a:ea typeface="楷体" panose="02010609060101010101" pitchFamily="49" charset="-122"/>
                                  </a:rPr>
                                  <m:t>𝜉</m:t>
                                </m:r>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dirty="0" smtClean="0">
                                    <a:latin typeface="Cambria Math" panose="02040503050406030204" pitchFamily="18" charset="0"/>
                                    <a:ea typeface="楷体" panose="02010609060101010101" pitchFamily="49" charset="-122"/>
                                  </a:rPr>
                                  <m:t>0</m:t>
                                </m:r>
                                <m:r>
                                  <a:rPr lang="en-US" altLang="zh-CN" sz="3000" b="0" i="1" smtClean="0">
                                    <a:solidFill>
                                      <a:schemeClr val="tx1"/>
                                    </a:solidFill>
                                    <a:latin typeface="Cambria Math" panose="02040503050406030204" pitchFamily="18" charset="0"/>
                                    <a:ea typeface="楷体" panose="02010609060101010101" pitchFamily="49" charset="-122"/>
                                  </a:rPr>
                                  <m:t>)</m:t>
                                </m:r>
                              </m:e>
                              <m:sup>
                                <m:r>
                                  <a:rPr lang="en-US" altLang="zh-CN" sz="3000" b="0" i="1" smtClean="0">
                                    <a:solidFill>
                                      <a:schemeClr val="tx1"/>
                                    </a:solidFill>
                                    <a:latin typeface="Cambria Math" panose="02040503050406030204" pitchFamily="18" charset="0"/>
                                    <a:ea typeface="楷体" panose="02010609060101010101" pitchFamily="49" charset="-122"/>
                                  </a:rPr>
                                  <m:t>𝑛</m:t>
                                </m:r>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smtClean="0">
                                    <a:solidFill>
                                      <a:schemeClr val="tx1"/>
                                    </a:solidFill>
                                    <a:latin typeface="Cambria Math" panose="02040503050406030204" pitchFamily="18" charset="0"/>
                                    <a:ea typeface="楷体" panose="02010609060101010101" pitchFamily="49" charset="-122"/>
                                  </a:rPr>
                                  <m:t>1</m:t>
                                </m:r>
                              </m:sup>
                            </m:sSup>
                          </m:den>
                        </m:f>
                        <m:r>
                          <a:rPr lang="en-US" altLang="zh-CN" sz="3000" b="0" i="1" smtClean="0">
                            <a:solidFill>
                              <a:schemeClr val="tx1"/>
                            </a:solidFill>
                            <a:latin typeface="Cambria Math" panose="02040503050406030204" pitchFamily="18" charset="0"/>
                            <a:ea typeface="楷体" panose="02010609060101010101" pitchFamily="49" charset="-122"/>
                          </a:rPr>
                          <m:t>𝑑</m:t>
                        </m:r>
                        <m:r>
                          <a:rPr lang="zh-CN" altLang="en-US" sz="3000" b="0" i="1" smtClean="0">
                            <a:solidFill>
                              <a:schemeClr val="tx1"/>
                            </a:solidFill>
                            <a:latin typeface="Cambria Math" panose="02040503050406030204" pitchFamily="18" charset="0"/>
                            <a:ea typeface="楷体" panose="02010609060101010101" pitchFamily="49" charset="-122"/>
                          </a:rPr>
                          <m:t>𝜉</m:t>
                        </m:r>
                      </m:e>
                    </m:nary>
                  </m:oMath>
                </a14:m>
                <a:endParaRPr lang="zh-CN" altLang="en-US" sz="3000" dirty="0">
                  <a:solidFill>
                    <a:srgbClr val="FF0000"/>
                  </a:solidFill>
                  <a:latin typeface="楷体" panose="02010609060101010101" pitchFamily="49" charset="-122"/>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610335" y="3076868"/>
                <a:ext cx="4101232" cy="532989"/>
              </a:xfrm>
              <a:prstGeom prst="rect">
                <a:avLst/>
              </a:prstGeom>
              <a:blipFill rotWithShape="1">
                <a:blip r:embed="rId6"/>
                <a:stretch>
                  <a:fillRect l="-2" t="-61769" r="12" b="-617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4332918" y="3076867"/>
                <a:ext cx="2887741" cy="53298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b="0" dirty="0">
                    <a:solidFill>
                      <a:schemeClr val="tx1"/>
                    </a:solidFill>
                    <a:ea typeface="楷体" panose="02010609060101010101" pitchFamily="49" charset="-122"/>
                  </a:rPr>
                  <a:t> </a:t>
                </a:r>
                <a14:m>
                  <m:oMath xmlns:m="http://schemas.openxmlformats.org/officeDocument/2006/math">
                    <m:r>
                      <a:rPr lang="en-US" altLang="zh-CN" sz="3000" b="0" i="1" smtClean="0">
                        <a:solidFill>
                          <a:schemeClr val="tx1"/>
                        </a:solidFill>
                        <a:latin typeface="Cambria Math" panose="02040503050406030204" pitchFamily="18" charset="0"/>
                        <a:ea typeface="楷体" panose="02010609060101010101" pitchFamily="49" charset="-122"/>
                      </a:rPr>
                      <m:t>=</m:t>
                    </m:r>
                    <m:f>
                      <m:fPr>
                        <m:ctrlPr>
                          <a:rPr lang="en-US" altLang="zh-CN" sz="3000" b="0" i="1" smtClean="0">
                            <a:solidFill>
                              <a:schemeClr val="tx1"/>
                            </a:solidFill>
                            <a:latin typeface="Cambria Math" panose="02040503050406030204" pitchFamily="18" charset="0"/>
                            <a:ea typeface="楷体" panose="02010609060101010101" pitchFamily="49" charset="-122"/>
                          </a:rPr>
                        </m:ctrlPr>
                      </m:fPr>
                      <m:num>
                        <m:r>
                          <a:rPr lang="en-US" altLang="zh-CN" sz="3000" b="0" i="1" smtClean="0">
                            <a:solidFill>
                              <a:schemeClr val="tx1"/>
                            </a:solidFill>
                            <a:latin typeface="Cambria Math" panose="02040503050406030204" pitchFamily="18" charset="0"/>
                            <a:ea typeface="楷体" panose="02010609060101010101" pitchFamily="49" charset="-122"/>
                          </a:rPr>
                          <m:t>1</m:t>
                        </m:r>
                      </m:num>
                      <m:den>
                        <m:r>
                          <a:rPr lang="en-US" altLang="zh-CN" sz="3000" b="0" i="1" smtClean="0">
                            <a:solidFill>
                              <a:schemeClr val="tx1"/>
                            </a:solidFill>
                            <a:latin typeface="Cambria Math" panose="02040503050406030204" pitchFamily="18" charset="0"/>
                            <a:ea typeface="楷体" panose="02010609060101010101" pitchFamily="49" charset="-122"/>
                          </a:rPr>
                          <m:t>2</m:t>
                        </m:r>
                        <m:r>
                          <a:rPr lang="zh-CN" altLang="en-US" sz="3000" b="0" i="1" smtClean="0">
                            <a:solidFill>
                              <a:schemeClr val="tx1"/>
                            </a:solidFill>
                            <a:latin typeface="Cambria Math" panose="02040503050406030204" pitchFamily="18" charset="0"/>
                            <a:ea typeface="楷体" panose="02010609060101010101" pitchFamily="49" charset="-122"/>
                          </a:rPr>
                          <m:t>𝜋</m:t>
                        </m:r>
                        <m:r>
                          <a:rPr lang="en-US" altLang="zh-CN" sz="3000" b="0" i="1" smtClean="0">
                            <a:solidFill>
                              <a:schemeClr val="tx1"/>
                            </a:solidFill>
                            <a:latin typeface="Cambria Math" panose="02040503050406030204" pitchFamily="18" charset="0"/>
                            <a:ea typeface="楷体" panose="02010609060101010101" pitchFamily="49" charset="-122"/>
                          </a:rPr>
                          <m:t>𝑖</m:t>
                        </m:r>
                      </m:den>
                    </m:f>
                    <m:nary>
                      <m:naryPr>
                        <m:chr m:val="∮"/>
                        <m:ctrlPr>
                          <a:rPr lang="en-US" altLang="zh-CN" sz="3000" b="0" i="1" smtClean="0">
                            <a:solidFill>
                              <a:schemeClr val="tx1"/>
                            </a:solidFill>
                            <a:latin typeface="Cambria Math" panose="02040503050406030204" pitchFamily="18" charset="0"/>
                            <a:ea typeface="楷体" panose="02010609060101010101" pitchFamily="49" charset="-122"/>
                          </a:rPr>
                        </m:ctrlPr>
                      </m:naryPr>
                      <m:sub>
                        <m:r>
                          <m:rPr>
                            <m:brk m:alnAt="23"/>
                          </m:rPr>
                          <a:rPr lang="en-US" altLang="zh-CN" sz="3000" b="0" i="1" smtClean="0">
                            <a:solidFill>
                              <a:schemeClr val="tx1"/>
                            </a:solidFill>
                            <a:latin typeface="Cambria Math" panose="02040503050406030204" pitchFamily="18" charset="0"/>
                            <a:ea typeface="楷体" panose="02010609060101010101" pitchFamily="49" charset="-122"/>
                          </a:rPr>
                          <m:t>𝐶</m:t>
                        </m:r>
                      </m:sub>
                      <m:sup/>
                      <m:e>
                        <m:f>
                          <m:fPr>
                            <m:ctrlPr>
                              <a:rPr lang="en-US" altLang="zh-CN" sz="3000" b="0" i="1" smtClean="0">
                                <a:solidFill>
                                  <a:schemeClr val="tx1"/>
                                </a:solidFill>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zh-CN" altLang="en-US" sz="3000" i="1">
                                    <a:latin typeface="Cambria Math" panose="02040503050406030204" pitchFamily="18" charset="0"/>
                                    <a:ea typeface="楷体" panose="02010609060101010101" pitchFamily="49" charset="-122"/>
                                  </a:rPr>
                                  <m:t>𝜉</m:t>
                                </m:r>
                              </m:sup>
                            </m:sSup>
                          </m:num>
                          <m:den>
                            <m:sSup>
                              <m:sSupPr>
                                <m:ctrlPr>
                                  <a:rPr lang="en-US" altLang="zh-CN" sz="3000" b="0" i="1" smtClean="0">
                                    <a:solidFill>
                                      <a:schemeClr val="tx1"/>
                                    </a:solidFill>
                                    <a:latin typeface="Cambria Math" panose="02040503050406030204" pitchFamily="18" charset="0"/>
                                    <a:ea typeface="楷体" panose="02010609060101010101" pitchFamily="49" charset="-122"/>
                                  </a:rPr>
                                </m:ctrlPr>
                              </m:sSupPr>
                              <m:e>
                                <m:r>
                                  <a:rPr lang="zh-CN" altLang="en-US" sz="3000" b="0" i="1" smtClean="0">
                                    <a:solidFill>
                                      <a:schemeClr val="tx1"/>
                                    </a:solidFill>
                                    <a:latin typeface="Cambria Math" panose="02040503050406030204" pitchFamily="18" charset="0"/>
                                    <a:ea typeface="楷体" panose="02010609060101010101" pitchFamily="49" charset="-122"/>
                                  </a:rPr>
                                  <m:t>𝜉</m:t>
                                </m:r>
                              </m:e>
                              <m:sup>
                                <m:r>
                                  <a:rPr lang="en-US" altLang="zh-CN" sz="3000" b="0" i="1" smtClean="0">
                                    <a:solidFill>
                                      <a:schemeClr val="tx1"/>
                                    </a:solidFill>
                                    <a:latin typeface="Cambria Math" panose="02040503050406030204" pitchFamily="18" charset="0"/>
                                    <a:ea typeface="楷体" panose="02010609060101010101" pitchFamily="49" charset="-122"/>
                                  </a:rPr>
                                  <m:t>𝑛</m:t>
                                </m:r>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smtClean="0">
                                    <a:solidFill>
                                      <a:schemeClr val="tx1"/>
                                    </a:solidFill>
                                    <a:latin typeface="Cambria Math" panose="02040503050406030204" pitchFamily="18" charset="0"/>
                                    <a:ea typeface="楷体" panose="02010609060101010101" pitchFamily="49" charset="-122"/>
                                  </a:rPr>
                                  <m:t>3</m:t>
                                </m:r>
                              </m:sup>
                            </m:sSup>
                          </m:den>
                        </m:f>
                        <m:r>
                          <a:rPr lang="en-US" altLang="zh-CN" sz="3000" b="0" i="1" smtClean="0">
                            <a:solidFill>
                              <a:schemeClr val="tx1"/>
                            </a:solidFill>
                            <a:latin typeface="Cambria Math" panose="02040503050406030204" pitchFamily="18" charset="0"/>
                            <a:ea typeface="楷体" panose="02010609060101010101" pitchFamily="49" charset="-122"/>
                          </a:rPr>
                          <m:t>𝑑</m:t>
                        </m:r>
                        <m:r>
                          <a:rPr lang="zh-CN" altLang="en-US" sz="3000" b="0" i="1" smtClean="0">
                            <a:solidFill>
                              <a:schemeClr val="tx1"/>
                            </a:solidFill>
                            <a:latin typeface="Cambria Math" panose="02040503050406030204" pitchFamily="18" charset="0"/>
                            <a:ea typeface="楷体" panose="02010609060101010101" pitchFamily="49" charset="-122"/>
                          </a:rPr>
                          <m:t>𝜉</m:t>
                        </m:r>
                      </m:e>
                    </m:nary>
                  </m:oMath>
                </a14:m>
                <a:endParaRPr lang="zh-CN" altLang="en-US" sz="3000" dirty="0">
                  <a:solidFill>
                    <a:srgbClr val="FF0000"/>
                  </a:solidFill>
                  <a:latin typeface="楷体" panose="02010609060101010101" pitchFamily="49" charset="-122"/>
                  <a:ea typeface="楷体" panose="02010609060101010101" pitchFamily="49" charset="-122"/>
                </a:endParaRPr>
              </a:p>
            </p:txBody>
          </p:sp>
        </mc:Choice>
        <mc:Fallback>
          <p:sp>
            <p:nvSpPr>
              <p:cNvPr id="13" name="标题 1"/>
              <p:cNvSpPr txBox="1">
                <a:spLocks noRot="1" noChangeAspect="1" noMove="1" noResize="1" noEditPoints="1" noAdjustHandles="1" noChangeArrowheads="1" noChangeShapeType="1" noTextEdit="1"/>
              </p:cNvSpPr>
              <p:nvPr/>
            </p:nvSpPr>
            <p:spPr>
              <a:xfrm>
                <a:off x="4332918" y="3076867"/>
                <a:ext cx="2887741" cy="532989"/>
              </a:xfrm>
              <a:prstGeom prst="rect">
                <a:avLst/>
              </a:prstGeom>
              <a:blipFill rotWithShape="1">
                <a:blip r:embed="rId7"/>
                <a:stretch>
                  <a:fillRect l="-11" t="-61292" r="3" b="-61379"/>
                </a:stretch>
              </a:blipFill>
            </p:spPr>
            <p:txBody>
              <a:bodyPr/>
              <a:lstStyle/>
              <a:p>
                <a:r>
                  <a:rPr lang="zh-CN" altLang="en-US">
                    <a:noFill/>
                  </a:rPr>
                  <a:t> </a:t>
                </a:r>
              </a:p>
            </p:txBody>
          </p:sp>
        </mc:Fallback>
      </mc:AlternateContent>
      <p:sp>
        <p:nvSpPr>
          <p:cNvPr id="14" name="矩形 13"/>
          <p:cNvSpPr/>
          <p:nvPr/>
        </p:nvSpPr>
        <p:spPr>
          <a:xfrm>
            <a:off x="6052552" y="3096604"/>
            <a:ext cx="447575" cy="40523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标题 1"/>
          <p:cNvSpPr txBox="1"/>
          <p:nvPr/>
        </p:nvSpPr>
        <p:spPr>
          <a:xfrm>
            <a:off x="6444174" y="2506540"/>
            <a:ext cx="907976" cy="65037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FF0000"/>
                </a:solidFill>
                <a:latin typeface="楷体" panose="02010609060101010101" pitchFamily="49" charset="-122"/>
                <a:ea typeface="楷体" panose="02010609060101010101" pitchFamily="49" charset="-122"/>
              </a:rPr>
              <a:t>解析</a:t>
            </a:r>
            <a:endParaRPr lang="zh-CN" altLang="en-US" sz="3000" dirty="0">
              <a:solidFill>
                <a:srgbClr val="FF0000"/>
              </a:solidFill>
              <a:latin typeface="楷体" panose="02010609060101010101" pitchFamily="49" charset="-122"/>
              <a:ea typeface="楷体" panose="02010609060101010101" pitchFamily="49" charset="-122"/>
            </a:endParaRPr>
          </a:p>
        </p:txBody>
      </p:sp>
      <p:sp>
        <p:nvSpPr>
          <p:cNvPr id="16" name="矩形 15"/>
          <p:cNvSpPr/>
          <p:nvPr/>
        </p:nvSpPr>
        <p:spPr>
          <a:xfrm>
            <a:off x="2991933" y="3086980"/>
            <a:ext cx="799398" cy="40523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7" name="标题 1"/>
              <p:cNvSpPr txBox="1"/>
              <p:nvPr/>
            </p:nvSpPr>
            <p:spPr>
              <a:xfrm>
                <a:off x="194579" y="3836851"/>
                <a:ext cx="6220133" cy="65037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当</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𝑛</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3</m:t>
                    </m:r>
                  </m:oMath>
                </a14:m>
                <a:r>
                  <a:rPr lang="zh-CN" altLang="en-US" sz="3000" dirty="0">
                    <a:latin typeface="楷体" panose="02010609060101010101" pitchFamily="49" charset="-122"/>
                    <a:ea typeface="楷体" panose="02010609060101010101" pitchFamily="49" charset="-122"/>
                  </a:rPr>
                  <a:t>时</a:t>
                </a:r>
                <a:r>
                  <a:rPr lang="en-US" altLang="zh-CN" sz="3000" dirty="0">
                    <a:latin typeface="楷体" panose="02010609060101010101" pitchFamily="49" charset="-122"/>
                    <a:ea typeface="楷体" panose="02010609060101010101" pitchFamily="49" charset="-122"/>
                  </a:rPr>
                  <a:t>,</a:t>
                </a:r>
                <a:r>
                  <a:rPr lang="en-US" altLang="zh-CN" sz="3000" dirty="0">
                    <a:ea typeface="楷体" panose="02010609060101010101" pitchFamily="49" charset="-122"/>
                  </a:rPr>
                  <a:t> </a:t>
                </a:r>
                <a14:m>
                  <m:oMath xmlns:m="http://schemas.openxmlformats.org/officeDocument/2006/math">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zh-CN" altLang="en-US" sz="3000" i="1">
                                <a:latin typeface="Cambria Math" panose="02040503050406030204" pitchFamily="18" charset="0"/>
                                <a:ea typeface="楷体" panose="02010609060101010101" pitchFamily="49" charset="-122"/>
                              </a:rPr>
                              <m:t>𝜉</m:t>
                            </m:r>
                          </m:sup>
                        </m:sSup>
                      </m:num>
                      <m:den>
                        <m:sSup>
                          <m:sSupPr>
                            <m:ctrlPr>
                              <a:rPr lang="en-US" altLang="zh-CN" sz="3000" i="1">
                                <a:latin typeface="Cambria Math" panose="02040503050406030204" pitchFamily="18" charset="0"/>
                                <a:ea typeface="楷体" panose="02010609060101010101" pitchFamily="49" charset="-122"/>
                              </a:rPr>
                            </m:ctrlPr>
                          </m:sSupPr>
                          <m:e>
                            <m:r>
                              <a:rPr lang="zh-CN" altLang="en-US" sz="3000" i="1">
                                <a:latin typeface="Cambria Math" panose="02040503050406030204" pitchFamily="18" charset="0"/>
                                <a:ea typeface="楷体" panose="02010609060101010101" pitchFamily="49" charset="-122"/>
                              </a:rPr>
                              <m:t>𝜉</m:t>
                            </m:r>
                          </m:e>
                          <m:sup>
                            <m: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3</m:t>
                            </m:r>
                          </m:sup>
                        </m:sSup>
                      </m:den>
                    </m:f>
                    <m:r>
                      <a:rPr lang="en-US" altLang="zh-CN" sz="3000" b="0" i="1" smtClean="0">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zh-CN" altLang="en-US" sz="3000" i="1">
                            <a:latin typeface="Cambria Math" panose="02040503050406030204" pitchFamily="18" charset="0"/>
                            <a:ea typeface="楷体" panose="02010609060101010101" pitchFamily="49" charset="-122"/>
                          </a:rPr>
                          <m:t>𝜉</m:t>
                        </m:r>
                      </m:sup>
                    </m:sSup>
                    <m:r>
                      <a:rPr lang="zh-CN" altLang="en-US" sz="3000" i="1" smtClean="0">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zh-CN" altLang="en-US" sz="3000" i="1">
                            <a:latin typeface="Cambria Math" panose="02040503050406030204" pitchFamily="18" charset="0"/>
                            <a:ea typeface="楷体" panose="02010609060101010101" pitchFamily="49" charset="-122"/>
                          </a:rPr>
                          <m:t>𝜉</m:t>
                        </m:r>
                      </m:e>
                      <m:sup>
                        <m:r>
                          <a:rPr lang="en-US" altLang="zh-CN" sz="3000" b="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3</m:t>
                        </m:r>
                        <m:r>
                          <a:rPr lang="en-US" altLang="zh-CN" sz="3000" i="1">
                            <a:latin typeface="Cambria Math" panose="02040503050406030204" pitchFamily="18" charset="0"/>
                            <a:ea typeface="楷体" panose="02010609060101010101" pitchFamily="49" charset="-122"/>
                          </a:rPr>
                          <m:t>)</m:t>
                        </m:r>
                      </m:sup>
                    </m:sSup>
                  </m:oMath>
                </a14:m>
                <a:r>
                  <a:rPr lang="zh-CN" altLang="en-US" sz="3000" dirty="0">
                    <a:latin typeface="楷体" panose="02010609060101010101" pitchFamily="49" charset="-122"/>
                    <a:ea typeface="楷体" panose="02010609060101010101" pitchFamily="49" charset="-122"/>
                  </a:rPr>
                  <a:t>解析</a:t>
                </a:r>
                <a:endParaRPr lang="zh-CN" altLang="en-US" sz="3000" dirty="0">
                  <a:latin typeface="楷体" panose="02010609060101010101" pitchFamily="49" charset="-122"/>
                  <a:ea typeface="楷体" panose="02010609060101010101" pitchFamily="49" charset="-122"/>
                </a:endParaRPr>
              </a:p>
            </p:txBody>
          </p:sp>
        </mc:Choice>
        <mc:Fallback>
          <p:sp>
            <p:nvSpPr>
              <p:cNvPr id="17" name="标题 1"/>
              <p:cNvSpPr txBox="1">
                <a:spLocks noRot="1" noChangeAspect="1" noMove="1" noResize="1" noEditPoints="1" noAdjustHandles="1" noChangeArrowheads="1" noChangeShapeType="1" noTextEdit="1"/>
              </p:cNvSpPr>
              <p:nvPr/>
            </p:nvSpPr>
            <p:spPr>
              <a:xfrm>
                <a:off x="194579" y="3836851"/>
                <a:ext cx="6220133" cy="650376"/>
              </a:xfrm>
              <a:prstGeom prst="rect">
                <a:avLst/>
              </a:prstGeom>
              <a:blipFill rotWithShape="1">
                <a:blip r:embed="rId8"/>
                <a:stretch>
                  <a:fillRect l="-4" t="-41230" r="9" b="-4125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标题 1"/>
              <p:cNvSpPr txBox="1"/>
              <p:nvPr/>
            </p:nvSpPr>
            <p:spPr>
              <a:xfrm>
                <a:off x="6240104" y="3938204"/>
                <a:ext cx="1726679" cy="65037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zh-CN" altLang="en-US" sz="3000" i="1" dirty="0" smtClean="0">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𝐶</m:t>
                          </m:r>
                        </m:e>
                        <m:sub>
                          <m:r>
                            <a:rPr lang="en-US" altLang="zh-CN" sz="3000" i="1">
                              <a:latin typeface="Cambria Math" panose="02040503050406030204" pitchFamily="18" charset="0"/>
                              <a:ea typeface="楷体" panose="02010609060101010101" pitchFamily="49" charset="-122"/>
                            </a:rPr>
                            <m:t>𝑛</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0</m:t>
                      </m:r>
                    </m:oMath>
                  </m:oMathPara>
                </a14:m>
                <a:endParaRPr lang="zh-CN" altLang="en-US" sz="3000" dirty="0">
                  <a:latin typeface="楷体" panose="02010609060101010101" pitchFamily="49" charset="-122"/>
                  <a:ea typeface="楷体" panose="02010609060101010101" pitchFamily="49" charset="-122"/>
                </a:endParaRPr>
              </a:p>
            </p:txBody>
          </p:sp>
        </mc:Choice>
        <mc:Fallback>
          <p:sp>
            <p:nvSpPr>
              <p:cNvPr id="18" name="标题 1"/>
              <p:cNvSpPr txBox="1">
                <a:spLocks noRot="1" noChangeAspect="1" noMove="1" noResize="1" noEditPoints="1" noAdjustHandles="1" noChangeArrowheads="1" noChangeShapeType="1" noTextEdit="1"/>
              </p:cNvSpPr>
              <p:nvPr/>
            </p:nvSpPr>
            <p:spPr>
              <a:xfrm>
                <a:off x="6240104" y="3938204"/>
                <a:ext cx="1726679" cy="650376"/>
              </a:xfrm>
              <a:prstGeom prst="rect">
                <a:avLst/>
              </a:prstGeom>
              <a:blipFill rotWithShape="1">
                <a:blip r:embed="rId9"/>
                <a:stretch>
                  <a:fillRect l="-34" t="-2724" r="4" b="-272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标题 1"/>
              <p:cNvSpPr txBox="1"/>
              <p:nvPr/>
            </p:nvSpPr>
            <p:spPr>
              <a:xfrm>
                <a:off x="194579" y="4618139"/>
                <a:ext cx="8207126" cy="65037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当</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m:t>
                    </m:r>
                  </m:oMath>
                </a14:m>
                <a:r>
                  <a:rPr lang="en-US" altLang="zh-CN" sz="3000" dirty="0">
                    <a:latin typeface="楷体" panose="02010609060101010101" pitchFamily="49" charset="-122"/>
                    <a:ea typeface="楷体" panose="02010609060101010101" pitchFamily="49" charset="-122"/>
                  </a:rPr>
                  <a:t>2</a:t>
                </a:r>
                <a:r>
                  <a:rPr lang="zh-CN" altLang="en-US" sz="3000" dirty="0">
                    <a:latin typeface="楷体" panose="02010609060101010101" pitchFamily="49" charset="-122"/>
                    <a:ea typeface="楷体" panose="02010609060101010101" pitchFamily="49" charset="-122"/>
                  </a:rPr>
                  <a:t>时</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由高阶导数公式有：</a:t>
                </a:r>
                <a:r>
                  <a:rPr lang="en-US" altLang="zh-CN" sz="3000" dirty="0">
                    <a:ea typeface="楷体" panose="02010609060101010101" pitchFamily="49" charset="-122"/>
                  </a:rPr>
                  <a:t> </a:t>
                </a:r>
                <a:endParaRPr lang="zh-CN" altLang="en-US" sz="3000" dirty="0">
                  <a:latin typeface="楷体" panose="02010609060101010101" pitchFamily="49" charset="-122"/>
                  <a:ea typeface="楷体" panose="02010609060101010101" pitchFamily="49" charset="-122"/>
                </a:endParaRPr>
              </a:p>
            </p:txBody>
          </p:sp>
        </mc:Choice>
        <mc:Fallback>
          <p:sp>
            <p:nvSpPr>
              <p:cNvPr id="19" name="标题 1"/>
              <p:cNvSpPr txBox="1">
                <a:spLocks noRot="1" noChangeAspect="1" noMove="1" noResize="1" noEditPoints="1" noAdjustHandles="1" noChangeArrowheads="1" noChangeShapeType="1" noTextEdit="1"/>
              </p:cNvSpPr>
              <p:nvPr/>
            </p:nvSpPr>
            <p:spPr>
              <a:xfrm>
                <a:off x="194579" y="4618139"/>
                <a:ext cx="8207126" cy="650376"/>
              </a:xfrm>
              <a:prstGeom prst="rect">
                <a:avLst/>
              </a:prstGeom>
              <a:blipFill rotWithShape="1">
                <a:blip r:embed="rId10"/>
                <a:stretch>
                  <a:fillRect l="-3" t="-2701" b="-274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标题 1"/>
              <p:cNvSpPr txBox="1"/>
              <p:nvPr/>
            </p:nvSpPr>
            <p:spPr>
              <a:xfrm>
                <a:off x="1462795" y="5283090"/>
                <a:ext cx="5740245" cy="65037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ea typeface="楷体" panose="02010609060101010101" pitchFamily="49" charset="-122"/>
                  </a:rPr>
                  <a:t> </a:t>
                </a:r>
                <a14:m>
                  <m:oMath xmlns:m="http://schemas.openxmlformats.org/officeDocument/2006/math">
                    <m:sSub>
                      <m:sSubPr>
                        <m:ctrlPr>
                          <a:rPr lang="en-US" altLang="zh-CN" sz="3000" i="1" smtClean="0">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𝐶</m:t>
                        </m:r>
                      </m:e>
                      <m:sub>
                        <m:r>
                          <a:rPr lang="en-US" altLang="zh-CN" sz="3000" i="1">
                            <a:latin typeface="Cambria Math" panose="02040503050406030204" pitchFamily="18" charset="0"/>
                            <a:ea typeface="楷体" panose="02010609060101010101" pitchFamily="49" charset="-122"/>
                          </a:rPr>
                          <m:t>𝑛</m:t>
                        </m:r>
                      </m:sub>
                    </m:sSub>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Cambria Math" panose="02040503050406030204" pitchFamily="18" charset="0"/>
                          </a:rPr>
                        </m:ctrlPr>
                      </m:fPr>
                      <m:num>
                        <m:r>
                          <a:rPr lang="en-US" altLang="zh-CN" sz="3000" b="0" i="1" smtClean="0">
                            <a:latin typeface="Cambria Math" panose="02040503050406030204" pitchFamily="18" charset="0"/>
                            <a:ea typeface="Cambria Math" panose="02040503050406030204" pitchFamily="18" charset="0"/>
                          </a:rPr>
                          <m:t>1</m:t>
                        </m:r>
                      </m:num>
                      <m:den>
                        <m:r>
                          <a:rPr lang="en-US" altLang="zh-CN" sz="3000" b="0" i="1" smtClean="0">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𝑛</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2</m:t>
                        </m:r>
                        <m:r>
                          <a:rPr lang="en-US" altLang="zh-CN" sz="3000" b="0" i="1" smtClean="0">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m:t>
                        </m:r>
                      </m:den>
                    </m:f>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m:t>
                        </m:r>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𝑒</m:t>
                            </m:r>
                          </m:e>
                          <m:sup>
                            <m:r>
                              <a:rPr lang="en-US" altLang="zh-CN" sz="3000" b="0" i="1" smtClean="0">
                                <a:latin typeface="Cambria Math" panose="02040503050406030204" pitchFamily="18" charset="0"/>
                                <a:ea typeface="Cambria Math" panose="02040503050406030204" pitchFamily="18" charset="0"/>
                              </a:rPr>
                              <m:t>𝑧</m:t>
                            </m:r>
                          </m:sup>
                        </m:sSup>
                        <m:r>
                          <a:rPr lang="en-US" altLang="zh-CN" sz="3000" b="0" i="1" smtClean="0">
                            <a:latin typeface="Cambria Math" panose="02040503050406030204" pitchFamily="18" charset="0"/>
                            <a:ea typeface="Cambria Math" panose="02040503050406030204" pitchFamily="18" charset="0"/>
                          </a:rPr>
                          <m:t>)</m:t>
                        </m:r>
                      </m:e>
                      <m:sup>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𝑛</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2</m:t>
                        </m:r>
                        <m:r>
                          <a:rPr lang="en-US" altLang="zh-CN" sz="3000" b="0" i="1" smtClean="0">
                            <a:latin typeface="Cambria Math" panose="02040503050406030204" pitchFamily="18" charset="0"/>
                            <a:ea typeface="Cambria Math" panose="02040503050406030204" pitchFamily="18" charset="0"/>
                          </a:rPr>
                          <m:t>)</m:t>
                        </m:r>
                      </m:sup>
                    </m:sSup>
                    <m:sSub>
                      <m:sSubPr>
                        <m:ctrlPr>
                          <a:rPr lang="en-US" altLang="zh-CN" sz="300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m:t>
                        </m:r>
                      </m:e>
                      <m:sub>
                        <m:r>
                          <a:rPr lang="en-US" altLang="zh-CN" sz="3000" b="0" i="1" smtClean="0">
                            <a:latin typeface="Cambria Math" panose="02040503050406030204" pitchFamily="18" charset="0"/>
                            <a:ea typeface="Cambria Math" panose="02040503050406030204" pitchFamily="18" charset="0"/>
                          </a:rPr>
                          <m:t>𝑧</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0</m:t>
                        </m:r>
                      </m:sub>
                    </m:sSub>
                    <m:r>
                      <a:rPr lang="en-US" altLang="zh-CN" sz="3000" b="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Cambria Math" panose="02040503050406030204" pitchFamily="18" charset="0"/>
                          </a:rPr>
                        </m:ctrlPr>
                      </m:fPr>
                      <m:num>
                        <m:r>
                          <a:rPr lang="en-US" altLang="zh-CN" sz="3000" i="1">
                            <a:latin typeface="Cambria Math" panose="02040503050406030204" pitchFamily="18" charset="0"/>
                            <a:ea typeface="Cambria Math" panose="02040503050406030204" pitchFamily="18" charset="0"/>
                          </a:rPr>
                          <m:t>1</m:t>
                        </m:r>
                      </m:num>
                      <m:den>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𝑛</m:t>
                        </m:r>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2</m:t>
                        </m:r>
                        <m:r>
                          <a:rPr lang="en-US" altLang="zh-CN" sz="3000" i="1">
                            <a:latin typeface="Cambria Math" panose="02040503050406030204" pitchFamily="18" charset="0"/>
                            <a:ea typeface="Cambria Math" panose="02040503050406030204" pitchFamily="18" charset="0"/>
                          </a:rPr>
                          <m:t>)!</m:t>
                        </m:r>
                      </m:den>
                    </m:f>
                  </m:oMath>
                </a14:m>
                <a:endParaRPr lang="zh-CN" altLang="en-US" sz="3000" dirty="0">
                  <a:latin typeface="楷体" panose="02010609060101010101" pitchFamily="49" charset="-122"/>
                  <a:ea typeface="楷体" panose="02010609060101010101" pitchFamily="49" charset="-122"/>
                </a:endParaRPr>
              </a:p>
            </p:txBody>
          </p:sp>
        </mc:Choice>
        <mc:Fallback>
          <p:sp>
            <p:nvSpPr>
              <p:cNvPr id="20" name="标题 1"/>
              <p:cNvSpPr txBox="1">
                <a:spLocks noRot="1" noChangeAspect="1" noMove="1" noResize="1" noEditPoints="1" noAdjustHandles="1" noChangeArrowheads="1" noChangeShapeType="1" noTextEdit="1"/>
              </p:cNvSpPr>
              <p:nvPr/>
            </p:nvSpPr>
            <p:spPr>
              <a:xfrm>
                <a:off x="1462795" y="5283090"/>
                <a:ext cx="5740245" cy="650376"/>
              </a:xfrm>
              <a:prstGeom prst="rect">
                <a:avLst/>
              </a:prstGeom>
              <a:blipFill rotWithShape="1">
                <a:blip r:embed="rId11"/>
                <a:stretch>
                  <a:fillRect l="-7" t="-31617" r="4" b="-3153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p:bldP spid="7" grpId="0"/>
      <p:bldP spid="11" grpId="0"/>
      <p:bldP spid="12" grpId="0"/>
      <p:bldP spid="12" grpId="1"/>
      <p:bldP spid="13" grpId="0"/>
      <p:bldP spid="13" grpId="1"/>
      <p:bldP spid="14" grpId="0" animBg="1"/>
      <p:bldP spid="15" grpId="0"/>
      <p:bldP spid="16" grpId="0" animBg="1"/>
      <p:bldP spid="17" grpId="0"/>
      <p:bldP spid="18" grpId="0"/>
      <p:bldP spid="19" grpId="0"/>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6"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1"/>
                </a:blipFill>
              </p:spPr>
              <p:txBody>
                <a:bodyPr/>
                <a:lstStyle/>
                <a:p>
                  <a:r>
                    <a:rPr lang="zh-CN" altLang="en-US">
                      <a:noFill/>
                    </a:rPr>
                    <a:t> </a:t>
                  </a:r>
                </a:p>
              </p:txBody>
            </p:sp>
          </mc:Fallback>
        </mc:AlternateContent>
        <p:cxnSp>
          <p:nvCxnSpPr>
            <p:cNvPr id="9" name="直接连接符 8"/>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0" name="标题 1"/>
              <p:cNvSpPr txBox="1"/>
              <p:nvPr/>
            </p:nvSpPr>
            <p:spPr>
              <a:xfrm>
                <a:off x="122036" y="531629"/>
                <a:ext cx="2218868" cy="65037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ea typeface="楷体" panose="02010609060101010101" pitchFamily="49" charset="-122"/>
                  </a:rPr>
                  <a:t> </a:t>
                </a:r>
                <a14:m>
                  <m:oMath xmlns:m="http://schemas.openxmlformats.org/officeDocument/2006/math">
                    <m:sSub>
                      <m:sSubPr>
                        <m:ctrlPr>
                          <a:rPr lang="en-US" altLang="zh-CN" sz="3000" i="1" smtClean="0">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𝐶</m:t>
                        </m:r>
                      </m:e>
                      <m:sub>
                        <m:r>
                          <a:rPr lang="en-US" altLang="zh-CN" sz="3000" i="1">
                            <a:latin typeface="Cambria Math" panose="02040503050406030204" pitchFamily="18" charset="0"/>
                            <a:ea typeface="楷体" panose="02010609060101010101" pitchFamily="49" charset="-122"/>
                          </a:rPr>
                          <m:t>𝑛</m:t>
                        </m:r>
                      </m:sub>
                    </m:sSub>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Cambria Math" panose="02040503050406030204" pitchFamily="18" charset="0"/>
                          </a:rPr>
                        </m:ctrlPr>
                      </m:fPr>
                      <m:num>
                        <m:r>
                          <a:rPr lang="en-US" altLang="zh-CN" sz="3000" i="1">
                            <a:latin typeface="Cambria Math" panose="02040503050406030204" pitchFamily="18" charset="0"/>
                            <a:ea typeface="Cambria Math" panose="02040503050406030204" pitchFamily="18" charset="0"/>
                          </a:rPr>
                          <m:t>1</m:t>
                        </m:r>
                      </m:num>
                      <m:den>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𝑛</m:t>
                        </m:r>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2</m:t>
                        </m:r>
                        <m:r>
                          <a:rPr lang="en-US" altLang="zh-CN" sz="3000" i="1">
                            <a:latin typeface="Cambria Math" panose="02040503050406030204" pitchFamily="18" charset="0"/>
                            <a:ea typeface="Cambria Math" panose="02040503050406030204" pitchFamily="18" charset="0"/>
                          </a:rPr>
                          <m:t>)!</m:t>
                        </m:r>
                      </m:den>
                    </m:f>
                  </m:oMath>
                </a14:m>
                <a:endParaRPr lang="zh-CN" altLang="en-US" sz="30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122036" y="531629"/>
                <a:ext cx="2218868" cy="650376"/>
              </a:xfrm>
              <a:prstGeom prst="rect">
                <a:avLst/>
              </a:prstGeom>
              <a:blipFill rotWithShape="1">
                <a:blip r:embed="rId2"/>
                <a:stretch>
                  <a:fillRect l="-5" t="-31557" r="13" b="-315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2692922" y="531629"/>
                <a:ext cx="5740245" cy="65037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ea typeface="楷体" panose="02010609060101010101" pitchFamily="49" charset="-122"/>
                  </a:rPr>
                  <a:t> </a:t>
                </a:r>
                <a14:m>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num>
                      <m:den>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2</m:t>
                            </m:r>
                          </m:sup>
                        </m:sSup>
                      </m:den>
                    </m:f>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f>
                      <m:fPr>
                        <m:ctrlPr>
                          <a:rPr lang="en-US" altLang="zh-CN" sz="3000" i="1">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2</m:t>
                            </m:r>
                          </m:sup>
                        </m:sSup>
                      </m:den>
                    </m:f>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m:t>
                        </m:r>
                      </m:den>
                    </m:f>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f>
                      <m:fPr>
                        <m:ctrlPr>
                          <a:rPr lang="en-US" altLang="zh-CN" sz="3000" i="1">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𝑧</m:t>
                        </m:r>
                      </m:num>
                      <m:den>
                        <m:r>
                          <a:rPr lang="en-US" altLang="zh-CN" sz="3000" b="0" i="1" smtClean="0">
                            <a:latin typeface="Cambria Math" panose="02040503050406030204" pitchFamily="18" charset="0"/>
                            <a:ea typeface="楷体" panose="02010609060101010101" pitchFamily="49" charset="-122"/>
                          </a:rPr>
                          <m:t>3</m:t>
                        </m:r>
                        <m:r>
                          <a:rPr lang="en-US" altLang="zh-CN" sz="3000" i="1">
                            <a:latin typeface="Cambria Math" panose="02040503050406030204" pitchFamily="18" charset="0"/>
                            <a:ea typeface="楷体" panose="02010609060101010101" pitchFamily="49" charset="-122"/>
                          </a:rPr>
                          <m:t>!</m:t>
                        </m:r>
                      </m:den>
                    </m:f>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2</m:t>
                            </m:r>
                          </m:sup>
                        </m:sSup>
                      </m:num>
                      <m:den>
                        <m:r>
                          <a:rPr lang="en-US" altLang="zh-CN" sz="3000" b="0" i="1" smtClean="0">
                            <a:latin typeface="Cambria Math" panose="02040503050406030204" pitchFamily="18" charset="0"/>
                            <a:ea typeface="楷体" panose="02010609060101010101" pitchFamily="49" charset="-122"/>
                          </a:rPr>
                          <m:t>4</m:t>
                        </m:r>
                        <m:r>
                          <a:rPr lang="en-US" altLang="zh-CN" sz="3000" i="1">
                            <a:latin typeface="Cambria Math" panose="02040503050406030204" pitchFamily="18" charset="0"/>
                            <a:ea typeface="楷体" panose="02010609060101010101" pitchFamily="49" charset="-122"/>
                          </a:rPr>
                          <m:t>!</m:t>
                        </m:r>
                      </m:den>
                    </m:f>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Cambria Math" panose="02040503050406030204" pitchFamily="18" charset="0"/>
                      </a:rPr>
                      <m:t>⋯</m:t>
                    </m:r>
                  </m:oMath>
                </a14:m>
                <a:endParaRPr lang="zh-CN" altLang="en-US" sz="3000" dirty="0">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2692922" y="531629"/>
                <a:ext cx="5740245" cy="650376"/>
              </a:xfrm>
              <a:prstGeom prst="rect">
                <a:avLst/>
              </a:prstGeom>
              <a:blipFill rotWithShape="1">
                <a:blip r:embed="rId3"/>
                <a:stretch>
                  <a:fillRect l="-9" t="-31069" r="6" b="-3120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122036" y="1443220"/>
                <a:ext cx="8685080" cy="83248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间接法</a:t>
                </a:r>
                <a:r>
                  <a:rPr lang="en-US" altLang="zh-CN" sz="3000" dirty="0">
                    <a:latin typeface="楷体" panose="02010609060101010101" pitchFamily="49" charset="-122"/>
                    <a:ea typeface="楷体" panose="02010609060101010101" pitchFamily="49" charset="-122"/>
                  </a:rPr>
                  <a:t>:</a:t>
                </a:r>
                <a:r>
                  <a:rPr lang="en-US" altLang="zh-CN" sz="3000" dirty="0">
                    <a:ea typeface="楷体" panose="02010609060101010101" pitchFamily="49" charset="-122"/>
                  </a:rPr>
                  <a:t> </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oMath>
                </a14:m>
                <a:r>
                  <a:rPr lang="zh-CN" altLang="en-US" sz="3000" dirty="0">
                    <a:latin typeface="楷体" panose="02010609060101010101" pitchFamily="49" charset="-122"/>
                    <a:ea typeface="楷体" panose="02010609060101010101" pitchFamily="49" charset="-122"/>
                  </a:rPr>
                  <a:t>在</a:t>
                </a:r>
                <a14:m>
                  <m:oMath xmlns:m="http://schemas.openxmlformats.org/officeDocument/2006/math">
                    <m:r>
                      <a:rPr lang="en-US" altLang="zh-CN" sz="3000" i="1" dirty="0">
                        <a:latin typeface="Cambria Math" panose="02040503050406030204" pitchFamily="18" charset="0"/>
                        <a:ea typeface="楷体" panose="02010609060101010101" pitchFamily="49" charset="-122"/>
                      </a:rPr>
                      <m:t>0</m:t>
                    </m:r>
                    <m:r>
                      <a:rPr lang="en-US" altLang="zh-CN" sz="3000" i="1" dirty="0">
                        <a:latin typeface="Cambria Math" panose="02040503050406030204" pitchFamily="18" charset="0"/>
                        <a:ea typeface="楷体" panose="02010609060101010101" pitchFamily="49" charset="-122"/>
                      </a:rPr>
                      <m:t>&lt;</m:t>
                    </m:r>
                    <m:d>
                      <m:dPr>
                        <m:begChr m:val="|"/>
                        <m:endChr m:val="|"/>
                        <m:ctrlPr>
                          <a:rPr lang="en-US" altLang="zh-CN" sz="3000" i="1" dirty="0">
                            <a:latin typeface="Cambria Math" panose="02040503050406030204" pitchFamily="18" charset="0"/>
                            <a:ea typeface="楷体" panose="02010609060101010101" pitchFamily="49" charset="-122"/>
                          </a:rPr>
                        </m:ctrlPr>
                      </m:dPr>
                      <m:e>
                        <m:r>
                          <a:rPr lang="en-US" altLang="zh-CN" sz="3000" i="1" dirty="0">
                            <a:latin typeface="Cambria Math" panose="02040503050406030204" pitchFamily="18" charset="0"/>
                            <a:ea typeface="楷体" panose="02010609060101010101" pitchFamily="49" charset="-122"/>
                          </a:rPr>
                          <m:t>𝑧</m:t>
                        </m:r>
                      </m:e>
                    </m:d>
                    <m:r>
                      <a:rPr lang="en-US" altLang="zh-CN" sz="3000" i="1" dirty="0">
                        <a:latin typeface="Cambria Math" panose="02040503050406030204" pitchFamily="18" charset="0"/>
                        <a:ea typeface="楷体" panose="02010609060101010101" pitchFamily="49" charset="-122"/>
                      </a:rPr>
                      <m:t>&lt;+</m:t>
                    </m:r>
                    <m:r>
                      <a:rPr lang="en-US" altLang="zh-CN" sz="3000" i="1" dirty="0">
                        <a:latin typeface="Cambria Math" panose="02040503050406030204" pitchFamily="18" charset="0"/>
                        <a:ea typeface="Cambria Math" panose="02040503050406030204" pitchFamily="18" charset="0"/>
                      </a:rPr>
                      <m:t>∞</m:t>
                    </m:r>
                  </m:oMath>
                </a14:m>
                <a:r>
                  <a:rPr lang="zh-CN" altLang="en-US" sz="3000" dirty="0">
                    <a:latin typeface="楷体" panose="02010609060101010101" pitchFamily="49" charset="-122"/>
                    <a:ea typeface="楷体" panose="02010609060101010101" pitchFamily="49" charset="-122"/>
                  </a:rPr>
                  <a:t>内展开式</a:t>
                </a:r>
                <a14:m>
                  <m:oMath xmlns:m="http://schemas.openxmlformats.org/officeDocument/2006/math">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Cambria Math" panose="02040503050406030204" pitchFamily="18" charset="0"/>
                          </a:rPr>
                          <m:t>∞</m:t>
                        </m:r>
                      </m:sub>
                      <m:sup>
                        <m:r>
                          <a:rPr lang="en-US" altLang="zh-CN" sz="3000" i="1">
                            <a:latin typeface="Cambria Math" panose="02040503050406030204" pitchFamily="18" charset="0"/>
                            <a:ea typeface="Cambria Math" panose="02040503050406030204" pitchFamily="18" charset="0"/>
                          </a:rPr>
                          <m:t>∞</m:t>
                        </m:r>
                      </m:sup>
                      <m:e>
                        <m:sSub>
                          <m:sSubPr>
                            <m:ctrlPr>
                              <a:rPr lang="en-US" altLang="zh-CN" sz="300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𝐶</m:t>
                            </m:r>
                          </m:e>
                          <m:sub>
                            <m:r>
                              <a:rPr lang="en-US" altLang="zh-CN" sz="3000" b="0" i="1" smtClean="0">
                                <a:latin typeface="Cambria Math" panose="02040503050406030204" pitchFamily="18" charset="0"/>
                                <a:ea typeface="Cambria Math" panose="02040503050406030204" pitchFamily="18" charset="0"/>
                              </a:rPr>
                              <m:t>𝑛</m:t>
                            </m:r>
                          </m:sub>
                        </m:sSub>
                        <m:sSup>
                          <m:sSupPr>
                            <m:ctrlPr>
                              <a:rPr lang="en-US" altLang="zh-CN" sz="3000" i="1">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𝑧</m:t>
                            </m:r>
                          </m:e>
                          <m:sup>
                            <m:r>
                              <a:rPr lang="en-US" altLang="zh-CN" sz="3000" i="1">
                                <a:latin typeface="Cambria Math" panose="02040503050406030204" pitchFamily="18" charset="0"/>
                                <a:ea typeface="楷体" panose="02010609060101010101" pitchFamily="49" charset="-122"/>
                              </a:rPr>
                              <m:t>𝑛</m:t>
                            </m:r>
                          </m:sup>
                        </m:sSup>
                      </m:e>
                    </m:nary>
                  </m:oMath>
                </a14:m>
                <a:endParaRPr lang="zh-CN" altLang="en-US" sz="3000" dirty="0">
                  <a:latin typeface="楷体" panose="02010609060101010101" pitchFamily="49" charset="-122"/>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122036" y="1443220"/>
                <a:ext cx="8685080" cy="832485"/>
              </a:xfrm>
              <a:prstGeom prst="rect">
                <a:avLst/>
              </a:prstGeom>
              <a:blipFill rotWithShape="1">
                <a:blip r:embed="rId4"/>
                <a:stretch>
                  <a:fillRect l="-1" t="-60" r="3" b="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1390966" y="2370453"/>
                <a:ext cx="2006752" cy="83248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smtClean="0">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num>
                        <m:den>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2</m:t>
                              </m:r>
                            </m:sup>
                          </m:sSup>
                        </m:den>
                      </m:f>
                    </m:oMath>
                  </m:oMathPara>
                </a14:m>
                <a:endParaRPr lang="zh-CN" altLang="en-US" sz="3000" dirty="0">
                  <a:latin typeface="楷体" panose="02010609060101010101" pitchFamily="49" charset="-122"/>
                  <a:ea typeface="楷体" panose="02010609060101010101" pitchFamily="49" charset="-122"/>
                </a:endParaRPr>
              </a:p>
            </p:txBody>
          </p:sp>
        </mc:Choice>
        <mc:Fallback>
          <p:sp>
            <p:nvSpPr>
              <p:cNvPr id="13" name="标题 1"/>
              <p:cNvSpPr txBox="1">
                <a:spLocks noRot="1" noChangeAspect="1" noMove="1" noResize="1" noEditPoints="1" noAdjustHandles="1" noChangeArrowheads="1" noChangeShapeType="1" noTextEdit="1"/>
              </p:cNvSpPr>
              <p:nvPr/>
            </p:nvSpPr>
            <p:spPr>
              <a:xfrm>
                <a:off x="1390966" y="2370453"/>
                <a:ext cx="2006752" cy="832485"/>
              </a:xfrm>
              <a:prstGeom prst="rect">
                <a:avLst/>
              </a:prstGeom>
              <a:blipFill rotWithShape="1">
                <a:blip r:embed="rId5"/>
                <a:stretch>
                  <a:fillRect l="-16" t="-28604" r="23" b="-28604"/>
                </a:stretch>
              </a:blipFill>
            </p:spPr>
            <p:txBody>
              <a:bodyPr/>
              <a:lstStyle/>
              <a:p>
                <a:r>
                  <a:rPr lang="zh-CN" altLang="en-US">
                    <a:noFill/>
                  </a:rPr>
                  <a:t> </a:t>
                </a:r>
              </a:p>
            </p:txBody>
          </p:sp>
        </mc:Fallback>
      </mc:AlternateContent>
      <p:sp>
        <p:nvSpPr>
          <p:cNvPr id="14" name="矩形 13"/>
          <p:cNvSpPr/>
          <p:nvPr/>
        </p:nvSpPr>
        <p:spPr>
          <a:xfrm>
            <a:off x="2692922" y="3041583"/>
            <a:ext cx="521916" cy="31282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627697" y="2370453"/>
            <a:ext cx="697831" cy="519664"/>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6" name="标题 1"/>
              <p:cNvSpPr txBox="1"/>
              <p:nvPr/>
            </p:nvSpPr>
            <p:spPr>
              <a:xfrm>
                <a:off x="3362482" y="2197536"/>
                <a:ext cx="4169285" cy="83248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00B0F0"/>
                    </a:solidFill>
                    <a:ea typeface="楷体" panose="02010609060101010101" pitchFamily="49" charset="-122"/>
                  </a:rPr>
                  <a:t>展开为</a:t>
                </a:r>
                <a14:m>
                  <m:oMath xmlns:m="http://schemas.openxmlformats.org/officeDocument/2006/math">
                    <m:nary>
                      <m:naryPr>
                        <m:chr m:val="∑"/>
                        <m:ctrlPr>
                          <a:rPr lang="en-US" altLang="zh-CN" sz="3000" i="1">
                            <a:solidFill>
                              <a:srgbClr val="00B0F0"/>
                            </a:solidFill>
                            <a:latin typeface="Cambria Math" panose="02040503050406030204" pitchFamily="18" charset="0"/>
                            <a:ea typeface="楷体" panose="02010609060101010101" pitchFamily="49" charset="-122"/>
                          </a:rPr>
                        </m:ctrlPr>
                      </m:naryPr>
                      <m:sub>
                        <m:r>
                          <m:rPr>
                            <m:brk m:alnAt="23"/>
                          </m:rPr>
                          <a:rPr lang="en-US" altLang="zh-CN" sz="3000" i="1">
                            <a:solidFill>
                              <a:srgbClr val="00B0F0"/>
                            </a:solidFill>
                            <a:latin typeface="Cambria Math" panose="02040503050406030204" pitchFamily="18" charset="0"/>
                            <a:ea typeface="楷体" panose="02010609060101010101" pitchFamily="49" charset="-122"/>
                          </a:rPr>
                          <m:t>𝑛</m:t>
                        </m:r>
                        <m:r>
                          <a:rPr lang="en-US" altLang="zh-CN" sz="3000" i="1">
                            <a:solidFill>
                              <a:srgbClr val="00B0F0"/>
                            </a:solidFill>
                            <a:latin typeface="Cambria Math" panose="02040503050406030204" pitchFamily="18" charset="0"/>
                            <a:ea typeface="楷体" panose="02010609060101010101" pitchFamily="49" charset="-122"/>
                          </a:rPr>
                          <m:t>=</m:t>
                        </m:r>
                        <m:r>
                          <a:rPr lang="en-US" altLang="zh-CN" sz="3000" b="0" i="1" smtClean="0">
                            <a:solidFill>
                              <a:srgbClr val="00B0F0"/>
                            </a:solidFill>
                            <a:latin typeface="Cambria Math" panose="02040503050406030204" pitchFamily="18" charset="0"/>
                            <a:ea typeface="楷体" panose="02010609060101010101" pitchFamily="49" charset="-122"/>
                          </a:rPr>
                          <m:t>−</m:t>
                        </m:r>
                        <m:r>
                          <a:rPr lang="en-US" altLang="zh-CN" sz="3000" b="0" i="1" smtClean="0">
                            <a:solidFill>
                              <a:srgbClr val="00B0F0"/>
                            </a:solidFill>
                            <a:latin typeface="Cambria Math" panose="02040503050406030204" pitchFamily="18" charset="0"/>
                            <a:ea typeface="Cambria Math" panose="02040503050406030204" pitchFamily="18" charset="0"/>
                          </a:rPr>
                          <m:t>∞</m:t>
                        </m:r>
                      </m:sub>
                      <m:sup>
                        <m:r>
                          <a:rPr lang="en-US" altLang="zh-CN" sz="3000" i="1">
                            <a:solidFill>
                              <a:srgbClr val="00B0F0"/>
                            </a:solidFill>
                            <a:latin typeface="Cambria Math" panose="02040503050406030204" pitchFamily="18" charset="0"/>
                            <a:ea typeface="Cambria Math" panose="02040503050406030204" pitchFamily="18" charset="0"/>
                          </a:rPr>
                          <m:t>∞</m:t>
                        </m:r>
                      </m:sup>
                      <m:e>
                        <m:sSub>
                          <m:sSubPr>
                            <m:ctrlPr>
                              <a:rPr lang="en-US" altLang="zh-CN" sz="3000" i="1" smtClean="0">
                                <a:solidFill>
                                  <a:srgbClr val="00B0F0"/>
                                </a:solidFill>
                                <a:latin typeface="Cambria Math" panose="02040503050406030204" pitchFamily="18" charset="0"/>
                                <a:ea typeface="Cambria Math" panose="02040503050406030204" pitchFamily="18" charset="0"/>
                              </a:rPr>
                            </m:ctrlPr>
                          </m:sSubPr>
                          <m:e>
                            <m:r>
                              <a:rPr lang="en-US" altLang="zh-CN" sz="3000" b="0" i="1" smtClean="0">
                                <a:solidFill>
                                  <a:srgbClr val="00B0F0"/>
                                </a:solidFill>
                                <a:latin typeface="Cambria Math" panose="02040503050406030204" pitchFamily="18" charset="0"/>
                                <a:ea typeface="Cambria Math" panose="02040503050406030204" pitchFamily="18" charset="0"/>
                              </a:rPr>
                              <m:t>𝑎</m:t>
                            </m:r>
                          </m:e>
                          <m:sub>
                            <m:r>
                              <a:rPr lang="en-US" altLang="zh-CN" sz="3000" b="0" i="1" smtClean="0">
                                <a:solidFill>
                                  <a:srgbClr val="00B0F0"/>
                                </a:solidFill>
                                <a:latin typeface="Cambria Math" panose="02040503050406030204" pitchFamily="18" charset="0"/>
                                <a:ea typeface="Cambria Math" panose="02040503050406030204" pitchFamily="18" charset="0"/>
                              </a:rPr>
                              <m:t>𝑛</m:t>
                            </m:r>
                          </m:sub>
                        </m:sSub>
                        <m:sSup>
                          <m:sSupPr>
                            <m:ctrlPr>
                              <a:rPr lang="en-US" altLang="zh-CN" sz="3000" i="1">
                                <a:solidFill>
                                  <a:srgbClr val="00B0F0"/>
                                </a:solidFill>
                                <a:latin typeface="Cambria Math" panose="02040503050406030204" pitchFamily="18" charset="0"/>
                                <a:ea typeface="楷体" panose="02010609060101010101" pitchFamily="49" charset="-122"/>
                              </a:rPr>
                            </m:ctrlPr>
                          </m:sSupPr>
                          <m:e>
                            <m:r>
                              <a:rPr lang="en-US" altLang="zh-CN" sz="3000" b="0" i="1" smtClean="0">
                                <a:solidFill>
                                  <a:srgbClr val="00B0F0"/>
                                </a:solidFill>
                                <a:latin typeface="Cambria Math" panose="02040503050406030204" pitchFamily="18" charset="0"/>
                                <a:ea typeface="楷体" panose="02010609060101010101" pitchFamily="49" charset="-122"/>
                              </a:rPr>
                              <m:t>𝑧</m:t>
                            </m:r>
                          </m:e>
                          <m:sup>
                            <m:r>
                              <a:rPr lang="en-US" altLang="zh-CN" sz="3000" i="1">
                                <a:solidFill>
                                  <a:srgbClr val="00B0F0"/>
                                </a:solidFill>
                                <a:latin typeface="Cambria Math" panose="02040503050406030204" pitchFamily="18" charset="0"/>
                                <a:ea typeface="楷体" panose="02010609060101010101" pitchFamily="49" charset="-122"/>
                              </a:rPr>
                              <m:t>𝑛</m:t>
                            </m:r>
                          </m:sup>
                        </m:sSup>
                      </m:e>
                    </m:nary>
                  </m:oMath>
                </a14:m>
                <a:r>
                  <a:rPr lang="zh-CN" altLang="en-US" sz="3000" dirty="0">
                    <a:solidFill>
                      <a:srgbClr val="00B0F0"/>
                    </a:solidFill>
                    <a:latin typeface="楷体" panose="02010609060101010101" pitchFamily="49" charset="-122"/>
                    <a:ea typeface="楷体" panose="02010609060101010101" pitchFamily="49" charset="-122"/>
                  </a:rPr>
                  <a:t>即可</a:t>
                </a:r>
                <a:endParaRPr lang="zh-CN" altLang="en-US" sz="3000" dirty="0">
                  <a:solidFill>
                    <a:srgbClr val="00B0F0"/>
                  </a:solidFill>
                  <a:latin typeface="楷体" panose="02010609060101010101" pitchFamily="49" charset="-122"/>
                  <a:ea typeface="楷体" panose="02010609060101010101" pitchFamily="49" charset="-122"/>
                </a:endParaRPr>
              </a:p>
            </p:txBody>
          </p:sp>
        </mc:Choice>
        <mc:Fallback>
          <p:sp>
            <p:nvSpPr>
              <p:cNvPr id="16" name="标题 1"/>
              <p:cNvSpPr txBox="1">
                <a:spLocks noRot="1" noChangeAspect="1" noMove="1" noResize="1" noEditPoints="1" noAdjustHandles="1" noChangeArrowheads="1" noChangeShapeType="1" noTextEdit="1"/>
              </p:cNvSpPr>
              <p:nvPr/>
            </p:nvSpPr>
            <p:spPr>
              <a:xfrm>
                <a:off x="3362482" y="2197536"/>
                <a:ext cx="4169285" cy="832485"/>
              </a:xfrm>
              <a:prstGeom prst="rect">
                <a:avLst/>
              </a:prstGeom>
              <a:blipFill rotWithShape="1">
                <a:blip r:embed="rId6"/>
                <a:stretch>
                  <a:fillRect l="-4" t="-52" r="1" b="5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标题 1"/>
              <p:cNvSpPr txBox="1"/>
              <p:nvPr/>
            </p:nvSpPr>
            <p:spPr>
              <a:xfrm>
                <a:off x="201815" y="3297686"/>
                <a:ext cx="8845932" cy="83248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泰勒展开：</a:t>
                </a:r>
                <a:r>
                  <a:rPr lang="en-US" altLang="zh-CN" sz="3000" dirty="0">
                    <a:ea typeface="楷体" panose="02010609060101010101" pitchFamily="49" charset="-122"/>
                  </a:rPr>
                  <a:t> </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2</m:t>
                            </m:r>
                          </m:sup>
                        </m:sSup>
                      </m:num>
                      <m:den>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m:t>
                        </m:r>
                      </m:den>
                    </m:f>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𝑛</m:t>
                            </m:r>
                          </m:sup>
                        </m:sSup>
                      </m:num>
                      <m:den>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𝑛</m:t>
                        </m:r>
                        <m:r>
                          <a:rPr lang="en-US" altLang="zh-CN" sz="3000" i="1">
                            <a:latin typeface="Cambria Math" panose="02040503050406030204" pitchFamily="18" charset="0"/>
                            <a:ea typeface="楷体" panose="02010609060101010101" pitchFamily="49" charset="-122"/>
                          </a:rPr>
                          <m:t>!</m:t>
                        </m:r>
                      </m:den>
                    </m:f>
                    <m:r>
                      <a:rPr lang="en-US" altLang="zh-CN" sz="3000" b="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m:t>
                    </m:r>
                    <m:d>
                      <m:dPr>
                        <m:begChr m:val="|"/>
                        <m:endChr m:val="|"/>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𝑧</m:t>
                        </m:r>
                      </m:e>
                    </m:d>
                    <m:r>
                      <a:rPr lang="en-US" altLang="zh-CN" sz="3000" b="0" i="1" smtClean="0">
                        <a:latin typeface="Cambria Math" panose="02040503050406030204" pitchFamily="18" charset="0"/>
                        <a:ea typeface="Cambria Math" panose="02040503050406030204" pitchFamily="18" charset="0"/>
                      </a:rPr>
                      <m:t>&lt;+∞</m:t>
                    </m:r>
                  </m:oMath>
                </a14:m>
                <a:endParaRPr lang="zh-CN" altLang="en-US" sz="3000" dirty="0">
                  <a:latin typeface="楷体" panose="02010609060101010101" pitchFamily="49" charset="-122"/>
                  <a:ea typeface="楷体" panose="02010609060101010101" pitchFamily="49" charset="-122"/>
                </a:endParaRPr>
              </a:p>
            </p:txBody>
          </p:sp>
        </mc:Choice>
        <mc:Fallback>
          <p:sp>
            <p:nvSpPr>
              <p:cNvPr id="17" name="标题 1"/>
              <p:cNvSpPr txBox="1">
                <a:spLocks noRot="1" noChangeAspect="1" noMove="1" noResize="1" noEditPoints="1" noAdjustHandles="1" noChangeArrowheads="1" noChangeShapeType="1" noTextEdit="1"/>
              </p:cNvSpPr>
              <p:nvPr/>
            </p:nvSpPr>
            <p:spPr>
              <a:xfrm>
                <a:off x="201815" y="3297686"/>
                <a:ext cx="8845932" cy="832485"/>
              </a:xfrm>
              <a:prstGeom prst="rect">
                <a:avLst/>
              </a:prstGeom>
              <a:blipFill rotWithShape="1">
                <a:blip r:embed="rId7"/>
                <a:stretch>
                  <a:fillRect l="-6" t="-13364" r="3" b="-1340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标题 1"/>
              <p:cNvSpPr txBox="1"/>
              <p:nvPr/>
            </p:nvSpPr>
            <p:spPr>
              <a:xfrm>
                <a:off x="452072" y="4144913"/>
                <a:ext cx="6497368" cy="83248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num>
                      <m:den>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2</m:t>
                            </m:r>
                          </m:sup>
                        </m:sSup>
                      </m:den>
                    </m:f>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2</m:t>
                            </m:r>
                          </m:sup>
                        </m:sSup>
                      </m:den>
                    </m:f>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2</m:t>
                            </m:r>
                          </m:sup>
                        </m:sSup>
                      </m:num>
                      <m:den>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m:t>
                        </m:r>
                      </m:den>
                    </m:f>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𝑛</m:t>
                            </m:r>
                          </m:sup>
                        </m:sSup>
                      </m:num>
                      <m:den>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𝑛</m:t>
                        </m:r>
                        <m:r>
                          <a:rPr lang="en-US" altLang="zh-CN" sz="3000" i="1">
                            <a:latin typeface="Cambria Math" panose="02040503050406030204" pitchFamily="18" charset="0"/>
                            <a:ea typeface="楷体" panose="02010609060101010101" pitchFamily="49" charset="-122"/>
                          </a:rPr>
                          <m:t>!</m:t>
                        </m:r>
                      </m:den>
                    </m:f>
                    <m:r>
                      <a:rPr lang="en-US" altLang="zh-CN" sz="3000" b="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m:t>
                    </m:r>
                  </m:oMath>
                </a14:m>
                <a:r>
                  <a:rPr lang="zh-CN" altLang="en-US" sz="3000" dirty="0">
                    <a:latin typeface="楷体" panose="02010609060101010101" pitchFamily="49" charset="-122"/>
                    <a:ea typeface="楷体" panose="02010609060101010101" pitchFamily="49" charset="-122"/>
                  </a:rPr>
                  <a:t> </a:t>
                </a:r>
                <a:endParaRPr lang="zh-CN" altLang="en-US" sz="3000" dirty="0">
                  <a:latin typeface="楷体" panose="02010609060101010101" pitchFamily="49" charset="-122"/>
                  <a:ea typeface="楷体" panose="02010609060101010101" pitchFamily="49" charset="-122"/>
                </a:endParaRPr>
              </a:p>
            </p:txBody>
          </p:sp>
        </mc:Choice>
        <mc:Fallback>
          <p:sp>
            <p:nvSpPr>
              <p:cNvPr id="18" name="标题 1"/>
              <p:cNvSpPr txBox="1">
                <a:spLocks noRot="1" noChangeAspect="1" noMove="1" noResize="1" noEditPoints="1" noAdjustHandles="1" noChangeArrowheads="1" noChangeShapeType="1" noTextEdit="1"/>
              </p:cNvSpPr>
              <p:nvPr/>
            </p:nvSpPr>
            <p:spPr>
              <a:xfrm>
                <a:off x="452072" y="4144913"/>
                <a:ext cx="6497368" cy="832485"/>
              </a:xfrm>
              <a:prstGeom prst="rect">
                <a:avLst/>
              </a:prstGeom>
              <a:blipFill rotWithShape="1">
                <a:blip r:embed="rId8"/>
                <a:stretch>
                  <a:fillRect l="-9" t="-13381" b="-1339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标题 1"/>
              <p:cNvSpPr txBox="1"/>
              <p:nvPr/>
            </p:nvSpPr>
            <p:spPr>
              <a:xfrm>
                <a:off x="1231469" y="4967672"/>
                <a:ext cx="7094383" cy="83248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b="0" dirty="0">
                    <a:ea typeface="楷体" panose="02010609060101010101" pitchFamily="49" charset="-122"/>
                  </a:rPr>
                  <a:t> </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2</m:t>
                            </m:r>
                          </m:sup>
                        </m:sSup>
                      </m:den>
                    </m:f>
                    <m:r>
                      <a:rPr lang="en-US" altLang="zh-CN" sz="3000" i="1">
                        <a:latin typeface="Cambria Math" panose="02040503050406030204" pitchFamily="18" charset="0"/>
                        <a:ea typeface="楷体" panose="02010609060101010101" pitchFamily="49" charset="-122"/>
                        <a:cs typeface="Cambria Math" panose="02040503050406030204" pitchFamily="18" charset="0"/>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𝑧</m:t>
                        </m:r>
                      </m:den>
                    </m:f>
                    <m:r>
                      <a:rPr lang="en-US" altLang="zh-CN" sz="3000" i="1">
                        <a:latin typeface="Cambria Math" panose="02040503050406030204" pitchFamily="18" charset="0"/>
                        <a:ea typeface="楷体" panose="02010609060101010101" pitchFamily="49" charset="-122"/>
                        <a:cs typeface="Cambria Math" panose="02040503050406030204" pitchFamily="18" charset="0"/>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m:t>
                        </m:r>
                      </m:den>
                    </m:f>
                    <m:r>
                      <a:rPr lang="en-US" altLang="zh-CN" sz="3000" i="1">
                        <a:latin typeface="Cambria Math" panose="02040503050406030204" pitchFamily="18" charset="0"/>
                        <a:ea typeface="楷体" panose="02010609060101010101" pitchFamily="49" charset="-122"/>
                        <a:cs typeface="Cambria Math" panose="02040503050406030204" pitchFamily="18" charset="0"/>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𝑧</m:t>
                        </m:r>
                      </m:num>
                      <m:den>
                        <m:r>
                          <a:rPr lang="en-US" altLang="zh-CN" sz="3000" i="1">
                            <a:latin typeface="Cambria Math" panose="02040503050406030204" pitchFamily="18" charset="0"/>
                            <a:ea typeface="楷体" panose="02010609060101010101" pitchFamily="49" charset="-122"/>
                          </a:rPr>
                          <m:t>3</m:t>
                        </m:r>
                        <m:r>
                          <a:rPr lang="en-US" altLang="zh-CN" sz="3000" i="1">
                            <a:latin typeface="Cambria Math" panose="02040503050406030204" pitchFamily="18" charset="0"/>
                            <a:ea typeface="楷体" panose="02010609060101010101" pitchFamily="49" charset="-122"/>
                          </a:rPr>
                          <m:t>!</m:t>
                        </m:r>
                      </m:den>
                    </m:f>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2</m:t>
                            </m:r>
                          </m:sup>
                        </m:sSup>
                      </m:num>
                      <m:den>
                        <m:r>
                          <a:rPr lang="en-US" altLang="zh-CN" sz="3000" i="1">
                            <a:latin typeface="Cambria Math" panose="02040503050406030204" pitchFamily="18" charset="0"/>
                            <a:ea typeface="楷体" panose="02010609060101010101" pitchFamily="49" charset="-122"/>
                          </a:rPr>
                          <m:t>4</m:t>
                        </m:r>
                        <m:r>
                          <a:rPr lang="en-US" altLang="zh-CN" sz="3000" i="1">
                            <a:latin typeface="Cambria Math" panose="02040503050406030204" pitchFamily="18" charset="0"/>
                            <a:ea typeface="楷体" panose="02010609060101010101" pitchFamily="49" charset="-122"/>
                          </a:rPr>
                          <m:t>!</m:t>
                        </m:r>
                      </m:den>
                    </m:f>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0</m:t>
                    </m:r>
                    <m:r>
                      <a:rPr lang="en-US" altLang="zh-CN" sz="3000" b="0" i="1" smtClean="0">
                        <a:latin typeface="Cambria Math" panose="02040503050406030204" pitchFamily="18" charset="0"/>
                        <a:ea typeface="Cambria Math" panose="02040503050406030204" pitchFamily="18" charset="0"/>
                      </a:rPr>
                      <m:t>&lt;</m:t>
                    </m:r>
                    <m:d>
                      <m:dPr>
                        <m:begChr m:val="|"/>
                        <m:endChr m:val="|"/>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𝑧</m:t>
                        </m:r>
                      </m:e>
                    </m:d>
                    <m:r>
                      <a:rPr lang="en-US" altLang="zh-CN" sz="3000" i="1">
                        <a:latin typeface="Cambria Math" panose="02040503050406030204" pitchFamily="18" charset="0"/>
                        <a:ea typeface="Cambria Math" panose="02040503050406030204" pitchFamily="18" charset="0"/>
                      </a:rPr>
                      <m:t>&lt;+∞</m:t>
                    </m:r>
                  </m:oMath>
                </a14:m>
                <a:endParaRPr lang="zh-CN" altLang="en-US" sz="3000" dirty="0">
                  <a:latin typeface="楷体" panose="02010609060101010101" pitchFamily="49" charset="-122"/>
                  <a:ea typeface="楷体" panose="02010609060101010101" pitchFamily="49" charset="-122"/>
                </a:endParaRPr>
              </a:p>
            </p:txBody>
          </p:sp>
        </mc:Choice>
        <mc:Fallback>
          <p:sp>
            <p:nvSpPr>
              <p:cNvPr id="19" name="标题 1"/>
              <p:cNvSpPr txBox="1">
                <a:spLocks noRot="1" noChangeAspect="1" noMove="1" noResize="1" noEditPoints="1" noAdjustHandles="1" noChangeArrowheads="1" noChangeShapeType="1" noTextEdit="1"/>
              </p:cNvSpPr>
              <p:nvPr/>
            </p:nvSpPr>
            <p:spPr>
              <a:xfrm>
                <a:off x="1231469" y="4967672"/>
                <a:ext cx="7094383" cy="832485"/>
              </a:xfrm>
              <a:prstGeom prst="rect">
                <a:avLst/>
              </a:prstGeom>
              <a:blipFill rotWithShape="1">
                <a:blip r:embed="rId9"/>
                <a:stretch>
                  <a:fillRect l="-3" t="-13357" r="5" b="-1341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animBg="1"/>
      <p:bldP spid="15" grpId="0" animBg="1"/>
      <p:bldP spid="16" grpId="0"/>
      <p:bldP spid="17" grpId="0"/>
      <p:bldP spid="18" grpId="0"/>
      <p:bldP spid="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标题 1"/>
              <p:cNvSpPr txBox="1"/>
              <p:nvPr/>
            </p:nvSpPr>
            <p:spPr>
              <a:xfrm>
                <a:off x="122036" y="412549"/>
                <a:ext cx="8207375" cy="9277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𝐸𝑔</m:t>
                    </m:r>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𝑧</m:t>
                        </m:r>
                      </m:e>
                      <m:sup>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𝑐𝑜𝑠</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den>
                    </m:f>
                  </m:oMath>
                </a14:m>
                <a:r>
                  <a:rPr lang="zh-CN" altLang="en-US" sz="3000" dirty="0">
                    <a:latin typeface="楷体" panose="02010609060101010101" pitchFamily="49" charset="-122"/>
                    <a:ea typeface="楷体" panose="02010609060101010101" pitchFamily="49" charset="-122"/>
                  </a:rPr>
                  <a:t>在</a:t>
                </a:r>
                <a14:m>
                  <m:oMath xmlns:m="http://schemas.openxmlformats.org/officeDocument/2006/math">
                    <m:r>
                      <a:rPr lang="en-US" altLang="zh-CN" sz="3000" b="0" i="1" dirty="0" smtClean="0">
                        <a:latin typeface="Cambria Math" panose="02040503050406030204" pitchFamily="18" charset="0"/>
                        <a:ea typeface="楷体" panose="02010609060101010101" pitchFamily="49" charset="-122"/>
                      </a:rPr>
                      <m:t>0</m:t>
                    </m:r>
                    <m:r>
                      <a:rPr lang="en-US" altLang="zh-CN" sz="3000" b="0" i="1" dirty="0" smtClean="0">
                        <a:latin typeface="Cambria Math" panose="02040503050406030204" pitchFamily="18" charset="0"/>
                        <a:ea typeface="楷体" panose="02010609060101010101" pitchFamily="49" charset="-122"/>
                      </a:rPr>
                      <m:t>&lt;</m:t>
                    </m:r>
                    <m:d>
                      <m:dPr>
                        <m:begChr m:val="|"/>
                        <m:endChr m:val="|"/>
                        <m:ctrlPr>
                          <a:rPr lang="en-US" altLang="zh-CN" sz="3000" b="0" i="1" dirty="0" smtClean="0">
                            <a:latin typeface="Cambria Math" panose="02040503050406030204" pitchFamily="18" charset="0"/>
                            <a:ea typeface="楷体" panose="02010609060101010101" pitchFamily="49" charset="-122"/>
                          </a:rPr>
                        </m:ctrlPr>
                      </m:dPr>
                      <m:e>
                        <m:r>
                          <a:rPr lang="en-US" altLang="zh-CN" sz="3000" b="0" i="1" dirty="0" smtClean="0">
                            <a:latin typeface="Cambria Math" panose="02040503050406030204" pitchFamily="18" charset="0"/>
                            <a:ea typeface="楷体" panose="02010609060101010101" pitchFamily="49" charset="-122"/>
                          </a:rPr>
                          <m:t>𝑧</m:t>
                        </m:r>
                      </m:e>
                    </m:d>
                    <m:r>
                      <a:rPr lang="en-US" altLang="zh-CN" sz="3000" b="0" i="1" dirty="0" smtClean="0">
                        <a:latin typeface="Cambria Math" panose="02040503050406030204" pitchFamily="18" charset="0"/>
                        <a:ea typeface="楷体" panose="02010609060101010101" pitchFamily="49" charset="-122"/>
                      </a:rPr>
                      <m:t>&lt;+</m:t>
                    </m:r>
                    <m:r>
                      <a:rPr lang="en-US" altLang="zh-CN" sz="3000" b="0" i="1" dirty="0" smtClean="0">
                        <a:latin typeface="Cambria Math" panose="02040503050406030204" pitchFamily="18" charset="0"/>
                        <a:ea typeface="Cambria Math" panose="02040503050406030204" pitchFamily="18" charset="0"/>
                      </a:rPr>
                      <m:t>∞</m:t>
                    </m:r>
                  </m:oMath>
                </a14:m>
                <a:r>
                  <a:rPr lang="zh-CN" altLang="en-US" sz="3000" dirty="0">
                    <a:latin typeface="楷体" panose="02010609060101010101" pitchFamily="49" charset="-122"/>
                    <a:ea typeface="楷体" panose="02010609060101010101" pitchFamily="49" charset="-122"/>
                  </a:rPr>
                  <a:t>内展开成</a:t>
                </a:r>
                <a:r>
                  <a:rPr lang="en-US" altLang="zh-CN" sz="3000" dirty="0">
                    <a:latin typeface="楷体" panose="02010609060101010101" pitchFamily="49" charset="-122"/>
                    <a:ea typeface="楷体" panose="02010609060101010101" pitchFamily="49" charset="-122"/>
                  </a:rPr>
                  <a:t>Laurent</a:t>
                </a:r>
                <a:r>
                  <a:rPr lang="zh-CN" altLang="en-US" sz="3000" dirty="0">
                    <a:latin typeface="楷体" panose="02010609060101010101" pitchFamily="49" charset="-122"/>
                    <a:ea typeface="楷体" panose="02010609060101010101" pitchFamily="49" charset="-122"/>
                  </a:rPr>
                  <a:t>级数</a:t>
                </a:r>
                <a:endParaRPr lang="zh-CN" altLang="en-US" sz="30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122036" y="412549"/>
                <a:ext cx="8207375" cy="927735"/>
              </a:xfrm>
              <a:prstGeom prst="rect">
                <a:avLst/>
              </a:prstGeom>
              <a:blipFill rotWithShape="1">
                <a:blip r:embed="rId1"/>
                <a:stretch>
                  <a:fillRect l="-1" t="-2374" r="1" b="-2349"/>
                </a:stretch>
              </a:blipFill>
            </p:spPr>
            <p:txBody>
              <a:bodyPr/>
              <a:lstStyle/>
              <a:p>
                <a:r>
                  <a:rPr lang="zh-CN" altLang="en-US">
                    <a:noFill/>
                  </a:rPr>
                  <a:t> </a:t>
                </a:r>
              </a:p>
            </p:txBody>
          </p:sp>
        </mc:Fallback>
      </mc:AlternateContent>
      <p:grpSp>
        <p:nvGrpSpPr>
          <p:cNvPr id="4" name="组合 3"/>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6"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2"/>
                </a:blipFill>
              </p:spPr>
              <p:txBody>
                <a:bodyPr/>
                <a:lstStyle/>
                <a:p>
                  <a:r>
                    <a:rPr lang="zh-CN" altLang="en-US">
                      <a:noFill/>
                    </a:rPr>
                    <a:t> </a:t>
                  </a:r>
                </a:p>
              </p:txBody>
            </p:sp>
          </mc:Fallback>
        </mc:AlternateContent>
        <p:cxnSp>
          <p:nvCxnSpPr>
            <p:cNvPr id="9" name="直接连接符 8"/>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 name="标题 1"/>
              <p:cNvSpPr txBox="1"/>
              <p:nvPr/>
            </p:nvSpPr>
            <p:spPr>
              <a:xfrm>
                <a:off x="163746" y="1247075"/>
                <a:ext cx="8207375" cy="9277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0" dirty="0">
                    <a:ea typeface="楷体" panose="02010609060101010101" pitchFamily="49" charset="-122"/>
                  </a:rPr>
                  <a:t>解</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𝑐𝑜𝑠</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𝑐𝑜𝑠𝑡</m:t>
                    </m:r>
                  </m:oMath>
                </a14:m>
                <a:endParaRPr lang="zh-CN" altLang="en-US" sz="30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163746" y="1247075"/>
                <a:ext cx="8207375" cy="927735"/>
              </a:xfrm>
              <a:prstGeom prst="rect">
                <a:avLst/>
              </a:prstGeom>
              <a:blipFill rotWithShape="1">
                <a:blip r:embed="rId3"/>
                <a:stretch>
                  <a:fillRect l="-7" t="-2389" r="7" b="-23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683334" y="3811459"/>
                <a:ext cx="8207375" cy="9277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b="0" dirty="0">
                    <a:ea typeface="Cambria Math" panose="02040503050406030204" pitchFamily="18" charset="0"/>
                  </a:rPr>
                  <a:t> </a:t>
                </a:r>
                <a14:m>
                  <m:oMath xmlns:m="http://schemas.openxmlformats.org/officeDocument/2006/math">
                    <m:r>
                      <a:rPr lang="en-US" altLang="zh-CN" sz="3000" b="0" i="1" smtClean="0">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𝑧</m:t>
                        </m:r>
                      </m:e>
                      <m:sup>
                        <m:r>
                          <a:rPr lang="en-US" altLang="zh-CN" sz="3000" i="1">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𝑐𝑜𝑠</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𝑧</m:t>
                        </m:r>
                      </m:e>
                      <m:sup>
                        <m:r>
                          <a:rPr lang="en-US" altLang="zh-CN" sz="3000" i="1">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1</m:t>
                    </m:r>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m:t>
                        </m:r>
                      </m:den>
                    </m:f>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𝑧</m:t>
                            </m:r>
                          </m:den>
                        </m:f>
                        <m:r>
                          <a:rPr lang="en-US" altLang="zh-CN" sz="3000" i="1">
                            <a:latin typeface="Cambria Math" panose="02040503050406030204" pitchFamily="18" charset="0"/>
                            <a:ea typeface="楷体" panose="02010609060101010101" pitchFamily="49" charset="-122"/>
                          </a:rPr>
                          <m:t>)</m:t>
                        </m:r>
                      </m:e>
                      <m:sup>
                        <m:r>
                          <a:rPr lang="en-US" altLang="zh-CN" sz="3000" i="1">
                            <a:latin typeface="Cambria Math" panose="02040503050406030204" pitchFamily="18" charset="0"/>
                            <a:ea typeface="楷体" panose="02010609060101010101" pitchFamily="49" charset="-122"/>
                          </a:rPr>
                          <m:t>2</m:t>
                        </m:r>
                      </m:sup>
                    </m:sSup>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4</m:t>
                        </m:r>
                        <m:r>
                          <a:rPr lang="en-US" altLang="zh-CN" sz="3000" i="1">
                            <a:latin typeface="Cambria Math" panose="02040503050406030204" pitchFamily="18" charset="0"/>
                            <a:ea typeface="楷体" panose="02010609060101010101" pitchFamily="49" charset="-122"/>
                          </a:rPr>
                          <m:t>!</m:t>
                        </m:r>
                      </m:den>
                    </m:f>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𝑧</m:t>
                            </m:r>
                          </m:den>
                        </m:f>
                        <m:r>
                          <a:rPr lang="en-US" altLang="zh-CN" sz="3000" i="1">
                            <a:latin typeface="Cambria Math" panose="02040503050406030204" pitchFamily="18" charset="0"/>
                            <a:ea typeface="楷体" panose="02010609060101010101" pitchFamily="49" charset="-122"/>
                          </a:rPr>
                          <m:t>)</m:t>
                        </m:r>
                      </m:e>
                      <m:sup>
                        <m:r>
                          <a:rPr lang="en-US" altLang="zh-CN" sz="3000" i="1">
                            <a:latin typeface="Cambria Math" panose="02040503050406030204" pitchFamily="18" charset="0"/>
                            <a:ea typeface="楷体" panose="02010609060101010101" pitchFamily="49" charset="-122"/>
                          </a:rPr>
                          <m:t>4</m:t>
                        </m:r>
                      </m:sup>
                    </m:s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楷体" panose="02010609060101010101" pitchFamily="49" charset="-122"/>
                      </a:rPr>
                      <m:t>)</m:t>
                    </m:r>
                  </m:oMath>
                </a14:m>
                <a:endParaRPr lang="zh-CN" altLang="en-US"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683334" y="3811459"/>
                <a:ext cx="8207375" cy="927735"/>
              </a:xfrm>
              <a:prstGeom prst="rect">
                <a:avLst/>
              </a:prstGeom>
              <a:blipFill rotWithShape="1">
                <a:blip r:embed="rId4"/>
                <a:stretch>
                  <a:fillRect l="-1" t="-2348" r="1" b="-237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标题 1"/>
              <p:cNvSpPr txBox="1"/>
              <p:nvPr/>
            </p:nvSpPr>
            <p:spPr>
              <a:xfrm>
                <a:off x="1567430" y="2016509"/>
                <a:ext cx="5757395" cy="9277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b="0" dirty="0">
                    <a:ea typeface="楷体" panose="02010609060101010101" pitchFamily="49" charset="-122"/>
                  </a:rPr>
                  <a:t> </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m:t>
                        </m:r>
                      </m:den>
                    </m:f>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𝑡</m:t>
                        </m:r>
                      </m:e>
                      <m:sup>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4</m:t>
                        </m:r>
                        <m:r>
                          <a:rPr lang="en-US" altLang="zh-CN" sz="3000" i="1">
                            <a:latin typeface="Cambria Math" panose="02040503050406030204" pitchFamily="18" charset="0"/>
                            <a:ea typeface="楷体" panose="02010609060101010101" pitchFamily="49" charset="-122"/>
                          </a:rPr>
                          <m:t>!</m:t>
                        </m:r>
                      </m:den>
                    </m:f>
                    <m:sSup>
                      <m:sSupPr>
                        <m:ctrlPr>
                          <a:rPr lang="en-US" altLang="zh-CN" sz="3000" i="1">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𝑡</m:t>
                        </m:r>
                      </m:e>
                      <m:sup>
                        <m:r>
                          <a:rPr lang="en-US" altLang="zh-CN" sz="3000" b="0" i="1" smtClean="0">
                            <a:latin typeface="Cambria Math" panose="02040503050406030204" pitchFamily="18" charset="0"/>
                            <a:ea typeface="楷体" panose="02010609060101010101" pitchFamily="49" charset="-122"/>
                          </a:rPr>
                          <m:t>4</m:t>
                        </m:r>
                      </m:sup>
                    </m:s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Cambria Math" panose="02040503050406030204" pitchFamily="18" charset="0"/>
                      </a:rPr>
                      <m:t>⋯,</m:t>
                    </m:r>
                    <m:d>
                      <m:dPr>
                        <m:begChr m:val="|"/>
                        <m:endChr m:val="|"/>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𝑧</m:t>
                        </m:r>
                      </m:e>
                    </m:d>
                    <m:r>
                      <a:rPr lang="en-US" altLang="zh-CN" sz="3000" b="0" i="1" smtClean="0">
                        <a:latin typeface="Cambria Math" panose="02040503050406030204" pitchFamily="18" charset="0"/>
                        <a:ea typeface="Cambria Math" panose="02040503050406030204" pitchFamily="18" charset="0"/>
                      </a:rPr>
                      <m:t>&lt;+∞</m:t>
                    </m:r>
                  </m:oMath>
                </a14:m>
                <a:endParaRPr lang="zh-CN" altLang="en-US" sz="3000" dirty="0">
                  <a:latin typeface="楷体" panose="02010609060101010101" pitchFamily="49" charset="-122"/>
                  <a:ea typeface="楷体" panose="02010609060101010101" pitchFamily="49" charset="-122"/>
                </a:endParaRPr>
              </a:p>
            </p:txBody>
          </p:sp>
        </mc:Choice>
        <mc:Fallback>
          <p:sp>
            <p:nvSpPr>
              <p:cNvPr id="5" name="标题 1"/>
              <p:cNvSpPr txBox="1">
                <a:spLocks noRot="1" noChangeAspect="1" noMove="1" noResize="1" noEditPoints="1" noAdjustHandles="1" noChangeArrowheads="1" noChangeShapeType="1" noTextEdit="1"/>
              </p:cNvSpPr>
              <p:nvPr/>
            </p:nvSpPr>
            <p:spPr>
              <a:xfrm>
                <a:off x="1567430" y="2016509"/>
                <a:ext cx="5757395" cy="927735"/>
              </a:xfrm>
              <a:prstGeom prst="rect">
                <a:avLst/>
              </a:prstGeom>
              <a:blipFill rotWithShape="1">
                <a:blip r:embed="rId5"/>
                <a:stretch>
                  <a:fillRect l="-4" t="-2369" r="2" b="-235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1604326" y="2851035"/>
                <a:ext cx="6365392" cy="9277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b="0" dirty="0">
                    <a:ea typeface="楷体" panose="02010609060101010101" pitchFamily="49" charset="-122"/>
                  </a:rPr>
                  <a:t> </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m:t>
                        </m:r>
                      </m:den>
                    </m:f>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楷体" panose="02010609060101010101" pitchFamily="49" charset="-122"/>
                          </a:rPr>
                          <m:t>)</m:t>
                        </m:r>
                      </m:e>
                      <m:sup>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4</m:t>
                        </m:r>
                        <m:r>
                          <a:rPr lang="en-US" altLang="zh-CN" sz="3000" i="1">
                            <a:latin typeface="Cambria Math" panose="02040503050406030204" pitchFamily="18" charset="0"/>
                            <a:ea typeface="楷体" panose="02010609060101010101" pitchFamily="49" charset="-122"/>
                          </a:rPr>
                          <m:t>!</m:t>
                        </m:r>
                      </m:den>
                    </m:f>
                    <m:sSup>
                      <m:sSupPr>
                        <m:ctrlPr>
                          <a:rPr lang="en-US" altLang="zh-CN" sz="3000" i="1">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楷体" panose="02010609060101010101" pitchFamily="49" charset="-122"/>
                          </a:rPr>
                          <m:t>)</m:t>
                        </m:r>
                      </m:e>
                      <m:sup>
                        <m:r>
                          <a:rPr lang="en-US" altLang="zh-CN" sz="3000" b="0" i="1" smtClean="0">
                            <a:latin typeface="Cambria Math" panose="02040503050406030204" pitchFamily="18" charset="0"/>
                            <a:ea typeface="楷体" panose="02010609060101010101" pitchFamily="49" charset="-122"/>
                          </a:rPr>
                          <m:t>4</m:t>
                        </m:r>
                      </m:sup>
                    </m:s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Cambria Math" panose="02040503050406030204" pitchFamily="18" charset="0"/>
                      </a:rPr>
                      <m:t>⋯,</m:t>
                    </m:r>
                    <m:d>
                      <m:dPr>
                        <m:begChr m:val="|"/>
                        <m:endChr m:val="|"/>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𝑧</m:t>
                        </m:r>
                      </m:e>
                    </m:d>
                    <m:r>
                      <a:rPr lang="en-US" altLang="zh-CN" sz="3000" b="0" i="1" smtClean="0">
                        <a:latin typeface="Cambria Math" panose="02040503050406030204" pitchFamily="18" charset="0"/>
                        <a:ea typeface="Cambria Math" panose="02040503050406030204" pitchFamily="18" charset="0"/>
                      </a:rPr>
                      <m:t>&lt;+∞</m:t>
                    </m:r>
                  </m:oMath>
                </a14:m>
                <a:endParaRPr lang="zh-CN" altLang="en-US" sz="30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1604326" y="2851035"/>
                <a:ext cx="6365392" cy="927735"/>
              </a:xfrm>
              <a:prstGeom prst="rect">
                <a:avLst/>
              </a:prstGeom>
              <a:blipFill rotWithShape="1">
                <a:blip r:embed="rId6"/>
                <a:stretch>
                  <a:fillRect l="-5" t="-2383" r="7" b="-23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2374522" y="4678674"/>
                <a:ext cx="5954889" cy="9277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𝑧</m:t>
                        </m:r>
                      </m:e>
                      <m:sup>
                        <m:r>
                          <a:rPr lang="en-US" altLang="zh-CN" sz="3000" i="1">
                            <a:latin typeface="Cambria Math" panose="02040503050406030204" pitchFamily="18" charset="0"/>
                            <a:ea typeface="楷体" panose="02010609060101010101" pitchFamily="49" charset="-122"/>
                          </a:rPr>
                          <m:t>2</m:t>
                        </m:r>
                      </m:sup>
                    </m:sSup>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m:t>
                        </m:r>
                      </m:den>
                    </m:f>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4</m:t>
                        </m:r>
                        <m:r>
                          <a:rPr lang="en-US" altLang="zh-CN" sz="3000" i="1">
                            <a:latin typeface="Cambria Math" panose="02040503050406030204" pitchFamily="18" charset="0"/>
                            <a:ea typeface="楷体" panose="02010609060101010101" pitchFamily="49" charset="-122"/>
                          </a:rPr>
                          <m:t>!</m:t>
                        </m:r>
                      </m:den>
                    </m:f>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𝑧</m:t>
                            </m:r>
                          </m:e>
                          <m:sup>
                            <m:r>
                              <a:rPr lang="en-US" altLang="zh-CN" sz="3000" b="0" i="1" smtClean="0">
                                <a:latin typeface="Cambria Math" panose="02040503050406030204" pitchFamily="18" charset="0"/>
                                <a:ea typeface="楷体" panose="02010609060101010101" pitchFamily="49" charset="-122"/>
                              </a:rPr>
                              <m:t>2</m:t>
                            </m:r>
                          </m:sup>
                        </m:sSup>
                      </m:den>
                    </m:f>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Cambria Math" panose="02040503050406030204" pitchFamily="18" charset="0"/>
                      </a:rPr>
                      <m:t>⋯</m:t>
                    </m:r>
                    <m:r>
                      <a:rPr lang="en-US" altLang="zh-CN" sz="3000" b="0" i="0" smtClean="0">
                        <a:latin typeface="Cambria Math" panose="02040503050406030204" pitchFamily="18" charset="0"/>
                        <a:ea typeface="Cambria Math" panose="02040503050406030204" pitchFamily="18" charset="0"/>
                      </a:rPr>
                      <m:t>,</m:t>
                    </m:r>
                    <m:r>
                      <a:rPr lang="en-US" altLang="zh-CN" sz="3000" b="0" i="0" smtClean="0">
                        <a:latin typeface="Cambria Math" panose="02040503050406030204" pitchFamily="18" charset="0"/>
                        <a:ea typeface="Cambria Math" panose="02040503050406030204" pitchFamily="18" charset="0"/>
                      </a:rPr>
                      <m:t>0</m:t>
                    </m:r>
                    <m:r>
                      <a:rPr lang="en-US" altLang="zh-CN" sz="3000" b="0" i="0" smtClean="0">
                        <a:latin typeface="Cambria Math" panose="02040503050406030204" pitchFamily="18" charset="0"/>
                        <a:ea typeface="Cambria Math" panose="02040503050406030204" pitchFamily="18" charset="0"/>
                      </a:rPr>
                      <m:t>&lt;</m:t>
                    </m:r>
                    <m:d>
                      <m:dPr>
                        <m:begChr m:val="|"/>
                        <m:endChr m:val="|"/>
                        <m:ctrlPr>
                          <a:rPr lang="en-US" altLang="zh-CN" sz="3000" i="1">
                            <a:latin typeface="Cambria Math" panose="02040503050406030204" pitchFamily="18" charset="0"/>
                            <a:ea typeface="Cambria Math" panose="02040503050406030204" pitchFamily="18" charset="0"/>
                          </a:rPr>
                        </m:ctrlPr>
                      </m:dPr>
                      <m:e>
                        <m:r>
                          <a:rPr lang="en-US" altLang="zh-CN" sz="3000" i="1">
                            <a:latin typeface="Cambria Math" panose="02040503050406030204" pitchFamily="18" charset="0"/>
                            <a:ea typeface="Cambria Math" panose="02040503050406030204" pitchFamily="18" charset="0"/>
                          </a:rPr>
                          <m:t>𝑧</m:t>
                        </m:r>
                      </m:e>
                    </m:d>
                    <m:r>
                      <a:rPr lang="en-US" altLang="zh-CN" sz="3000" i="1">
                        <a:latin typeface="Cambria Math" panose="02040503050406030204" pitchFamily="18" charset="0"/>
                        <a:ea typeface="Cambria Math" panose="02040503050406030204" pitchFamily="18" charset="0"/>
                      </a:rPr>
                      <m:t>&lt;+∞</m:t>
                    </m:r>
                  </m:oMath>
                </a14:m>
                <a:r>
                  <a:rPr lang="zh-CN" altLang="en-US" sz="3000" dirty="0">
                    <a:latin typeface="楷体" panose="02010609060101010101" pitchFamily="49" charset="-122"/>
                    <a:ea typeface="楷体" panose="02010609060101010101" pitchFamily="49" charset="-122"/>
                  </a:rPr>
                  <a:t> </a:t>
                </a:r>
                <a:endParaRPr lang="zh-CN" altLang="en-US" sz="3000" dirty="0">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2374522" y="4678674"/>
                <a:ext cx="5954889" cy="927735"/>
              </a:xfrm>
              <a:prstGeom prst="rect">
                <a:avLst/>
              </a:prstGeom>
              <a:blipFill rotWithShape="1">
                <a:blip r:embed="rId7"/>
                <a:stretch>
                  <a:fillRect l="-4" t="-2395" r="2" b="-232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5"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标题 1"/>
              <p:cNvSpPr txBox="1"/>
              <p:nvPr/>
            </p:nvSpPr>
            <p:spPr>
              <a:xfrm>
                <a:off x="122036" y="394635"/>
                <a:ext cx="8588375" cy="10191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𝐸𝑔</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m:t>
                        </m:r>
                      </m:den>
                    </m:f>
                  </m:oMath>
                </a14:m>
                <a:r>
                  <a:rPr lang="zh-CN" altLang="en-US" sz="3000" dirty="0">
                    <a:latin typeface="Cambria Math" panose="02040503050406030204" pitchFamily="18" charset="0"/>
                    <a:ea typeface="楷体" panose="02010609060101010101" pitchFamily="49" charset="-122"/>
                  </a:rPr>
                  <a:t>在</a:t>
                </a:r>
                <a14:m>
                  <m:oMath xmlns:m="http://schemas.openxmlformats.org/officeDocument/2006/math">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0</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处展开为</a:t>
                </a:r>
                <a14:m>
                  <m:oMath xmlns:m="http://schemas.openxmlformats.org/officeDocument/2006/math">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𝐿𝑎𝑢𝑟𝑒𝑛𝑡</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级数</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9" name="标题 1"/>
              <p:cNvSpPr txBox="1">
                <a:spLocks noRot="1" noChangeAspect="1" noMove="1" noResize="1" noEditPoints="1" noAdjustHandles="1" noChangeArrowheads="1" noChangeShapeType="1" noTextEdit="1"/>
              </p:cNvSpPr>
              <p:nvPr/>
            </p:nvSpPr>
            <p:spPr>
              <a:xfrm>
                <a:off x="122036" y="394635"/>
                <a:ext cx="8588375" cy="1019175"/>
              </a:xfrm>
              <a:prstGeom prst="rect">
                <a:avLst/>
              </a:prstGeom>
              <a:blipFill rotWithShape="1">
                <a:blip r:embed="rId1"/>
                <a:stretch>
                  <a:fillRect l="-1" t="-2023" r="1" b="-2089"/>
                </a:stretch>
              </a:blipFill>
            </p:spPr>
            <p:txBody>
              <a:bodyPr/>
              <a:lstStyle/>
              <a:p>
                <a:r>
                  <a:rPr lang="zh-CN" altLang="en-US">
                    <a:noFill/>
                  </a:rPr>
                  <a:t> </a:t>
                </a:r>
              </a:p>
            </p:txBody>
          </p:sp>
        </mc:Fallback>
      </mc:AlternateContent>
      <p:grpSp>
        <p:nvGrpSpPr>
          <p:cNvPr id="4" name="组合 3"/>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6"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2"/>
                </a:blipFill>
              </p:spPr>
              <p:txBody>
                <a:bodyPr/>
                <a:lstStyle/>
                <a:p>
                  <a:r>
                    <a:rPr lang="zh-CN" altLang="en-US">
                      <a:noFill/>
                    </a:rPr>
                    <a:t> </a:t>
                  </a:r>
                </a:p>
              </p:txBody>
            </p:sp>
          </mc:Fallback>
        </mc:AlternateContent>
        <p:cxnSp>
          <p:nvCxnSpPr>
            <p:cNvPr id="7" name="直接连接符 6"/>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8" name="标题 1"/>
              <p:cNvSpPr txBox="1"/>
              <p:nvPr/>
            </p:nvSpPr>
            <p:spPr>
              <a:xfrm>
                <a:off x="122036" y="1138989"/>
                <a:ext cx="8588375" cy="10191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0" dirty="0">
                    <a:ea typeface="楷体" panose="02010609060101010101" pitchFamily="49" charset="-122"/>
                  </a:rPr>
                  <a:t>解</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m:t>
                        </m:r>
                      </m:den>
                    </m:f>
                  </m:oMath>
                </a14:m>
                <a:r>
                  <a:rPr lang="zh-CN" altLang="en-US" sz="3000" dirty="0">
                    <a:latin typeface="Cambria Math" panose="02040503050406030204" pitchFamily="18" charset="0"/>
                    <a:ea typeface="楷体" panose="02010609060101010101" pitchFamily="49" charset="-122"/>
                  </a:rPr>
                  <a:t>在</a:t>
                </a:r>
                <a14:m>
                  <m:oMath xmlns:m="http://schemas.openxmlformats.org/officeDocument/2006/math">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1</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和</a:t>
                </a:r>
                <a:r>
                  <a:rPr lang="en-US" altLang="zh-CN" sz="3000" dirty="0">
                    <a:latin typeface="Cambria Math" panose="02040503050406030204" pitchFamily="18" charset="0"/>
                    <a:ea typeface="楷体" panose="02010609060101010101" pitchFamily="49" charset="-122"/>
                    <a:cs typeface="Cambria Math" panose="02040503050406030204" pitchFamily="18" charset="0"/>
                  </a:rPr>
                  <a:t>2</a:t>
                </a:r>
                <a:r>
                  <a:rPr lang="zh-CN" altLang="en-US" sz="3000" dirty="0">
                    <a:latin typeface="Cambria Math" panose="02040503050406030204" pitchFamily="18" charset="0"/>
                    <a:ea typeface="楷体" panose="02010609060101010101" pitchFamily="49" charset="-122"/>
                    <a:cs typeface="Cambria Math" panose="02040503050406030204" pitchFamily="18" charset="0"/>
                  </a:rPr>
                  <a:t>处不解析</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8" name="标题 1"/>
              <p:cNvSpPr txBox="1">
                <a:spLocks noRot="1" noChangeAspect="1" noMove="1" noResize="1" noEditPoints="1" noAdjustHandles="1" noChangeArrowheads="1" noChangeShapeType="1" noTextEdit="1"/>
              </p:cNvSpPr>
              <p:nvPr/>
            </p:nvSpPr>
            <p:spPr>
              <a:xfrm>
                <a:off x="122036" y="1138989"/>
                <a:ext cx="8588375" cy="1019175"/>
              </a:xfrm>
              <a:prstGeom prst="rect">
                <a:avLst/>
              </a:prstGeom>
              <a:blipFill rotWithShape="1">
                <a:blip r:embed="rId3"/>
                <a:stretch>
                  <a:fillRect l="-1" t="-2036" r="1" b="-20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675470" y="2132400"/>
                <a:ext cx="4714678"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𝐿𝑎𝑢𝑟𝑒𝑛𝑡</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级数在环域内解析</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0" name="标题 1"/>
              <p:cNvSpPr txBox="1">
                <a:spLocks noRot="1" noChangeAspect="1" noMove="1" noResize="1" noEditPoints="1" noAdjustHandles="1" noChangeArrowheads="1" noChangeShapeType="1" noTextEdit="1"/>
              </p:cNvSpPr>
              <p:nvPr/>
            </p:nvSpPr>
            <p:spPr>
              <a:xfrm>
                <a:off x="675470" y="2132400"/>
                <a:ext cx="4714678" cy="744354"/>
              </a:xfrm>
              <a:prstGeom prst="rect">
                <a:avLst/>
              </a:prstGeom>
              <a:blipFill rotWithShape="1">
                <a:blip r:embed="rId4"/>
                <a:stretch>
                  <a:fillRect l="-10" t="-9" r="6" b="2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630552" y="2876754"/>
                <a:ext cx="4947288"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&lt;</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1</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1</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&lt;</m:t>
                      </m:r>
                      <m:d>
                        <m:dPr>
                          <m:begChr m:val="|"/>
                          <m:endChr m:val="|"/>
                          <m:ctrlP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&lt;</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2</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d>
                        <m:dPr>
                          <m:begChr m:val="|"/>
                          <m:endChr m:val="|"/>
                          <m:ctrlP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&gt;</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2</m:t>
                      </m:r>
                    </m:oMath>
                  </m:oMathPara>
                </a14:m>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1" name="标题 1"/>
              <p:cNvSpPr txBox="1">
                <a:spLocks noRot="1" noChangeAspect="1" noMove="1" noResize="1" noEditPoints="1" noAdjustHandles="1" noChangeArrowheads="1" noChangeShapeType="1" noTextEdit="1"/>
              </p:cNvSpPr>
              <p:nvPr/>
            </p:nvSpPr>
            <p:spPr>
              <a:xfrm>
                <a:off x="630552" y="2876754"/>
                <a:ext cx="4947288" cy="744354"/>
              </a:xfrm>
              <a:prstGeom prst="rect">
                <a:avLst/>
              </a:prstGeom>
              <a:blipFill rotWithShape="1">
                <a:blip r:embed="rId5"/>
                <a:stretch>
                  <a:fillRect l="-13" t="-27" b="4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779556" y="3621108"/>
                <a:ext cx="5183296"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1</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m:t>
                        </m:r>
                      </m:den>
                    </m:f>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den>
                    </m:f>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2" name="标题 1"/>
              <p:cNvSpPr txBox="1">
                <a:spLocks noRot="1" noChangeAspect="1" noMove="1" noResize="1" noEditPoints="1" noAdjustHandles="1" noChangeArrowheads="1" noChangeShapeType="1" noTextEdit="1"/>
              </p:cNvSpPr>
              <p:nvPr/>
            </p:nvSpPr>
            <p:spPr>
              <a:xfrm>
                <a:off x="779556" y="3621108"/>
                <a:ext cx="5183296" cy="744354"/>
              </a:xfrm>
              <a:prstGeom prst="rect">
                <a:avLst/>
              </a:prstGeom>
              <a:blipFill rotWithShape="1">
                <a:blip r:embed="rId6"/>
                <a:stretch>
                  <a:fillRect l="-8" t="-21287" r="4" b="-212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779555" y="4365462"/>
                <a:ext cx="6988032"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Cambria Math" panose="02040503050406030204" pitchFamily="18" charset="0"/>
                    <a:ea typeface="楷体" panose="02010609060101010101" pitchFamily="49" charset="-122"/>
                    <a:cs typeface="Cambria Math" panose="02040503050406030204" pitchFamily="18" charset="0"/>
                  </a:rPr>
                  <a:t>当</a:t>
                </a:r>
                <a14:m>
                  <m:oMath xmlns:m="http://schemas.openxmlformats.org/officeDocument/2006/math">
                    <m:d>
                      <m:dPr>
                        <m:begChr m:val="|"/>
                        <m:endChr m:val="|"/>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000" i="1">
                        <a:latin typeface="Cambria Math" panose="02040503050406030204" pitchFamily="18" charset="0"/>
                        <a:ea typeface="楷体" panose="02010609060101010101" pitchFamily="49" charset="-122"/>
                        <a:cs typeface="Cambria Math" panose="02040503050406030204" pitchFamily="18" charset="0"/>
                      </a:rPr>
                      <m:t>&lt;</m:t>
                    </m:r>
                    <m:r>
                      <a:rPr lang="en-US" altLang="zh-CN" sz="3000" i="1">
                        <a:latin typeface="Cambria Math" panose="02040503050406030204" pitchFamily="18" charset="0"/>
                        <a:ea typeface="楷体" panose="02010609060101010101" pitchFamily="49" charset="-122"/>
                        <a:cs typeface="Cambria Math" panose="02040503050406030204" pitchFamily="18" charset="0"/>
                      </a:rPr>
                      <m:t>1</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时，由</a:t>
                </a:r>
                <a14:m>
                  <m:oMath xmlns:m="http://schemas.openxmlformats.org/officeDocument/2006/math">
                    <m:f>
                      <m:fPr>
                        <m:ctrlPr>
                          <a:rPr lang="en-US" altLang="zh-CN" sz="3000" i="1" smtClean="0">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𝑡</m:t>
                        </m:r>
                      </m:den>
                    </m:f>
                    <m:r>
                      <a:rPr lang="en-US" altLang="zh-CN" sz="3000" b="0" i="1" smtClean="0">
                        <a:latin typeface="Cambria Math" panose="02040503050406030204" pitchFamily="18" charset="0"/>
                        <a:ea typeface="楷体" panose="02010609060101010101" pitchFamily="49" charset="-122"/>
                      </a:rPr>
                      <m:t>=</m:t>
                    </m:r>
                    <m:nary>
                      <m:naryPr>
                        <m:chr m:val="∑"/>
                        <m:ctrlPr>
                          <a:rPr lang="en-US" altLang="zh-CN" sz="3000" b="0" i="1" smtClean="0">
                            <a:latin typeface="Cambria Math" panose="02040503050406030204" pitchFamily="18" charset="0"/>
                            <a:ea typeface="楷体" panose="02010609060101010101" pitchFamily="49" charset="-122"/>
                          </a:rPr>
                        </m:ctrlPr>
                      </m:naryPr>
                      <m:sub>
                        <m:r>
                          <m:rPr>
                            <m:brk m:alnAt="23"/>
                          </m:rPr>
                          <a:rPr lang="en-US" altLang="zh-CN" sz="3000" b="0" i="1" smtClean="0">
                            <a:latin typeface="Cambria Math" panose="02040503050406030204" pitchFamily="18" charset="0"/>
                            <a:ea typeface="楷体" panose="02010609060101010101" pitchFamily="49" charset="-122"/>
                          </a:rPr>
                          <m:t>𝑛</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0</m:t>
                        </m:r>
                      </m:sub>
                      <m:sup>
                        <m:r>
                          <a:rPr lang="en-US" altLang="zh-CN" sz="3000" b="0" i="1" smtClean="0">
                            <a:latin typeface="Cambria Math" panose="02040503050406030204" pitchFamily="18" charset="0"/>
                            <a:ea typeface="Cambria Math" panose="02040503050406030204" pitchFamily="18" charset="0"/>
                          </a:rPr>
                          <m:t>∞</m:t>
                        </m:r>
                      </m:sup>
                      <m:e>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𝑡</m:t>
                            </m:r>
                          </m:e>
                          <m:sup>
                            <m:r>
                              <a:rPr lang="en-US" altLang="zh-CN" sz="3000" b="0" i="1" smtClean="0">
                                <a:latin typeface="Cambria Math" panose="02040503050406030204" pitchFamily="18" charset="0"/>
                                <a:ea typeface="楷体" panose="02010609060101010101" pitchFamily="49" charset="-122"/>
                              </a:rPr>
                              <m:t>𝑛</m:t>
                            </m:r>
                          </m:sup>
                        </m:sSup>
                      </m:e>
                    </m:nary>
                    <m:r>
                      <a:rPr lang="en-US" altLang="zh-CN" sz="3000" b="0" i="1" smtClean="0">
                        <a:latin typeface="Cambria Math" panose="02040503050406030204" pitchFamily="18" charset="0"/>
                        <a:ea typeface="楷体" panose="02010609060101010101" pitchFamily="49" charset="-122"/>
                      </a:rPr>
                      <m:t>,</m:t>
                    </m:r>
                    <m:d>
                      <m:dPr>
                        <m:begChr m:val="|"/>
                        <m:endChr m:val="|"/>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𝑡</m:t>
                        </m:r>
                      </m:e>
                    </m:d>
                    <m:r>
                      <a:rPr lang="en-US" altLang="zh-CN" sz="3000" b="0" i="1" smtClean="0">
                        <a:latin typeface="Cambria Math" panose="02040503050406030204" pitchFamily="18" charset="0"/>
                        <a:ea typeface="楷体" panose="02010609060101010101" pitchFamily="49" charset="-122"/>
                      </a:rPr>
                      <m:t>&lt;</m:t>
                    </m:r>
                    <m:r>
                      <a:rPr lang="en-US" altLang="zh-CN" sz="3000" b="0" i="1" smtClean="0">
                        <a:latin typeface="Cambria Math" panose="02040503050406030204" pitchFamily="18" charset="0"/>
                        <a:ea typeface="楷体" panose="02010609060101010101" pitchFamily="49" charset="-122"/>
                      </a:rPr>
                      <m:t>1</m:t>
                    </m:r>
                  </m:oMath>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3" name="标题 1"/>
              <p:cNvSpPr txBox="1">
                <a:spLocks noRot="1" noChangeAspect="1" noMove="1" noResize="1" noEditPoints="1" noAdjustHandles="1" noChangeArrowheads="1" noChangeShapeType="1" noTextEdit="1"/>
              </p:cNvSpPr>
              <p:nvPr/>
            </p:nvSpPr>
            <p:spPr>
              <a:xfrm>
                <a:off x="779555" y="4365462"/>
                <a:ext cx="6988032" cy="744354"/>
              </a:xfrm>
              <a:prstGeom prst="rect">
                <a:avLst/>
              </a:prstGeom>
              <a:blipFill rotWithShape="1">
                <a:blip r:embed="rId7"/>
                <a:stretch>
                  <a:fillRect l="-6" t="-15419" r="4" b="-1544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779554" y="5084052"/>
                <a:ext cx="2983924"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den>
                    </m:f>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4" name="标题 1"/>
              <p:cNvSpPr txBox="1">
                <a:spLocks noRot="1" noChangeAspect="1" noMove="1" noResize="1" noEditPoints="1" noAdjustHandles="1" noChangeArrowheads="1" noChangeShapeType="1" noTextEdit="1"/>
              </p:cNvSpPr>
              <p:nvPr/>
            </p:nvSpPr>
            <p:spPr>
              <a:xfrm>
                <a:off x="779554" y="5084052"/>
                <a:ext cx="2983924" cy="744354"/>
              </a:xfrm>
              <a:prstGeom prst="rect">
                <a:avLst/>
              </a:prstGeom>
              <a:blipFill rotWithShape="1">
                <a:blip r:embed="rId8"/>
                <a:stretch>
                  <a:fillRect l="-14" t="-15217" r="16" b="-1530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3588525" y="5084052"/>
                <a:ext cx="1907923"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sub>
                      <m:sup>
                        <m:r>
                          <a:rPr lang="en-US" altLang="zh-CN" sz="3000" i="1">
                            <a:latin typeface="Cambria Math" panose="02040503050406030204" pitchFamily="18" charset="0"/>
                            <a:ea typeface="Cambria Math" panose="02040503050406030204" pitchFamily="18" charset="0"/>
                          </a:rPr>
                          <m:t>∞</m:t>
                        </m:r>
                      </m:sup>
                      <m:e>
                        <m:sSup>
                          <m:sSupPr>
                            <m:ctrlPr>
                              <a:rPr lang="en-US" altLang="zh-CN" sz="3000" i="1">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𝑧</m:t>
                            </m:r>
                          </m:e>
                          <m:sup>
                            <m:r>
                              <a:rPr lang="en-US" altLang="zh-CN" sz="3000" i="1">
                                <a:latin typeface="Cambria Math" panose="02040503050406030204" pitchFamily="18" charset="0"/>
                                <a:ea typeface="楷体" panose="02010609060101010101" pitchFamily="49" charset="-122"/>
                              </a:rPr>
                              <m:t>𝑛</m:t>
                            </m:r>
                          </m:sup>
                        </m:sSup>
                      </m:e>
                    </m:nary>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5" name="标题 1"/>
              <p:cNvSpPr txBox="1">
                <a:spLocks noRot="1" noChangeAspect="1" noMove="1" noResize="1" noEditPoints="1" noAdjustHandles="1" noChangeArrowheads="1" noChangeShapeType="1" noTextEdit="1"/>
              </p:cNvSpPr>
              <p:nvPr/>
            </p:nvSpPr>
            <p:spPr>
              <a:xfrm>
                <a:off x="3588525" y="5084052"/>
                <a:ext cx="1907923" cy="744354"/>
              </a:xfrm>
              <a:prstGeom prst="rect">
                <a:avLst/>
              </a:prstGeom>
              <a:blipFill rotWithShape="1">
                <a:blip r:embed="rId9"/>
                <a:stretch>
                  <a:fillRect l="-7" t="-800" r="27" b="-803"/>
                </a:stretch>
              </a:blipFill>
            </p:spPr>
            <p:txBody>
              <a:bodyPr/>
              <a:lstStyle/>
              <a:p>
                <a:r>
                  <a:rPr lang="zh-CN" altLang="en-US">
                    <a:noFill/>
                  </a:rPr>
                  <a:t> </a:t>
                </a:r>
              </a:p>
            </p:txBody>
          </p:sp>
        </mc:Fallback>
      </mc:AlternateContent>
      <p:sp>
        <p:nvSpPr>
          <p:cNvPr id="16" name="矩形 15"/>
          <p:cNvSpPr/>
          <p:nvPr/>
        </p:nvSpPr>
        <p:spPr>
          <a:xfrm>
            <a:off x="2983832" y="5216893"/>
            <a:ext cx="604694" cy="7443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7" name="标题 1"/>
              <p:cNvSpPr txBox="1"/>
              <p:nvPr/>
            </p:nvSpPr>
            <p:spPr>
              <a:xfrm>
                <a:off x="2011680" y="5857688"/>
                <a:ext cx="1488800"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f>
                      <m:fPr>
                        <m:ctrlPr>
                          <a:rPr lang="en-US" altLang="zh-CN" sz="3000" i="1" smtClean="0">
                            <a:solidFill>
                              <a:srgbClr val="FF0000"/>
                            </a:solidFill>
                            <a:latin typeface="Cambria Math" panose="02040503050406030204" pitchFamily="18" charset="0"/>
                            <a:ea typeface="楷体" panose="02010609060101010101" pitchFamily="49" charset="-122"/>
                          </a:rPr>
                        </m:ctrlPr>
                      </m:fPr>
                      <m:num>
                        <m:r>
                          <a:rPr lang="en-US" altLang="zh-CN" sz="3000" b="0" i="1" smtClean="0">
                            <a:solidFill>
                              <a:srgbClr val="FF0000"/>
                            </a:solidFill>
                            <a:latin typeface="Cambria Math" panose="02040503050406030204" pitchFamily="18" charset="0"/>
                            <a:ea typeface="楷体" panose="02010609060101010101" pitchFamily="49" charset="-122"/>
                          </a:rPr>
                          <m:t>1</m:t>
                        </m:r>
                      </m:num>
                      <m:den>
                        <m:r>
                          <a:rPr lang="en-US" altLang="zh-CN" sz="3000" b="0" i="1" smtClean="0">
                            <a:solidFill>
                              <a:srgbClr val="FF0000"/>
                            </a:solidFill>
                            <a:latin typeface="Cambria Math" panose="02040503050406030204" pitchFamily="18" charset="0"/>
                            <a:ea typeface="楷体" panose="02010609060101010101" pitchFamily="49" charset="-122"/>
                          </a:rPr>
                          <m:t>2</m:t>
                        </m:r>
                      </m:den>
                    </m:f>
                    <m:r>
                      <a:rPr lang="en-US" altLang="zh-CN" sz="3000" i="1" smtClean="0">
                        <a:solidFill>
                          <a:srgbClr val="FF0000"/>
                        </a:solidFill>
                        <a:latin typeface="Cambria Math" panose="02040503050406030204" pitchFamily="18" charset="0"/>
                        <a:ea typeface="Cambria Math" panose="02040503050406030204" pitchFamily="18" charset="0"/>
                      </a:rPr>
                      <m:t>∙</m:t>
                    </m:r>
                    <m:f>
                      <m:fPr>
                        <m:ctrlPr>
                          <a:rPr lang="en-US" altLang="zh-CN" sz="3000" i="1">
                            <a:solidFill>
                              <a:srgbClr val="FF0000"/>
                            </a:solidFill>
                            <a:latin typeface="Cambria Math" panose="02040503050406030204" pitchFamily="18" charset="0"/>
                            <a:ea typeface="楷体" panose="02010609060101010101" pitchFamily="49" charset="-122"/>
                          </a:rPr>
                        </m:ctrlPr>
                      </m:fPr>
                      <m:num>
                        <m:r>
                          <a:rPr lang="en-US" altLang="zh-CN" sz="3000" i="1">
                            <a:solidFill>
                              <a:srgbClr val="FF0000"/>
                            </a:solidFill>
                            <a:latin typeface="Cambria Math" panose="02040503050406030204" pitchFamily="18" charset="0"/>
                            <a:ea typeface="楷体" panose="02010609060101010101" pitchFamily="49" charset="-122"/>
                          </a:rPr>
                          <m:t>1</m:t>
                        </m:r>
                      </m:num>
                      <m:den>
                        <m:r>
                          <a:rPr lang="en-US" altLang="zh-CN" sz="3000" b="0" i="1" smtClean="0">
                            <a:solidFill>
                              <a:srgbClr val="FF0000"/>
                            </a:solidFill>
                            <a:latin typeface="Cambria Math" panose="02040503050406030204" pitchFamily="18" charset="0"/>
                            <a:ea typeface="楷体" panose="02010609060101010101" pitchFamily="49" charset="-122"/>
                          </a:rPr>
                          <m:t>1</m:t>
                        </m:r>
                        <m:r>
                          <a:rPr lang="en-US" altLang="zh-CN" sz="3000" b="0" i="1" smtClean="0">
                            <a:solidFill>
                              <a:srgbClr val="FF0000"/>
                            </a:solidFill>
                            <a:latin typeface="Cambria Math" panose="02040503050406030204" pitchFamily="18" charset="0"/>
                            <a:ea typeface="楷体" panose="02010609060101010101" pitchFamily="49" charset="-122"/>
                          </a:rPr>
                          <m:t>−</m:t>
                        </m:r>
                        <m:r>
                          <a:rPr lang="en-US" altLang="zh-CN" sz="3000" b="0" i="1" smtClean="0">
                            <a:solidFill>
                              <a:srgbClr val="FF0000"/>
                            </a:solidFill>
                            <a:latin typeface="Cambria Math" panose="02040503050406030204" pitchFamily="18" charset="0"/>
                            <a:ea typeface="楷体" panose="02010609060101010101" pitchFamily="49" charset="-122"/>
                          </a:rPr>
                          <m:t>𝑧</m:t>
                        </m:r>
                        <m:r>
                          <a:rPr lang="en-US" altLang="zh-CN" sz="3000" b="0" i="1" smtClean="0">
                            <a:solidFill>
                              <a:srgbClr val="FF0000"/>
                            </a:solidFill>
                            <a:latin typeface="Cambria Math" panose="02040503050406030204" pitchFamily="18" charset="0"/>
                            <a:ea typeface="楷体" panose="02010609060101010101" pitchFamily="49" charset="-122"/>
                          </a:rPr>
                          <m:t>/</m:t>
                        </m:r>
                        <m:r>
                          <a:rPr lang="en-US" altLang="zh-CN" sz="3000" b="0" i="1" smtClean="0">
                            <a:solidFill>
                              <a:srgbClr val="FF0000"/>
                            </a:solidFill>
                            <a:latin typeface="Cambria Math" panose="02040503050406030204" pitchFamily="18" charset="0"/>
                            <a:ea typeface="楷体" panose="02010609060101010101" pitchFamily="49" charset="-122"/>
                          </a:rPr>
                          <m:t>2</m:t>
                        </m:r>
                      </m:den>
                    </m:f>
                  </m:oMath>
                </a14:m>
                <a:r>
                  <a:rPr lang="zh-CN" altLang="en-US" sz="3000" i="1" dirty="0">
                    <a:solidFill>
                      <a:srgbClr val="FF0000"/>
                    </a:solidFill>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7" name="标题 1"/>
              <p:cNvSpPr txBox="1">
                <a:spLocks noRot="1" noChangeAspect="1" noMove="1" noResize="1" noEditPoints="1" noAdjustHandles="1" noChangeArrowheads="1" noChangeShapeType="1" noTextEdit="1"/>
              </p:cNvSpPr>
              <p:nvPr/>
            </p:nvSpPr>
            <p:spPr>
              <a:xfrm>
                <a:off x="2011680" y="5857688"/>
                <a:ext cx="1488800" cy="744354"/>
              </a:xfrm>
              <a:prstGeom prst="rect">
                <a:avLst/>
              </a:prstGeom>
              <a:blipFill rotWithShape="1">
                <a:blip r:embed="rId10"/>
                <a:stretch>
                  <a:fillRect t="-21046" r="24" b="-2099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标题 1"/>
              <p:cNvSpPr txBox="1"/>
              <p:nvPr/>
            </p:nvSpPr>
            <p:spPr>
              <a:xfrm>
                <a:off x="3631565" y="5857875"/>
                <a:ext cx="4523740" cy="7442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sub>
                      <m:sup>
                        <m:r>
                          <a:rPr lang="en-US" altLang="zh-CN" sz="3000" i="1">
                            <a:latin typeface="Cambria Math" panose="02040503050406030204" pitchFamily="18" charset="0"/>
                            <a:ea typeface="Cambria Math" panose="02040503050406030204" pitchFamily="18" charset="0"/>
                          </a:rPr>
                          <m:t>∞</m:t>
                        </m:r>
                      </m:sup>
                      <m:e>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1</m:t>
                        </m:r>
                        <m:r>
                          <a:rPr lang="en-US" altLang="zh-CN" sz="3000" b="0" i="1" smtClean="0">
                            <a:latin typeface="Cambria Math" panose="02040503050406030204" pitchFamily="18" charset="0"/>
                            <a:ea typeface="Cambria Math" panose="02040503050406030204" pitchFamily="18" charset="0"/>
                          </a:rPr>
                          <m:t>−</m:t>
                        </m:r>
                        <m:f>
                          <m:fPr>
                            <m:ctrlPr>
                              <a:rPr lang="en-US" altLang="zh-CN" sz="3000" b="0" i="1" smtClean="0">
                                <a:latin typeface="Cambria Math" panose="02040503050406030204" pitchFamily="18" charset="0"/>
                                <a:ea typeface="Cambria Math" panose="02040503050406030204" pitchFamily="18" charset="0"/>
                              </a:rPr>
                            </m:ctrlPr>
                          </m:fPr>
                          <m:num>
                            <m:r>
                              <a:rPr lang="en-US" altLang="zh-CN" sz="3000" b="0" i="1" smtClean="0">
                                <a:latin typeface="Cambria Math" panose="02040503050406030204" pitchFamily="18" charset="0"/>
                                <a:ea typeface="Cambria Math" panose="02040503050406030204" pitchFamily="18" charset="0"/>
                              </a:rPr>
                              <m:t>1</m:t>
                            </m:r>
                          </m:num>
                          <m:den>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2</m:t>
                                </m:r>
                              </m:e>
                              <m:sup>
                                <m:r>
                                  <a:rPr lang="en-US" altLang="zh-CN" sz="3000" b="0" i="1" smtClean="0">
                                    <a:latin typeface="Cambria Math" panose="02040503050406030204" pitchFamily="18" charset="0"/>
                                    <a:ea typeface="Cambria Math" panose="02040503050406030204" pitchFamily="18" charset="0"/>
                                  </a:rPr>
                                  <m:t>𝑛</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1</m:t>
                                </m:r>
                              </m:sup>
                            </m:sSup>
                          </m:den>
                        </m:f>
                        <m:r>
                          <a:rPr lang="en-US" altLang="zh-CN" sz="3000" b="0" i="1" smtClean="0">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𝑧</m:t>
                            </m:r>
                          </m:e>
                          <m:sup>
                            <m:r>
                              <a:rPr lang="en-US" altLang="zh-CN" sz="3000" i="1">
                                <a:latin typeface="Cambria Math" panose="02040503050406030204" pitchFamily="18" charset="0"/>
                                <a:ea typeface="楷体" panose="02010609060101010101" pitchFamily="49" charset="-122"/>
                              </a:rPr>
                              <m:t>𝑛</m:t>
                            </m:r>
                          </m:sup>
                        </m:sSup>
                      </m:e>
                    </m:nary>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8" name="标题 1"/>
              <p:cNvSpPr txBox="1">
                <a:spLocks noRot="1" noChangeAspect="1" noMove="1" noResize="1" noEditPoints="1" noAdjustHandles="1" noChangeArrowheads="1" noChangeShapeType="1" noTextEdit="1"/>
              </p:cNvSpPr>
              <p:nvPr/>
            </p:nvSpPr>
            <p:spPr>
              <a:xfrm>
                <a:off x="3631565" y="5857875"/>
                <a:ext cx="4523740" cy="744220"/>
              </a:xfrm>
              <a:prstGeom prst="rect">
                <a:avLst/>
              </a:prstGeom>
              <a:blipFill rotWithShape="1">
                <a:blip r:embed="rId11"/>
                <a:stretch>
                  <a:fillRect t="-15188" b="-153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标题 1"/>
              <p:cNvSpPr txBox="1"/>
              <p:nvPr/>
            </p:nvSpPr>
            <p:spPr>
              <a:xfrm>
                <a:off x="5293360" y="5083810"/>
                <a:ext cx="4103370" cy="84391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2</m:t>
                        </m:r>
                      </m:den>
                    </m:f>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sub>
                      <m:sup>
                        <m:r>
                          <a:rPr lang="en-US" altLang="zh-CN" sz="3000" i="1">
                            <a:latin typeface="Cambria Math" panose="02040503050406030204" pitchFamily="18" charset="0"/>
                            <a:ea typeface="Cambria Math" panose="02040503050406030204" pitchFamily="18" charset="0"/>
                          </a:rPr>
                          <m:t>∞</m:t>
                        </m:r>
                      </m:sup>
                      <m:e>
                        <m:sSup>
                          <m:sSupPr>
                            <m:ctrlPr>
                              <a:rPr lang="en-US" altLang="zh-CN" sz="3000" i="1">
                                <a:latin typeface="Cambria Math" panose="02040503050406030204" pitchFamily="18" charset="0"/>
                                <a:ea typeface="楷体" panose="02010609060101010101" pitchFamily="49" charset="-122"/>
                              </a:rPr>
                            </m:ctrlPr>
                          </m:sSupPr>
                          <m:e>
                            <m:d>
                              <m:dPr>
                                <m:ctrlPr>
                                  <a:rPr lang="en-US" altLang="zh-CN" sz="3000" b="0" i="1" smtClean="0">
                                    <a:latin typeface="Cambria Math" panose="02040503050406030204" pitchFamily="18" charset="0"/>
                                    <a:ea typeface="楷体" panose="02010609060101010101" pitchFamily="49" charset="-122"/>
                                  </a:rPr>
                                </m:ctrlPr>
                              </m:dPr>
                              <m:e>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𝑧</m:t>
                                    </m:r>
                                  </m:num>
                                  <m:den>
                                    <m:r>
                                      <a:rPr lang="en-US" altLang="zh-CN" sz="3000" b="0" i="1" smtClean="0">
                                        <a:latin typeface="Cambria Math" panose="02040503050406030204" pitchFamily="18" charset="0"/>
                                        <a:ea typeface="楷体" panose="02010609060101010101" pitchFamily="49" charset="-122"/>
                                      </a:rPr>
                                      <m:t>2</m:t>
                                    </m:r>
                                  </m:den>
                                </m:f>
                              </m:e>
                            </m:d>
                          </m:e>
                          <m:sup>
                            <m:r>
                              <a:rPr lang="en-US" altLang="zh-CN" sz="3000" i="1">
                                <a:latin typeface="Cambria Math" panose="02040503050406030204" pitchFamily="18" charset="0"/>
                                <a:ea typeface="楷体" panose="02010609060101010101" pitchFamily="49" charset="-122"/>
                              </a:rPr>
                              <m:t>𝑛</m:t>
                            </m:r>
                          </m:sup>
                        </m:sSup>
                      </m:e>
                    </m:nary>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9" name="标题 1"/>
              <p:cNvSpPr txBox="1">
                <a:spLocks noRot="1" noChangeAspect="1" noMove="1" noResize="1" noEditPoints="1" noAdjustHandles="1" noChangeArrowheads="1" noChangeShapeType="1" noTextEdit="1"/>
              </p:cNvSpPr>
              <p:nvPr/>
            </p:nvSpPr>
            <p:spPr>
              <a:xfrm>
                <a:off x="5293360" y="5083810"/>
                <a:ext cx="4103370" cy="843915"/>
              </a:xfrm>
              <a:prstGeom prst="rect">
                <a:avLst/>
              </a:prstGeom>
              <a:blipFill rotWithShape="1">
                <a:blip r:embed="rId12"/>
                <a:stretch>
                  <a:fillRect t="-14673" b="-1474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P spid="10" grpId="0"/>
      <p:bldP spid="11" grpId="0"/>
      <p:bldP spid="12" grpId="0"/>
      <p:bldP spid="13" grpId="0"/>
      <p:bldP spid="14" grpId="0"/>
      <p:bldP spid="15" grpId="0"/>
      <p:bldP spid="16" grpId="0" animBg="1"/>
      <p:bldP spid="17" grpId="0"/>
      <p:bldP spid="18"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标题 1"/>
              <p:cNvSpPr txBox="1"/>
              <p:nvPr/>
            </p:nvSpPr>
            <p:spPr>
              <a:xfrm>
                <a:off x="122036" y="394635"/>
                <a:ext cx="8588375" cy="10191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𝐸𝑔</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m:t>
                        </m:r>
                      </m:den>
                    </m:f>
                  </m:oMath>
                </a14:m>
                <a:r>
                  <a:rPr lang="zh-CN" altLang="en-US" sz="3000" dirty="0">
                    <a:latin typeface="Cambria Math" panose="02040503050406030204" pitchFamily="18" charset="0"/>
                    <a:ea typeface="楷体" panose="02010609060101010101" pitchFamily="49" charset="-122"/>
                  </a:rPr>
                  <a:t>在</a:t>
                </a:r>
                <a14:m>
                  <m:oMath xmlns:m="http://schemas.openxmlformats.org/officeDocument/2006/math">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0</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处展开为</a:t>
                </a:r>
                <a14:m>
                  <m:oMath xmlns:m="http://schemas.openxmlformats.org/officeDocument/2006/math">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𝐿𝑎𝑢𝑟𝑒𝑛𝑡</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级数</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9" name="标题 1"/>
              <p:cNvSpPr txBox="1">
                <a:spLocks noRot="1" noChangeAspect="1" noMove="1" noResize="1" noEditPoints="1" noAdjustHandles="1" noChangeArrowheads="1" noChangeShapeType="1" noTextEdit="1"/>
              </p:cNvSpPr>
              <p:nvPr/>
            </p:nvSpPr>
            <p:spPr>
              <a:xfrm>
                <a:off x="122036" y="394635"/>
                <a:ext cx="8588375" cy="1019175"/>
              </a:xfrm>
              <a:prstGeom prst="rect">
                <a:avLst/>
              </a:prstGeom>
              <a:blipFill rotWithShape="1">
                <a:blip r:embed="rId1"/>
                <a:stretch>
                  <a:fillRect l="-1" t="-2023" r="1" b="-2089"/>
                </a:stretch>
              </a:blipFill>
            </p:spPr>
            <p:txBody>
              <a:bodyPr/>
              <a:lstStyle/>
              <a:p>
                <a:r>
                  <a:rPr lang="zh-CN" altLang="en-US">
                    <a:noFill/>
                  </a:rPr>
                  <a:t> </a:t>
                </a:r>
              </a:p>
            </p:txBody>
          </p:sp>
        </mc:Fallback>
      </mc:AlternateContent>
      <p:grpSp>
        <p:nvGrpSpPr>
          <p:cNvPr id="4" name="组合 3"/>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6"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2"/>
                </a:blipFill>
              </p:spPr>
              <p:txBody>
                <a:bodyPr/>
                <a:lstStyle/>
                <a:p>
                  <a:r>
                    <a:rPr lang="zh-CN" altLang="en-US">
                      <a:noFill/>
                    </a:rPr>
                    <a:t> </a:t>
                  </a:r>
                </a:p>
              </p:txBody>
            </p:sp>
          </mc:Fallback>
        </mc:AlternateContent>
        <p:cxnSp>
          <p:nvCxnSpPr>
            <p:cNvPr id="7" name="直接连接符 6"/>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8" name="标题 1"/>
              <p:cNvSpPr txBox="1"/>
              <p:nvPr/>
            </p:nvSpPr>
            <p:spPr>
              <a:xfrm>
                <a:off x="122036" y="1194604"/>
                <a:ext cx="3299745" cy="10191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0" dirty="0">
                    <a:ea typeface="楷体" panose="02010609060101010101" pitchFamily="49" charset="-122"/>
                  </a:rPr>
                  <a:t>解</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r>
                      <m:rPr>
                        <m:nor/>
                      </m:rPr>
                      <a:rPr lang="zh-CN" altLang="en-US" sz="3000" dirty="0">
                        <a:latin typeface="Cambria Math" panose="02040503050406030204" pitchFamily="18" charset="0"/>
                        <a:ea typeface="楷体" panose="02010609060101010101" pitchFamily="49" charset="-122"/>
                        <a:cs typeface="Cambria Math" panose="02040503050406030204" pitchFamily="18" charset="0"/>
                      </a:rPr>
                      <m:t>当</m:t>
                    </m:r>
                    <m:r>
                      <m:rPr>
                        <m:nor/>
                      </m:rPr>
                      <a:rPr lang="en-US" altLang="zh-CN" sz="3000" b="0" i="0" dirty="0" smtClean="0">
                        <a:latin typeface="Cambria Math" panose="02040503050406030204" pitchFamily="18" charset="0"/>
                        <a:ea typeface="楷体" panose="02010609060101010101" pitchFamily="49" charset="-122"/>
                        <a:cs typeface="Cambria Math" panose="02040503050406030204" pitchFamily="18" charset="0"/>
                      </a:rPr>
                      <m:t>1</m:t>
                    </m:r>
                    <m:r>
                      <m:rPr>
                        <m:nor/>
                      </m:rPr>
                      <a:rPr lang="en-US" altLang="zh-CN" sz="3000" b="0" i="0" dirty="0" smtClean="0">
                        <a:latin typeface="Cambria Math" panose="02040503050406030204" pitchFamily="18" charset="0"/>
                        <a:ea typeface="楷体" panose="02010609060101010101" pitchFamily="49" charset="-122"/>
                        <a:cs typeface="Cambria Math" panose="02040503050406030204" pitchFamily="18" charset="0"/>
                      </a:rPr>
                      <m:t>&lt;</m:t>
                    </m:r>
                    <m:d>
                      <m:dPr>
                        <m:begChr m:val="|"/>
                        <m:endChr m:val="|"/>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000" i="1">
                        <a:latin typeface="Cambria Math" panose="02040503050406030204" pitchFamily="18" charset="0"/>
                        <a:ea typeface="楷体" panose="02010609060101010101" pitchFamily="49" charset="-122"/>
                        <a:cs typeface="Cambria Math" panose="02040503050406030204" pitchFamily="18" charset="0"/>
                      </a:rPr>
                      <m:t>&lt;</m:t>
                    </m:r>
                    <m:r>
                      <m:rPr>
                        <m:nor/>
                      </m:rPr>
                      <a:rPr lang="en-US" altLang="zh-CN" sz="3000" b="0" i="0" smtClean="0">
                        <a:latin typeface="Cambria Math" panose="02040503050406030204" pitchFamily="18" charset="0"/>
                        <a:ea typeface="楷体" panose="02010609060101010101" pitchFamily="49" charset="-122"/>
                        <a:cs typeface="Cambria Math" panose="02040503050406030204" pitchFamily="18" charset="0"/>
                      </a:rPr>
                      <m:t>2</m:t>
                    </m:r>
                    <m:r>
                      <m:rPr>
                        <m:nor/>
                      </m:rPr>
                      <a:rPr lang="zh-CN" altLang="en-US" sz="3000" dirty="0">
                        <a:latin typeface="Cambria Math" panose="02040503050406030204" pitchFamily="18" charset="0"/>
                        <a:ea typeface="楷体" panose="02010609060101010101" pitchFamily="49" charset="-122"/>
                        <a:cs typeface="Cambria Math" panose="02040503050406030204" pitchFamily="18" charset="0"/>
                      </a:rPr>
                      <m:t>时</m:t>
                    </m:r>
                  </m:oMath>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8" name="标题 1"/>
              <p:cNvSpPr txBox="1">
                <a:spLocks noRot="1" noChangeAspect="1" noMove="1" noResize="1" noEditPoints="1" noAdjustHandles="1" noChangeArrowheads="1" noChangeShapeType="1" noTextEdit="1"/>
              </p:cNvSpPr>
              <p:nvPr/>
            </p:nvSpPr>
            <p:spPr>
              <a:xfrm>
                <a:off x="122036" y="1194604"/>
                <a:ext cx="3299745" cy="1019175"/>
              </a:xfrm>
              <a:prstGeom prst="rect">
                <a:avLst/>
              </a:prstGeom>
              <a:blipFill rotWithShape="1">
                <a:blip r:embed="rId3"/>
                <a:stretch>
                  <a:fillRect l="-4" t="-17" r="12" b="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3500480" y="1250219"/>
                <a:ext cx="4283333"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FF0000"/>
                    </a:solidFill>
                    <a:latin typeface="Cambria Math" panose="02040503050406030204" pitchFamily="18" charset="0"/>
                    <a:ea typeface="楷体" panose="02010609060101010101" pitchFamily="49" charset="-122"/>
                    <a:cs typeface="Cambria Math" panose="02040503050406030204" pitchFamily="18" charset="0"/>
                  </a:rPr>
                  <a:t>由</a:t>
                </a:r>
                <a14:m>
                  <m:oMath xmlns:m="http://schemas.openxmlformats.org/officeDocument/2006/math">
                    <m:f>
                      <m:fPr>
                        <m:ctrlPr>
                          <a:rPr lang="en-US" altLang="zh-CN" sz="3000" i="1" smtClean="0">
                            <a:solidFill>
                              <a:srgbClr val="FF0000"/>
                            </a:solidFill>
                            <a:latin typeface="Cambria Math" panose="02040503050406030204" pitchFamily="18" charset="0"/>
                            <a:ea typeface="楷体" panose="02010609060101010101" pitchFamily="49" charset="-122"/>
                          </a:rPr>
                        </m:ctrlPr>
                      </m:fPr>
                      <m:num>
                        <m:r>
                          <a:rPr lang="en-US" altLang="zh-CN" sz="3000" i="1">
                            <a:solidFill>
                              <a:srgbClr val="FF0000"/>
                            </a:solidFill>
                            <a:latin typeface="Cambria Math" panose="02040503050406030204" pitchFamily="18" charset="0"/>
                            <a:ea typeface="楷体" panose="02010609060101010101" pitchFamily="49" charset="-122"/>
                          </a:rPr>
                          <m:t>1</m:t>
                        </m:r>
                      </m:num>
                      <m:den>
                        <m:r>
                          <a:rPr lang="en-US" altLang="zh-CN" sz="3000" b="0" i="1" smtClean="0">
                            <a:solidFill>
                              <a:srgbClr val="FF0000"/>
                            </a:solidFill>
                            <a:latin typeface="Cambria Math" panose="02040503050406030204" pitchFamily="18" charset="0"/>
                            <a:ea typeface="楷体" panose="02010609060101010101" pitchFamily="49" charset="-122"/>
                          </a:rPr>
                          <m:t>1</m:t>
                        </m:r>
                        <m:r>
                          <a:rPr lang="en-US" altLang="zh-CN" sz="3000" b="0" i="1" smtClean="0">
                            <a:solidFill>
                              <a:srgbClr val="FF0000"/>
                            </a:solidFill>
                            <a:latin typeface="Cambria Math" panose="02040503050406030204" pitchFamily="18" charset="0"/>
                            <a:ea typeface="楷体" panose="02010609060101010101" pitchFamily="49" charset="-122"/>
                          </a:rPr>
                          <m:t>−</m:t>
                        </m:r>
                        <m:r>
                          <a:rPr lang="en-US" altLang="zh-CN" sz="3000" b="0" i="1" smtClean="0">
                            <a:solidFill>
                              <a:srgbClr val="FF0000"/>
                            </a:solidFill>
                            <a:latin typeface="Cambria Math" panose="02040503050406030204" pitchFamily="18" charset="0"/>
                            <a:ea typeface="楷体" panose="02010609060101010101" pitchFamily="49" charset="-122"/>
                          </a:rPr>
                          <m:t>𝑡</m:t>
                        </m:r>
                      </m:den>
                    </m:f>
                    <m:r>
                      <a:rPr lang="en-US" altLang="zh-CN" sz="3000" b="0" i="1" smtClean="0">
                        <a:solidFill>
                          <a:srgbClr val="FF0000"/>
                        </a:solidFill>
                        <a:latin typeface="Cambria Math" panose="02040503050406030204" pitchFamily="18" charset="0"/>
                        <a:ea typeface="楷体" panose="02010609060101010101" pitchFamily="49" charset="-122"/>
                      </a:rPr>
                      <m:t>=</m:t>
                    </m:r>
                    <m:nary>
                      <m:naryPr>
                        <m:chr m:val="∑"/>
                        <m:ctrlPr>
                          <a:rPr lang="en-US" altLang="zh-CN" sz="3000" b="0" i="1" smtClean="0">
                            <a:solidFill>
                              <a:srgbClr val="FF0000"/>
                            </a:solidFill>
                            <a:latin typeface="Cambria Math" panose="02040503050406030204" pitchFamily="18" charset="0"/>
                            <a:ea typeface="楷体" panose="02010609060101010101" pitchFamily="49" charset="-122"/>
                          </a:rPr>
                        </m:ctrlPr>
                      </m:naryPr>
                      <m:sub>
                        <m:r>
                          <m:rPr>
                            <m:brk m:alnAt="23"/>
                          </m:rPr>
                          <a:rPr lang="en-US" altLang="zh-CN" sz="3000" b="0" i="1" smtClean="0">
                            <a:solidFill>
                              <a:srgbClr val="FF0000"/>
                            </a:solidFill>
                            <a:latin typeface="Cambria Math" panose="02040503050406030204" pitchFamily="18" charset="0"/>
                            <a:ea typeface="楷体" panose="02010609060101010101" pitchFamily="49" charset="-122"/>
                          </a:rPr>
                          <m:t>𝑛</m:t>
                        </m:r>
                        <m:r>
                          <a:rPr lang="en-US" altLang="zh-CN" sz="3000" b="0" i="1" smtClean="0">
                            <a:solidFill>
                              <a:srgbClr val="FF0000"/>
                            </a:solidFill>
                            <a:latin typeface="Cambria Math" panose="02040503050406030204" pitchFamily="18" charset="0"/>
                            <a:ea typeface="楷体" panose="02010609060101010101" pitchFamily="49" charset="-122"/>
                          </a:rPr>
                          <m:t>=</m:t>
                        </m:r>
                        <m:r>
                          <a:rPr lang="en-US" altLang="zh-CN" sz="3000" b="0" i="1" smtClean="0">
                            <a:solidFill>
                              <a:srgbClr val="FF0000"/>
                            </a:solidFill>
                            <a:latin typeface="Cambria Math" panose="02040503050406030204" pitchFamily="18" charset="0"/>
                            <a:ea typeface="楷体" panose="02010609060101010101" pitchFamily="49" charset="-122"/>
                          </a:rPr>
                          <m:t>0</m:t>
                        </m:r>
                      </m:sub>
                      <m:sup>
                        <m:r>
                          <a:rPr lang="en-US" altLang="zh-CN" sz="3000" b="0" i="1" smtClean="0">
                            <a:solidFill>
                              <a:srgbClr val="FF0000"/>
                            </a:solidFill>
                            <a:latin typeface="Cambria Math" panose="02040503050406030204" pitchFamily="18" charset="0"/>
                            <a:ea typeface="Cambria Math" panose="02040503050406030204" pitchFamily="18" charset="0"/>
                          </a:rPr>
                          <m:t>∞</m:t>
                        </m:r>
                      </m:sup>
                      <m:e>
                        <m:sSup>
                          <m:sSupPr>
                            <m:ctrlPr>
                              <a:rPr lang="en-US" altLang="zh-CN" sz="3000" b="0" i="1" smtClean="0">
                                <a:solidFill>
                                  <a:srgbClr val="FF0000"/>
                                </a:solidFill>
                                <a:latin typeface="Cambria Math" panose="02040503050406030204" pitchFamily="18" charset="0"/>
                                <a:ea typeface="楷体" panose="02010609060101010101" pitchFamily="49" charset="-122"/>
                              </a:rPr>
                            </m:ctrlPr>
                          </m:sSupPr>
                          <m:e>
                            <m:r>
                              <a:rPr lang="en-US" altLang="zh-CN" sz="3000" b="0" i="1" smtClean="0">
                                <a:solidFill>
                                  <a:srgbClr val="FF0000"/>
                                </a:solidFill>
                                <a:latin typeface="Cambria Math" panose="02040503050406030204" pitchFamily="18" charset="0"/>
                                <a:ea typeface="楷体" panose="02010609060101010101" pitchFamily="49" charset="-122"/>
                              </a:rPr>
                              <m:t>𝑡</m:t>
                            </m:r>
                          </m:e>
                          <m:sup>
                            <m:r>
                              <a:rPr lang="en-US" altLang="zh-CN" sz="3000" b="0" i="1" smtClean="0">
                                <a:solidFill>
                                  <a:srgbClr val="FF0000"/>
                                </a:solidFill>
                                <a:latin typeface="Cambria Math" panose="02040503050406030204" pitchFamily="18" charset="0"/>
                                <a:ea typeface="楷体" panose="02010609060101010101" pitchFamily="49" charset="-122"/>
                              </a:rPr>
                              <m:t>𝑛</m:t>
                            </m:r>
                          </m:sup>
                        </m:sSup>
                      </m:e>
                    </m:nary>
                    <m:r>
                      <a:rPr lang="en-US" altLang="zh-CN" sz="3000" b="0" i="1" smtClean="0">
                        <a:solidFill>
                          <a:srgbClr val="FF0000"/>
                        </a:solidFill>
                        <a:latin typeface="Cambria Math" panose="02040503050406030204" pitchFamily="18" charset="0"/>
                        <a:ea typeface="楷体" panose="02010609060101010101" pitchFamily="49" charset="-122"/>
                      </a:rPr>
                      <m:t>,</m:t>
                    </m:r>
                    <m:d>
                      <m:dPr>
                        <m:begChr m:val="|"/>
                        <m:endChr m:val="|"/>
                        <m:ctrlPr>
                          <a:rPr lang="en-US" altLang="zh-CN" sz="3000" b="0" i="1" smtClean="0">
                            <a:solidFill>
                              <a:srgbClr val="FF0000"/>
                            </a:solidFill>
                            <a:latin typeface="Cambria Math" panose="02040503050406030204" pitchFamily="18" charset="0"/>
                            <a:ea typeface="楷体" panose="02010609060101010101" pitchFamily="49" charset="-122"/>
                          </a:rPr>
                        </m:ctrlPr>
                      </m:dPr>
                      <m:e>
                        <m:r>
                          <a:rPr lang="en-US" altLang="zh-CN" sz="3000" b="0" i="1" smtClean="0">
                            <a:solidFill>
                              <a:srgbClr val="FF0000"/>
                            </a:solidFill>
                            <a:latin typeface="Cambria Math" panose="02040503050406030204" pitchFamily="18" charset="0"/>
                            <a:ea typeface="楷体" panose="02010609060101010101" pitchFamily="49" charset="-122"/>
                          </a:rPr>
                          <m:t>𝑡</m:t>
                        </m:r>
                      </m:e>
                    </m:d>
                    <m:r>
                      <a:rPr lang="en-US" altLang="zh-CN" sz="3000" b="0" i="1" smtClean="0">
                        <a:solidFill>
                          <a:srgbClr val="FF0000"/>
                        </a:solidFill>
                        <a:latin typeface="Cambria Math" panose="02040503050406030204" pitchFamily="18" charset="0"/>
                        <a:ea typeface="楷体" panose="02010609060101010101" pitchFamily="49" charset="-122"/>
                      </a:rPr>
                      <m:t>&lt;</m:t>
                    </m:r>
                    <m:r>
                      <a:rPr lang="en-US" altLang="zh-CN" sz="3000" b="0" i="1" smtClean="0">
                        <a:solidFill>
                          <a:srgbClr val="FF0000"/>
                        </a:solidFill>
                        <a:latin typeface="Cambria Math" panose="02040503050406030204" pitchFamily="18" charset="0"/>
                        <a:ea typeface="楷体" panose="02010609060101010101" pitchFamily="49" charset="-122"/>
                      </a:rPr>
                      <m:t>1</m:t>
                    </m:r>
                  </m:oMath>
                </a14:m>
                <a:endParaRPr lang="zh-CN" altLang="en-US" sz="3000" dirty="0">
                  <a:solidFill>
                    <a:srgbClr val="FF0000"/>
                  </a:solidFill>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3" name="标题 1"/>
              <p:cNvSpPr txBox="1">
                <a:spLocks noRot="1" noChangeAspect="1" noMove="1" noResize="1" noEditPoints="1" noAdjustHandles="1" noChangeArrowheads="1" noChangeShapeType="1" noTextEdit="1"/>
              </p:cNvSpPr>
              <p:nvPr/>
            </p:nvSpPr>
            <p:spPr>
              <a:xfrm>
                <a:off x="3500480" y="1250219"/>
                <a:ext cx="4283333" cy="744354"/>
              </a:xfrm>
              <a:prstGeom prst="rect">
                <a:avLst/>
              </a:prstGeom>
              <a:blipFill rotWithShape="1">
                <a:blip r:embed="rId4"/>
                <a:stretch>
                  <a:fillRect l="-8" t="-15428" r="14" b="-154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769928" y="2065061"/>
                <a:ext cx="2983924"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den>
                    </m:f>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4" name="标题 1"/>
              <p:cNvSpPr txBox="1">
                <a:spLocks noRot="1" noChangeAspect="1" noMove="1" noResize="1" noEditPoints="1" noAdjustHandles="1" noChangeArrowheads="1" noChangeShapeType="1" noTextEdit="1"/>
              </p:cNvSpPr>
              <p:nvPr/>
            </p:nvSpPr>
            <p:spPr>
              <a:xfrm>
                <a:off x="769928" y="2065061"/>
                <a:ext cx="2983924" cy="744354"/>
              </a:xfrm>
              <a:prstGeom prst="rect">
                <a:avLst/>
              </a:prstGeom>
              <a:blipFill rotWithShape="1">
                <a:blip r:embed="rId5"/>
                <a:stretch>
                  <a:fillRect l="-10" t="-15190" r="12" b="-153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4108450" y="3088640"/>
                <a:ext cx="3854450" cy="7442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2</m:t>
                        </m:r>
                      </m:den>
                    </m:f>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sub>
                      <m:sup>
                        <m:r>
                          <a:rPr lang="en-US" altLang="zh-CN" sz="3000" i="1">
                            <a:latin typeface="Cambria Math" panose="02040503050406030204" pitchFamily="18" charset="0"/>
                            <a:ea typeface="Cambria Math" panose="02040503050406030204" pitchFamily="18" charset="0"/>
                          </a:rPr>
                          <m:t>∞</m:t>
                        </m:r>
                      </m:sup>
                      <m:e>
                        <m:sSup>
                          <m:sSupPr>
                            <m:ctrlPr>
                              <a:rPr lang="en-US" altLang="zh-CN" sz="3000" i="1">
                                <a:latin typeface="Cambria Math" panose="02040503050406030204" pitchFamily="18" charset="0"/>
                                <a:ea typeface="楷体" panose="02010609060101010101" pitchFamily="49" charset="-122"/>
                              </a:rPr>
                            </m:ctrlPr>
                          </m:sSupPr>
                          <m:e>
                            <m:d>
                              <m:dPr>
                                <m:ctrlPr>
                                  <a:rPr lang="en-US" altLang="zh-CN" sz="3000" b="0" i="1" smtClean="0">
                                    <a:latin typeface="Cambria Math" panose="02040503050406030204" pitchFamily="18" charset="0"/>
                                    <a:ea typeface="楷体" panose="02010609060101010101" pitchFamily="49" charset="-122"/>
                                  </a:rPr>
                                </m:ctrlPr>
                              </m:dPr>
                              <m:e>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𝑧</m:t>
                                    </m:r>
                                  </m:num>
                                  <m:den>
                                    <m:r>
                                      <a:rPr lang="en-US" altLang="zh-CN" sz="3000" b="0" i="1" smtClean="0">
                                        <a:latin typeface="Cambria Math" panose="02040503050406030204" pitchFamily="18" charset="0"/>
                                        <a:ea typeface="楷体" panose="02010609060101010101" pitchFamily="49" charset="-122"/>
                                      </a:rPr>
                                      <m:t>2</m:t>
                                    </m:r>
                                  </m:den>
                                </m:f>
                              </m:e>
                            </m:d>
                          </m:e>
                          <m:sup>
                            <m:r>
                              <a:rPr lang="en-US" altLang="zh-CN" sz="3000" i="1">
                                <a:latin typeface="Cambria Math" panose="02040503050406030204" pitchFamily="18" charset="0"/>
                                <a:ea typeface="楷体" panose="02010609060101010101" pitchFamily="49" charset="-122"/>
                              </a:rPr>
                              <m:t>𝑛</m:t>
                            </m:r>
                          </m:sup>
                        </m:sSup>
                      </m:e>
                    </m:nary>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5" name="标题 1"/>
              <p:cNvSpPr txBox="1">
                <a:spLocks noRot="1" noChangeAspect="1" noMove="1" noResize="1" noEditPoints="1" noAdjustHandles="1" noChangeArrowheads="1" noChangeShapeType="1" noTextEdit="1"/>
              </p:cNvSpPr>
              <p:nvPr/>
            </p:nvSpPr>
            <p:spPr>
              <a:xfrm>
                <a:off x="4108450" y="3088640"/>
                <a:ext cx="3854450" cy="744220"/>
              </a:xfrm>
              <a:prstGeom prst="rect">
                <a:avLst/>
              </a:prstGeom>
              <a:blipFill rotWithShape="1">
                <a:blip r:embed="rId6"/>
                <a:stretch>
                  <a:fillRect t="-23294" b="-23464"/>
                </a:stretch>
              </a:blipFill>
            </p:spPr>
            <p:txBody>
              <a:bodyPr/>
              <a:lstStyle/>
              <a:p>
                <a:r>
                  <a:rPr lang="zh-CN" altLang="en-US">
                    <a:noFill/>
                  </a:rPr>
                  <a:t> </a:t>
                </a:r>
              </a:p>
            </p:txBody>
          </p:sp>
        </mc:Fallback>
      </mc:AlternateContent>
      <p:sp>
        <p:nvSpPr>
          <p:cNvPr id="16" name="矩形 15"/>
          <p:cNvSpPr/>
          <p:nvPr/>
        </p:nvSpPr>
        <p:spPr>
          <a:xfrm>
            <a:off x="2011680" y="2234566"/>
            <a:ext cx="604694" cy="7443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7" name="标题 1"/>
              <p:cNvSpPr txBox="1"/>
              <p:nvPr/>
            </p:nvSpPr>
            <p:spPr>
              <a:xfrm>
                <a:off x="5094683" y="2079702"/>
                <a:ext cx="1845131"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solidFill>
                          <a:schemeClr val="tx1"/>
                        </a:solidFill>
                        <a:latin typeface="Cambria Math" panose="02040503050406030204" pitchFamily="18" charset="0"/>
                        <a:ea typeface="楷体" panose="02010609060101010101" pitchFamily="49" charset="-122"/>
                      </a:rPr>
                      <m:t>−</m:t>
                    </m:r>
                    <m:f>
                      <m:fPr>
                        <m:ctrlPr>
                          <a:rPr lang="en-US" altLang="zh-CN" sz="3000" i="1" smtClean="0">
                            <a:solidFill>
                              <a:schemeClr val="tx1"/>
                            </a:solidFill>
                            <a:latin typeface="Cambria Math" panose="02040503050406030204" pitchFamily="18" charset="0"/>
                            <a:ea typeface="楷体" panose="02010609060101010101" pitchFamily="49" charset="-122"/>
                          </a:rPr>
                        </m:ctrlPr>
                      </m:fPr>
                      <m:num>
                        <m:r>
                          <a:rPr lang="en-US" altLang="zh-CN" sz="3000" b="0" i="1" smtClean="0">
                            <a:solidFill>
                              <a:schemeClr val="tx1"/>
                            </a:solidFill>
                            <a:latin typeface="Cambria Math" panose="02040503050406030204" pitchFamily="18" charset="0"/>
                            <a:ea typeface="楷体" panose="02010609060101010101" pitchFamily="49" charset="-122"/>
                          </a:rPr>
                          <m:t>1</m:t>
                        </m:r>
                      </m:num>
                      <m:den>
                        <m:r>
                          <a:rPr lang="en-US" altLang="zh-CN" sz="3000" b="0" i="1" smtClean="0">
                            <a:solidFill>
                              <a:schemeClr val="tx1"/>
                            </a:solidFill>
                            <a:latin typeface="Cambria Math" panose="02040503050406030204" pitchFamily="18" charset="0"/>
                            <a:ea typeface="楷体" panose="02010609060101010101" pitchFamily="49" charset="-122"/>
                          </a:rPr>
                          <m:t>2</m:t>
                        </m:r>
                      </m:den>
                    </m:f>
                    <m:r>
                      <a:rPr lang="en-US" altLang="zh-CN" sz="3000" i="1" smtClean="0">
                        <a:solidFill>
                          <a:schemeClr val="tx1"/>
                        </a:solidFill>
                        <a:latin typeface="Cambria Math" panose="02040503050406030204" pitchFamily="18" charset="0"/>
                        <a:ea typeface="Cambria Math" panose="02040503050406030204" pitchFamily="18" charset="0"/>
                      </a:rPr>
                      <m:t>∙</m:t>
                    </m:r>
                    <m:f>
                      <m:fPr>
                        <m:ctrlPr>
                          <a:rPr lang="en-US" altLang="zh-CN" sz="3000" i="1">
                            <a:solidFill>
                              <a:schemeClr val="tx1"/>
                            </a:solidFill>
                            <a:latin typeface="Cambria Math" panose="02040503050406030204" pitchFamily="18" charset="0"/>
                            <a:ea typeface="楷体" panose="02010609060101010101" pitchFamily="49" charset="-122"/>
                          </a:rPr>
                        </m:ctrlPr>
                      </m:fPr>
                      <m:num>
                        <m:r>
                          <a:rPr lang="en-US" altLang="zh-CN" sz="3000" i="1">
                            <a:solidFill>
                              <a:schemeClr val="tx1"/>
                            </a:solidFill>
                            <a:latin typeface="Cambria Math" panose="02040503050406030204" pitchFamily="18" charset="0"/>
                            <a:ea typeface="楷体" panose="02010609060101010101" pitchFamily="49" charset="-122"/>
                          </a:rPr>
                          <m:t>1</m:t>
                        </m:r>
                      </m:num>
                      <m:den>
                        <m:r>
                          <a:rPr lang="en-US" altLang="zh-CN" sz="3000" b="0" i="1" smtClean="0">
                            <a:solidFill>
                              <a:schemeClr val="tx1"/>
                            </a:solidFill>
                            <a:latin typeface="Cambria Math" panose="02040503050406030204" pitchFamily="18" charset="0"/>
                            <a:ea typeface="楷体" panose="02010609060101010101" pitchFamily="49" charset="-122"/>
                          </a:rPr>
                          <m:t>1</m:t>
                        </m:r>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smtClean="0">
                            <a:solidFill>
                              <a:schemeClr val="tx1"/>
                            </a:solidFill>
                            <a:latin typeface="Cambria Math" panose="02040503050406030204" pitchFamily="18" charset="0"/>
                            <a:ea typeface="楷体" panose="02010609060101010101" pitchFamily="49" charset="-122"/>
                          </a:rPr>
                          <m:t>𝑧</m:t>
                        </m:r>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smtClean="0">
                            <a:solidFill>
                              <a:schemeClr val="tx1"/>
                            </a:solidFill>
                            <a:latin typeface="Cambria Math" panose="02040503050406030204" pitchFamily="18" charset="0"/>
                            <a:ea typeface="楷体" panose="02010609060101010101" pitchFamily="49" charset="-122"/>
                          </a:rPr>
                          <m:t>2</m:t>
                        </m:r>
                      </m:den>
                    </m:f>
                  </m:oMath>
                </a14:m>
                <a:r>
                  <a:rPr lang="zh-CN" altLang="en-US" sz="3000" i="1" dirty="0">
                    <a:solidFill>
                      <a:srgbClr val="FF0000"/>
                    </a:solidFill>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7" name="标题 1"/>
              <p:cNvSpPr txBox="1">
                <a:spLocks noRot="1" noChangeAspect="1" noMove="1" noResize="1" noEditPoints="1" noAdjustHandles="1" noChangeArrowheads="1" noChangeShapeType="1" noTextEdit="1"/>
              </p:cNvSpPr>
              <p:nvPr/>
            </p:nvSpPr>
            <p:spPr>
              <a:xfrm>
                <a:off x="5094683" y="2079702"/>
                <a:ext cx="1845131" cy="744354"/>
              </a:xfrm>
              <a:prstGeom prst="rect">
                <a:avLst/>
              </a:prstGeom>
              <a:blipFill rotWithShape="1">
                <a:blip r:embed="rId7"/>
                <a:stretch>
                  <a:fillRect l="-4" t="-20996" r="29" b="-21043"/>
                </a:stretch>
              </a:blipFill>
            </p:spPr>
            <p:txBody>
              <a:bodyPr/>
              <a:lstStyle/>
              <a:p>
                <a:r>
                  <a:rPr lang="zh-CN" altLang="en-US">
                    <a:noFill/>
                  </a:rPr>
                  <a:t> </a:t>
                </a:r>
              </a:p>
            </p:txBody>
          </p:sp>
        </mc:Fallback>
      </mc:AlternateContent>
      <p:sp>
        <p:nvSpPr>
          <p:cNvPr id="2" name="矩形 1"/>
          <p:cNvSpPr/>
          <p:nvPr/>
        </p:nvSpPr>
        <p:spPr>
          <a:xfrm>
            <a:off x="3002159" y="2213779"/>
            <a:ext cx="604694" cy="7443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 name="标题 1"/>
              <p:cNvSpPr txBox="1"/>
              <p:nvPr/>
            </p:nvSpPr>
            <p:spPr>
              <a:xfrm>
                <a:off x="3606853" y="2065061"/>
                <a:ext cx="1549760"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f>
                          <m:fPr>
                            <m:ctrlPr>
                              <a:rPr lang="en-US" altLang="zh-CN" sz="300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den>
                    </m:f>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3" name="标题 1"/>
              <p:cNvSpPr txBox="1">
                <a:spLocks noRot="1" noChangeAspect="1" noMove="1" noResize="1" noEditPoints="1" noAdjustHandles="1" noChangeArrowheads="1" noChangeShapeType="1" noTextEdit="1"/>
              </p:cNvSpPr>
              <p:nvPr/>
            </p:nvSpPr>
            <p:spPr>
              <a:xfrm>
                <a:off x="3606853" y="2065061"/>
                <a:ext cx="1549760" cy="744354"/>
              </a:xfrm>
              <a:prstGeom prst="rect">
                <a:avLst/>
              </a:prstGeom>
              <a:blipFill rotWithShape="1">
                <a:blip r:embed="rId8"/>
                <a:stretch>
                  <a:fillRect l="-3" t="-34129" r="27" b="-342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标题 1"/>
              <p:cNvSpPr txBox="1"/>
              <p:nvPr/>
            </p:nvSpPr>
            <p:spPr>
              <a:xfrm>
                <a:off x="1617631" y="3088489"/>
                <a:ext cx="2713737"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den>
                    </m:f>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sub>
                      <m:sup>
                        <m:r>
                          <a:rPr lang="en-US" altLang="zh-CN" sz="3000" i="1">
                            <a:latin typeface="Cambria Math" panose="02040503050406030204" pitchFamily="18" charset="0"/>
                            <a:ea typeface="Cambria Math" panose="02040503050406030204" pitchFamily="18" charset="0"/>
                          </a:rPr>
                          <m:t>∞</m:t>
                        </m:r>
                      </m:sup>
                      <m:e>
                        <m:sSup>
                          <m:sSupPr>
                            <m:ctrlPr>
                              <a:rPr lang="en-US" altLang="zh-CN" sz="3000" i="1">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楷体" panose="02010609060101010101" pitchFamily="49" charset="-122"/>
                              </a:rPr>
                              <m:t>)</m:t>
                            </m:r>
                          </m:e>
                          <m:sup>
                            <m:r>
                              <a:rPr lang="en-US" altLang="zh-CN" sz="3000" i="1">
                                <a:latin typeface="Cambria Math" panose="02040503050406030204" pitchFamily="18" charset="0"/>
                                <a:ea typeface="楷体" panose="02010609060101010101" pitchFamily="49" charset="-122"/>
                              </a:rPr>
                              <m:t>𝑛</m:t>
                            </m:r>
                          </m:sup>
                        </m:sSup>
                      </m:e>
                    </m:nary>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5" name="标题 1"/>
              <p:cNvSpPr txBox="1">
                <a:spLocks noRot="1" noChangeAspect="1" noMove="1" noResize="1" noEditPoints="1" noAdjustHandles="1" noChangeArrowheads="1" noChangeShapeType="1" noTextEdit="1"/>
              </p:cNvSpPr>
              <p:nvPr/>
            </p:nvSpPr>
            <p:spPr>
              <a:xfrm>
                <a:off x="1617631" y="3088489"/>
                <a:ext cx="2713737" cy="744354"/>
              </a:xfrm>
              <a:prstGeom prst="rect">
                <a:avLst/>
              </a:prstGeom>
              <a:blipFill rotWithShape="1">
                <a:blip r:embed="rId9"/>
                <a:stretch>
                  <a:fillRect l="-11" t="-15250" r="1" b="-1527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标题 1"/>
              <p:cNvSpPr txBox="1"/>
              <p:nvPr/>
            </p:nvSpPr>
            <p:spPr>
              <a:xfrm>
                <a:off x="1617345" y="4080510"/>
                <a:ext cx="6985635" cy="7442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sub>
                      <m:sup>
                        <m:r>
                          <a:rPr lang="en-US" altLang="zh-CN" sz="3000" i="1">
                            <a:latin typeface="Cambria Math" panose="02040503050406030204" pitchFamily="18" charset="0"/>
                            <a:ea typeface="Cambria Math" panose="02040503050406030204" pitchFamily="18" charset="0"/>
                          </a:rPr>
                          <m:t>∞</m:t>
                        </m:r>
                      </m:sup>
                      <m:e>
                        <m:f>
                          <m:fPr>
                            <m:ctrlPr>
                              <a:rPr lang="en-US" altLang="zh-CN" sz="3000" i="1" smtClean="0">
                                <a:latin typeface="Cambria Math" panose="02040503050406030204" pitchFamily="18" charset="0"/>
                                <a:ea typeface="Cambria Math" panose="02040503050406030204" pitchFamily="18" charset="0"/>
                              </a:rPr>
                            </m:ctrlPr>
                          </m:fPr>
                          <m:num>
                            <m:r>
                              <a:rPr lang="en-US" altLang="zh-CN" sz="3000" b="0" i="1" smtClean="0">
                                <a:latin typeface="Cambria Math" panose="02040503050406030204" pitchFamily="18" charset="0"/>
                                <a:ea typeface="Cambria Math" panose="02040503050406030204" pitchFamily="18" charset="0"/>
                              </a:rPr>
                              <m:t>1</m:t>
                            </m:r>
                          </m:num>
                          <m:den>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𝑧</m:t>
                                </m:r>
                              </m:e>
                              <m:sup>
                                <m:r>
                                  <a:rPr lang="en-US" altLang="zh-CN" sz="3000" b="0" i="1" smtClean="0">
                                    <a:latin typeface="Cambria Math" panose="02040503050406030204" pitchFamily="18" charset="0"/>
                                    <a:ea typeface="Cambria Math" panose="02040503050406030204" pitchFamily="18" charset="0"/>
                                  </a:rPr>
                                  <m:t>𝑛</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1</m:t>
                                </m:r>
                              </m:sup>
                            </m:sSup>
                          </m:den>
                        </m:f>
                      </m:e>
                    </m:nary>
                    <m:r>
                      <a:rPr lang="en-US" altLang="zh-CN" sz="3000" i="1">
                        <a:latin typeface="Cambria Math" panose="02040503050406030204" pitchFamily="18" charset="0"/>
                        <a:ea typeface="楷体" panose="02010609060101010101" pitchFamily="49" charset="-122"/>
                      </a:rPr>
                      <m:t>−</m:t>
                    </m:r>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sub>
                      <m:sup>
                        <m:r>
                          <a:rPr lang="en-US" altLang="zh-CN" sz="3000" i="1">
                            <a:latin typeface="Cambria Math" panose="02040503050406030204" pitchFamily="18" charset="0"/>
                            <a:ea typeface="Cambria Math" panose="02040503050406030204" pitchFamily="18" charset="0"/>
                          </a:rPr>
                          <m:t>∞</m:t>
                        </m:r>
                      </m:sup>
                      <m:e>
                        <m:f>
                          <m:fPr>
                            <m:ctrlPr>
                              <a:rPr lang="en-US" altLang="zh-CN" sz="3000" i="1" smtClean="0">
                                <a:latin typeface="Cambria Math" panose="02040503050406030204" pitchFamily="18" charset="0"/>
                                <a:ea typeface="Cambria Math" panose="02040503050406030204" pitchFamily="18" charset="0"/>
                              </a:rPr>
                            </m:ctrlPr>
                          </m:fPr>
                          <m:num>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𝑧</m:t>
                                </m:r>
                              </m:e>
                              <m:sup>
                                <m:r>
                                  <a:rPr lang="en-US" altLang="zh-CN" sz="3000" b="0" i="1" smtClean="0">
                                    <a:latin typeface="Cambria Math" panose="02040503050406030204" pitchFamily="18" charset="0"/>
                                    <a:ea typeface="Cambria Math" panose="02040503050406030204" pitchFamily="18" charset="0"/>
                                  </a:rPr>
                                  <m:t>𝑛</m:t>
                                </m:r>
                              </m:sup>
                            </m:sSup>
                          </m:num>
                          <m:den>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2</m:t>
                                </m:r>
                              </m:e>
                              <m:sup>
                                <m:r>
                                  <a:rPr lang="en-US" altLang="zh-CN" sz="3000" b="0" i="1" smtClean="0">
                                    <a:latin typeface="Cambria Math" panose="02040503050406030204" pitchFamily="18" charset="0"/>
                                    <a:ea typeface="Cambria Math" panose="02040503050406030204" pitchFamily="18" charset="0"/>
                                  </a:rPr>
                                  <m:t>𝑛</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1</m:t>
                                </m:r>
                              </m:sup>
                            </m:sSup>
                          </m:den>
                        </m:f>
                      </m:e>
                    </m:nary>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20" name="标题 1"/>
              <p:cNvSpPr txBox="1">
                <a:spLocks noRot="1" noChangeAspect="1" noMove="1" noResize="1" noEditPoints="1" noAdjustHandles="1" noChangeArrowheads="1" noChangeShapeType="1" noTextEdit="1"/>
              </p:cNvSpPr>
              <p:nvPr/>
            </p:nvSpPr>
            <p:spPr>
              <a:xfrm>
                <a:off x="1617345" y="4080510"/>
                <a:ext cx="6985635" cy="744220"/>
              </a:xfrm>
              <a:prstGeom prst="rect">
                <a:avLst/>
              </a:prstGeom>
              <a:blipFill rotWithShape="1">
                <a:blip r:embed="rId10"/>
                <a:stretch>
                  <a:fillRect t="-18601" b="-1868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P spid="13" grpId="0"/>
      <p:bldP spid="14" grpId="0"/>
      <p:bldP spid="15" grpId="0"/>
      <p:bldP spid="16" grpId="0" animBg="1"/>
      <p:bldP spid="17" grpId="0"/>
      <p:bldP spid="2" grpId="0" animBg="1"/>
      <p:bldP spid="3" grpId="0"/>
      <p:bldP spid="5" grpId="0"/>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标题 1"/>
              <p:cNvSpPr txBox="1"/>
              <p:nvPr/>
            </p:nvSpPr>
            <p:spPr>
              <a:xfrm>
                <a:off x="122036" y="394635"/>
                <a:ext cx="8588375" cy="10191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𝐸𝑔</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m:t>
                        </m:r>
                      </m:den>
                    </m:f>
                  </m:oMath>
                </a14:m>
                <a:r>
                  <a:rPr lang="zh-CN" altLang="en-US" sz="3000" dirty="0">
                    <a:latin typeface="Cambria Math" panose="02040503050406030204" pitchFamily="18" charset="0"/>
                    <a:ea typeface="楷体" panose="02010609060101010101" pitchFamily="49" charset="-122"/>
                  </a:rPr>
                  <a:t>在</a:t>
                </a:r>
                <a14:m>
                  <m:oMath xmlns:m="http://schemas.openxmlformats.org/officeDocument/2006/math">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0</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处展开为</a:t>
                </a:r>
                <a14:m>
                  <m:oMath xmlns:m="http://schemas.openxmlformats.org/officeDocument/2006/math">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𝐿𝑎𝑢𝑟𝑒𝑛𝑡</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级数</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9" name="标题 1"/>
              <p:cNvSpPr txBox="1">
                <a:spLocks noRot="1" noChangeAspect="1" noMove="1" noResize="1" noEditPoints="1" noAdjustHandles="1" noChangeArrowheads="1" noChangeShapeType="1" noTextEdit="1"/>
              </p:cNvSpPr>
              <p:nvPr/>
            </p:nvSpPr>
            <p:spPr>
              <a:xfrm>
                <a:off x="122036" y="394635"/>
                <a:ext cx="8588375" cy="1019175"/>
              </a:xfrm>
              <a:prstGeom prst="rect">
                <a:avLst/>
              </a:prstGeom>
              <a:blipFill rotWithShape="1">
                <a:blip r:embed="rId1"/>
                <a:stretch>
                  <a:fillRect l="-1" t="-2023" r="1" b="-2089"/>
                </a:stretch>
              </a:blipFill>
            </p:spPr>
            <p:txBody>
              <a:bodyPr/>
              <a:lstStyle/>
              <a:p>
                <a:r>
                  <a:rPr lang="zh-CN" altLang="en-US">
                    <a:noFill/>
                  </a:rPr>
                  <a:t> </a:t>
                </a:r>
              </a:p>
            </p:txBody>
          </p:sp>
        </mc:Fallback>
      </mc:AlternateContent>
      <p:grpSp>
        <p:nvGrpSpPr>
          <p:cNvPr id="4" name="组合 3"/>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6"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2"/>
                </a:blipFill>
              </p:spPr>
              <p:txBody>
                <a:bodyPr/>
                <a:lstStyle/>
                <a:p>
                  <a:r>
                    <a:rPr lang="zh-CN" altLang="en-US">
                      <a:noFill/>
                    </a:rPr>
                    <a:t> </a:t>
                  </a:r>
                </a:p>
              </p:txBody>
            </p:sp>
          </mc:Fallback>
        </mc:AlternateContent>
        <p:cxnSp>
          <p:nvCxnSpPr>
            <p:cNvPr id="7" name="直接连接符 6"/>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8" name="标题 1"/>
              <p:cNvSpPr txBox="1"/>
              <p:nvPr/>
            </p:nvSpPr>
            <p:spPr>
              <a:xfrm>
                <a:off x="122036" y="1194604"/>
                <a:ext cx="3299745" cy="10191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0" dirty="0">
                    <a:ea typeface="楷体" panose="02010609060101010101" pitchFamily="49" charset="-122"/>
                  </a:rPr>
                  <a:t>解</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r>
                      <m:rPr>
                        <m:nor/>
                      </m:rPr>
                      <a:rPr lang="zh-CN" altLang="en-US" sz="3000" dirty="0">
                        <a:latin typeface="Cambria Math" panose="02040503050406030204" pitchFamily="18" charset="0"/>
                        <a:ea typeface="楷体" panose="02010609060101010101" pitchFamily="49" charset="-122"/>
                        <a:cs typeface="Cambria Math" panose="02040503050406030204" pitchFamily="18" charset="0"/>
                      </a:rPr>
                      <m:t>当</m:t>
                    </m:r>
                    <m:d>
                      <m:dPr>
                        <m:begChr m:val="|"/>
                        <m:endChr m:val="|"/>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&gt;</m:t>
                    </m:r>
                    <m:r>
                      <m:rPr>
                        <m:nor/>
                      </m:rPr>
                      <a:rPr lang="en-US" altLang="zh-CN" sz="3000" b="0" i="0" smtClean="0">
                        <a:latin typeface="Cambria Math" panose="02040503050406030204" pitchFamily="18" charset="0"/>
                        <a:ea typeface="楷体" panose="02010609060101010101" pitchFamily="49" charset="-122"/>
                        <a:cs typeface="Cambria Math" panose="02040503050406030204" pitchFamily="18" charset="0"/>
                      </a:rPr>
                      <m:t>2</m:t>
                    </m:r>
                    <m:r>
                      <m:rPr>
                        <m:nor/>
                      </m:rPr>
                      <a:rPr lang="zh-CN" altLang="en-US" sz="3000" dirty="0">
                        <a:latin typeface="Cambria Math" panose="02040503050406030204" pitchFamily="18" charset="0"/>
                        <a:ea typeface="楷体" panose="02010609060101010101" pitchFamily="49" charset="-122"/>
                        <a:cs typeface="Cambria Math" panose="02040503050406030204" pitchFamily="18" charset="0"/>
                      </a:rPr>
                      <m:t>时</m:t>
                    </m:r>
                  </m:oMath>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8" name="标题 1"/>
              <p:cNvSpPr txBox="1">
                <a:spLocks noRot="1" noChangeAspect="1" noMove="1" noResize="1" noEditPoints="1" noAdjustHandles="1" noChangeArrowheads="1" noChangeShapeType="1" noTextEdit="1"/>
              </p:cNvSpPr>
              <p:nvPr/>
            </p:nvSpPr>
            <p:spPr>
              <a:xfrm>
                <a:off x="122036" y="1194604"/>
                <a:ext cx="3299745" cy="1019175"/>
              </a:xfrm>
              <a:prstGeom prst="rect">
                <a:avLst/>
              </a:prstGeom>
              <a:blipFill rotWithShape="1">
                <a:blip r:embed="rId3"/>
                <a:stretch>
                  <a:fillRect l="-4" t="-17" r="12" b="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3500480" y="1250219"/>
                <a:ext cx="4283333"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FF0000"/>
                    </a:solidFill>
                    <a:latin typeface="Cambria Math" panose="02040503050406030204" pitchFamily="18" charset="0"/>
                    <a:ea typeface="楷体" panose="02010609060101010101" pitchFamily="49" charset="-122"/>
                    <a:cs typeface="Cambria Math" panose="02040503050406030204" pitchFamily="18" charset="0"/>
                  </a:rPr>
                  <a:t>由</a:t>
                </a:r>
                <a14:m>
                  <m:oMath xmlns:m="http://schemas.openxmlformats.org/officeDocument/2006/math">
                    <m:f>
                      <m:fPr>
                        <m:ctrlPr>
                          <a:rPr lang="en-US" altLang="zh-CN" sz="3000" i="1" smtClean="0">
                            <a:solidFill>
                              <a:srgbClr val="FF0000"/>
                            </a:solidFill>
                            <a:latin typeface="Cambria Math" panose="02040503050406030204" pitchFamily="18" charset="0"/>
                            <a:ea typeface="楷体" panose="02010609060101010101" pitchFamily="49" charset="-122"/>
                          </a:rPr>
                        </m:ctrlPr>
                      </m:fPr>
                      <m:num>
                        <m:r>
                          <a:rPr lang="en-US" altLang="zh-CN" sz="3000" i="1">
                            <a:solidFill>
                              <a:srgbClr val="FF0000"/>
                            </a:solidFill>
                            <a:latin typeface="Cambria Math" panose="02040503050406030204" pitchFamily="18" charset="0"/>
                            <a:ea typeface="楷体" panose="02010609060101010101" pitchFamily="49" charset="-122"/>
                          </a:rPr>
                          <m:t>1</m:t>
                        </m:r>
                      </m:num>
                      <m:den>
                        <m:r>
                          <a:rPr lang="en-US" altLang="zh-CN" sz="3000" b="0" i="1" smtClean="0">
                            <a:solidFill>
                              <a:srgbClr val="FF0000"/>
                            </a:solidFill>
                            <a:latin typeface="Cambria Math" panose="02040503050406030204" pitchFamily="18" charset="0"/>
                            <a:ea typeface="楷体" panose="02010609060101010101" pitchFamily="49" charset="-122"/>
                          </a:rPr>
                          <m:t>1</m:t>
                        </m:r>
                        <m:r>
                          <a:rPr lang="en-US" altLang="zh-CN" sz="3000" b="0" i="1" smtClean="0">
                            <a:solidFill>
                              <a:srgbClr val="FF0000"/>
                            </a:solidFill>
                            <a:latin typeface="Cambria Math" panose="02040503050406030204" pitchFamily="18" charset="0"/>
                            <a:ea typeface="楷体" panose="02010609060101010101" pitchFamily="49" charset="-122"/>
                          </a:rPr>
                          <m:t>−</m:t>
                        </m:r>
                        <m:r>
                          <a:rPr lang="en-US" altLang="zh-CN" sz="3000" b="0" i="1" smtClean="0">
                            <a:solidFill>
                              <a:srgbClr val="FF0000"/>
                            </a:solidFill>
                            <a:latin typeface="Cambria Math" panose="02040503050406030204" pitchFamily="18" charset="0"/>
                            <a:ea typeface="楷体" panose="02010609060101010101" pitchFamily="49" charset="-122"/>
                          </a:rPr>
                          <m:t>𝑡</m:t>
                        </m:r>
                      </m:den>
                    </m:f>
                    <m:r>
                      <a:rPr lang="en-US" altLang="zh-CN" sz="3000" b="0" i="1" smtClean="0">
                        <a:solidFill>
                          <a:srgbClr val="FF0000"/>
                        </a:solidFill>
                        <a:latin typeface="Cambria Math" panose="02040503050406030204" pitchFamily="18" charset="0"/>
                        <a:ea typeface="楷体" panose="02010609060101010101" pitchFamily="49" charset="-122"/>
                      </a:rPr>
                      <m:t>=</m:t>
                    </m:r>
                    <m:nary>
                      <m:naryPr>
                        <m:chr m:val="∑"/>
                        <m:ctrlPr>
                          <a:rPr lang="en-US" altLang="zh-CN" sz="3000" b="0" i="1" smtClean="0">
                            <a:solidFill>
                              <a:srgbClr val="FF0000"/>
                            </a:solidFill>
                            <a:latin typeface="Cambria Math" panose="02040503050406030204" pitchFamily="18" charset="0"/>
                            <a:ea typeface="楷体" panose="02010609060101010101" pitchFamily="49" charset="-122"/>
                          </a:rPr>
                        </m:ctrlPr>
                      </m:naryPr>
                      <m:sub>
                        <m:r>
                          <m:rPr>
                            <m:brk m:alnAt="23"/>
                          </m:rPr>
                          <a:rPr lang="en-US" altLang="zh-CN" sz="3000" b="0" i="1" smtClean="0">
                            <a:solidFill>
                              <a:srgbClr val="FF0000"/>
                            </a:solidFill>
                            <a:latin typeface="Cambria Math" panose="02040503050406030204" pitchFamily="18" charset="0"/>
                            <a:ea typeface="楷体" panose="02010609060101010101" pitchFamily="49" charset="-122"/>
                          </a:rPr>
                          <m:t>𝑛</m:t>
                        </m:r>
                        <m:r>
                          <a:rPr lang="en-US" altLang="zh-CN" sz="3000" b="0" i="1" smtClean="0">
                            <a:solidFill>
                              <a:srgbClr val="FF0000"/>
                            </a:solidFill>
                            <a:latin typeface="Cambria Math" panose="02040503050406030204" pitchFamily="18" charset="0"/>
                            <a:ea typeface="楷体" panose="02010609060101010101" pitchFamily="49" charset="-122"/>
                          </a:rPr>
                          <m:t>=</m:t>
                        </m:r>
                        <m:r>
                          <a:rPr lang="en-US" altLang="zh-CN" sz="3000" b="0" i="1" smtClean="0">
                            <a:solidFill>
                              <a:srgbClr val="FF0000"/>
                            </a:solidFill>
                            <a:latin typeface="Cambria Math" panose="02040503050406030204" pitchFamily="18" charset="0"/>
                            <a:ea typeface="楷体" panose="02010609060101010101" pitchFamily="49" charset="-122"/>
                          </a:rPr>
                          <m:t>0</m:t>
                        </m:r>
                      </m:sub>
                      <m:sup>
                        <m:r>
                          <a:rPr lang="en-US" altLang="zh-CN" sz="3000" b="0" i="1" smtClean="0">
                            <a:solidFill>
                              <a:srgbClr val="FF0000"/>
                            </a:solidFill>
                            <a:latin typeface="Cambria Math" panose="02040503050406030204" pitchFamily="18" charset="0"/>
                            <a:ea typeface="Cambria Math" panose="02040503050406030204" pitchFamily="18" charset="0"/>
                          </a:rPr>
                          <m:t>∞</m:t>
                        </m:r>
                      </m:sup>
                      <m:e>
                        <m:sSup>
                          <m:sSupPr>
                            <m:ctrlPr>
                              <a:rPr lang="en-US" altLang="zh-CN" sz="3000" b="0" i="1" smtClean="0">
                                <a:solidFill>
                                  <a:srgbClr val="FF0000"/>
                                </a:solidFill>
                                <a:latin typeface="Cambria Math" panose="02040503050406030204" pitchFamily="18" charset="0"/>
                                <a:ea typeface="楷体" panose="02010609060101010101" pitchFamily="49" charset="-122"/>
                              </a:rPr>
                            </m:ctrlPr>
                          </m:sSupPr>
                          <m:e>
                            <m:r>
                              <a:rPr lang="en-US" altLang="zh-CN" sz="3000" b="0" i="1" smtClean="0">
                                <a:solidFill>
                                  <a:srgbClr val="FF0000"/>
                                </a:solidFill>
                                <a:latin typeface="Cambria Math" panose="02040503050406030204" pitchFamily="18" charset="0"/>
                                <a:ea typeface="楷体" panose="02010609060101010101" pitchFamily="49" charset="-122"/>
                              </a:rPr>
                              <m:t>𝑡</m:t>
                            </m:r>
                          </m:e>
                          <m:sup>
                            <m:r>
                              <a:rPr lang="en-US" altLang="zh-CN" sz="3000" b="0" i="1" smtClean="0">
                                <a:solidFill>
                                  <a:srgbClr val="FF0000"/>
                                </a:solidFill>
                                <a:latin typeface="Cambria Math" panose="02040503050406030204" pitchFamily="18" charset="0"/>
                                <a:ea typeface="楷体" panose="02010609060101010101" pitchFamily="49" charset="-122"/>
                              </a:rPr>
                              <m:t>𝑛</m:t>
                            </m:r>
                          </m:sup>
                        </m:sSup>
                      </m:e>
                    </m:nary>
                    <m:r>
                      <a:rPr lang="en-US" altLang="zh-CN" sz="3000" b="0" i="1" smtClean="0">
                        <a:solidFill>
                          <a:srgbClr val="FF0000"/>
                        </a:solidFill>
                        <a:latin typeface="Cambria Math" panose="02040503050406030204" pitchFamily="18" charset="0"/>
                        <a:ea typeface="楷体" panose="02010609060101010101" pitchFamily="49" charset="-122"/>
                      </a:rPr>
                      <m:t>,</m:t>
                    </m:r>
                    <m:d>
                      <m:dPr>
                        <m:begChr m:val="|"/>
                        <m:endChr m:val="|"/>
                        <m:ctrlPr>
                          <a:rPr lang="en-US" altLang="zh-CN" sz="3000" b="0" i="1" smtClean="0">
                            <a:solidFill>
                              <a:srgbClr val="FF0000"/>
                            </a:solidFill>
                            <a:latin typeface="Cambria Math" panose="02040503050406030204" pitchFamily="18" charset="0"/>
                            <a:ea typeface="楷体" panose="02010609060101010101" pitchFamily="49" charset="-122"/>
                          </a:rPr>
                        </m:ctrlPr>
                      </m:dPr>
                      <m:e>
                        <m:r>
                          <a:rPr lang="en-US" altLang="zh-CN" sz="3000" b="0" i="1" smtClean="0">
                            <a:solidFill>
                              <a:srgbClr val="FF0000"/>
                            </a:solidFill>
                            <a:latin typeface="Cambria Math" panose="02040503050406030204" pitchFamily="18" charset="0"/>
                            <a:ea typeface="楷体" panose="02010609060101010101" pitchFamily="49" charset="-122"/>
                          </a:rPr>
                          <m:t>𝑡</m:t>
                        </m:r>
                      </m:e>
                    </m:d>
                    <m:r>
                      <a:rPr lang="en-US" altLang="zh-CN" sz="3000" b="0" i="1" smtClean="0">
                        <a:solidFill>
                          <a:srgbClr val="FF0000"/>
                        </a:solidFill>
                        <a:latin typeface="Cambria Math" panose="02040503050406030204" pitchFamily="18" charset="0"/>
                        <a:ea typeface="楷体" panose="02010609060101010101" pitchFamily="49" charset="-122"/>
                      </a:rPr>
                      <m:t>&lt;</m:t>
                    </m:r>
                    <m:r>
                      <a:rPr lang="en-US" altLang="zh-CN" sz="3000" b="0" i="1" smtClean="0">
                        <a:solidFill>
                          <a:srgbClr val="FF0000"/>
                        </a:solidFill>
                        <a:latin typeface="Cambria Math" panose="02040503050406030204" pitchFamily="18" charset="0"/>
                        <a:ea typeface="楷体" panose="02010609060101010101" pitchFamily="49" charset="-122"/>
                      </a:rPr>
                      <m:t>1</m:t>
                    </m:r>
                  </m:oMath>
                </a14:m>
                <a:endParaRPr lang="zh-CN" altLang="en-US" sz="3000" dirty="0">
                  <a:solidFill>
                    <a:srgbClr val="FF0000"/>
                  </a:solidFill>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3" name="标题 1"/>
              <p:cNvSpPr txBox="1">
                <a:spLocks noRot="1" noChangeAspect="1" noMove="1" noResize="1" noEditPoints="1" noAdjustHandles="1" noChangeArrowheads="1" noChangeShapeType="1" noTextEdit="1"/>
              </p:cNvSpPr>
              <p:nvPr/>
            </p:nvSpPr>
            <p:spPr>
              <a:xfrm>
                <a:off x="3500480" y="1250219"/>
                <a:ext cx="4283333" cy="744354"/>
              </a:xfrm>
              <a:prstGeom prst="rect">
                <a:avLst/>
              </a:prstGeom>
              <a:blipFill rotWithShape="1">
                <a:blip r:embed="rId4"/>
                <a:stretch>
                  <a:fillRect l="-8" t="-15428" r="14" b="-154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769928" y="2065061"/>
                <a:ext cx="2983924"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den>
                    </m:f>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4" name="标题 1"/>
              <p:cNvSpPr txBox="1">
                <a:spLocks noRot="1" noChangeAspect="1" noMove="1" noResize="1" noEditPoints="1" noAdjustHandles="1" noChangeArrowheads="1" noChangeShapeType="1" noTextEdit="1"/>
              </p:cNvSpPr>
              <p:nvPr/>
            </p:nvSpPr>
            <p:spPr>
              <a:xfrm>
                <a:off x="769928" y="2065061"/>
                <a:ext cx="2983924" cy="744354"/>
              </a:xfrm>
              <a:prstGeom prst="rect">
                <a:avLst/>
              </a:prstGeom>
              <a:blipFill rotWithShape="1">
                <a:blip r:embed="rId5"/>
                <a:stretch>
                  <a:fillRect l="-10" t="-15190" r="12" b="-153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4108450" y="3088640"/>
                <a:ext cx="4157345" cy="7442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den>
                    </m:f>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sub>
                      <m:sup>
                        <m:r>
                          <a:rPr lang="en-US" altLang="zh-CN" sz="3000" i="1">
                            <a:latin typeface="Cambria Math" panose="02040503050406030204" pitchFamily="18" charset="0"/>
                            <a:ea typeface="Cambria Math" panose="02040503050406030204" pitchFamily="18" charset="0"/>
                          </a:rPr>
                          <m:t>∞</m:t>
                        </m:r>
                      </m:sup>
                      <m:e>
                        <m:sSup>
                          <m:sSupPr>
                            <m:ctrlPr>
                              <a:rPr lang="en-US" altLang="zh-CN" sz="3000" i="1">
                                <a:latin typeface="Cambria Math" panose="02040503050406030204" pitchFamily="18" charset="0"/>
                                <a:ea typeface="楷体" panose="02010609060101010101" pitchFamily="49" charset="-122"/>
                              </a:rPr>
                            </m:ctrlPr>
                          </m:sSupPr>
                          <m:e>
                            <m:d>
                              <m:dPr>
                                <m:ctrlPr>
                                  <a:rPr lang="en-US" altLang="zh-CN" sz="3000" b="0" i="1" smtClean="0">
                                    <a:latin typeface="Cambria Math" panose="02040503050406030204" pitchFamily="18" charset="0"/>
                                    <a:ea typeface="楷体" panose="02010609060101010101" pitchFamily="49" charset="-122"/>
                                  </a:rPr>
                                </m:ctrlPr>
                              </m:dPr>
                              <m:e>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2</m:t>
                                    </m:r>
                                  </m:num>
                                  <m:den>
                                    <m:r>
                                      <a:rPr lang="en-US" altLang="zh-CN" sz="3000" b="0" i="1" smtClean="0">
                                        <a:latin typeface="Cambria Math" panose="02040503050406030204" pitchFamily="18" charset="0"/>
                                        <a:ea typeface="楷体" panose="02010609060101010101" pitchFamily="49" charset="-122"/>
                                      </a:rPr>
                                      <m:t>𝑧</m:t>
                                    </m:r>
                                  </m:den>
                                </m:f>
                              </m:e>
                            </m:d>
                          </m:e>
                          <m:sup>
                            <m:r>
                              <a:rPr lang="en-US" altLang="zh-CN" sz="3000" i="1">
                                <a:latin typeface="Cambria Math" panose="02040503050406030204" pitchFamily="18" charset="0"/>
                                <a:ea typeface="楷体" panose="02010609060101010101" pitchFamily="49" charset="-122"/>
                              </a:rPr>
                              <m:t>𝑛</m:t>
                            </m:r>
                          </m:sup>
                        </m:sSup>
                      </m:e>
                    </m:nary>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5" name="标题 1"/>
              <p:cNvSpPr txBox="1">
                <a:spLocks noRot="1" noChangeAspect="1" noMove="1" noResize="1" noEditPoints="1" noAdjustHandles="1" noChangeArrowheads="1" noChangeShapeType="1" noTextEdit="1"/>
              </p:cNvSpPr>
              <p:nvPr/>
            </p:nvSpPr>
            <p:spPr>
              <a:xfrm>
                <a:off x="4108450" y="3088640"/>
                <a:ext cx="4157345" cy="744220"/>
              </a:xfrm>
              <a:prstGeom prst="rect">
                <a:avLst/>
              </a:prstGeom>
              <a:blipFill rotWithShape="1">
                <a:blip r:embed="rId6"/>
                <a:stretch>
                  <a:fillRect t="-23294" b="-23464"/>
                </a:stretch>
              </a:blipFill>
            </p:spPr>
            <p:txBody>
              <a:bodyPr/>
              <a:lstStyle/>
              <a:p>
                <a:r>
                  <a:rPr lang="zh-CN" altLang="en-US">
                    <a:noFill/>
                  </a:rPr>
                  <a:t> </a:t>
                </a:r>
              </a:p>
            </p:txBody>
          </p:sp>
        </mc:Fallback>
      </mc:AlternateContent>
      <p:sp>
        <p:nvSpPr>
          <p:cNvPr id="16" name="矩形 15"/>
          <p:cNvSpPr/>
          <p:nvPr/>
        </p:nvSpPr>
        <p:spPr>
          <a:xfrm>
            <a:off x="2011680" y="2234566"/>
            <a:ext cx="604694" cy="7443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7" name="标题 1"/>
              <p:cNvSpPr txBox="1"/>
              <p:nvPr/>
            </p:nvSpPr>
            <p:spPr>
              <a:xfrm>
                <a:off x="5094683" y="2079702"/>
                <a:ext cx="1845131"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solidFill>
                          <a:schemeClr val="tx1"/>
                        </a:solidFill>
                        <a:latin typeface="Cambria Math" panose="02040503050406030204" pitchFamily="18" charset="0"/>
                        <a:ea typeface="楷体" panose="02010609060101010101" pitchFamily="49" charset="-122"/>
                      </a:rPr>
                      <m:t>−</m:t>
                    </m:r>
                    <m:f>
                      <m:fPr>
                        <m:ctrlPr>
                          <a:rPr lang="en-US" altLang="zh-CN" sz="3000" i="1" smtClean="0">
                            <a:solidFill>
                              <a:schemeClr val="tx1"/>
                            </a:solidFill>
                            <a:latin typeface="Cambria Math" panose="02040503050406030204" pitchFamily="18" charset="0"/>
                            <a:ea typeface="楷体" panose="02010609060101010101" pitchFamily="49" charset="-122"/>
                          </a:rPr>
                        </m:ctrlPr>
                      </m:fPr>
                      <m:num>
                        <m:r>
                          <a:rPr lang="en-US" altLang="zh-CN" sz="3000" b="0" i="1" smtClean="0">
                            <a:solidFill>
                              <a:schemeClr val="tx1"/>
                            </a:solidFill>
                            <a:latin typeface="Cambria Math" panose="02040503050406030204" pitchFamily="18" charset="0"/>
                            <a:ea typeface="楷体" panose="02010609060101010101" pitchFamily="49" charset="-122"/>
                          </a:rPr>
                          <m:t>1</m:t>
                        </m:r>
                      </m:num>
                      <m:den>
                        <m:r>
                          <a:rPr lang="en-US" altLang="zh-CN" sz="3000" b="0" i="1" smtClean="0">
                            <a:solidFill>
                              <a:schemeClr val="tx1"/>
                            </a:solidFill>
                            <a:latin typeface="Cambria Math" panose="02040503050406030204" pitchFamily="18" charset="0"/>
                            <a:ea typeface="楷体" panose="02010609060101010101" pitchFamily="49" charset="-122"/>
                          </a:rPr>
                          <m:t>𝑧</m:t>
                        </m:r>
                      </m:den>
                    </m:f>
                    <m:r>
                      <a:rPr lang="en-US" altLang="zh-CN" sz="3000" i="1" smtClean="0">
                        <a:solidFill>
                          <a:schemeClr val="tx1"/>
                        </a:solidFill>
                        <a:latin typeface="Cambria Math" panose="02040503050406030204" pitchFamily="18" charset="0"/>
                        <a:ea typeface="Cambria Math" panose="02040503050406030204" pitchFamily="18" charset="0"/>
                      </a:rPr>
                      <m:t>∙</m:t>
                    </m:r>
                    <m:f>
                      <m:fPr>
                        <m:ctrlPr>
                          <a:rPr lang="en-US" altLang="zh-CN" sz="3000" i="1">
                            <a:solidFill>
                              <a:schemeClr val="tx1"/>
                            </a:solidFill>
                            <a:latin typeface="Cambria Math" panose="02040503050406030204" pitchFamily="18" charset="0"/>
                            <a:ea typeface="楷体" panose="02010609060101010101" pitchFamily="49" charset="-122"/>
                          </a:rPr>
                        </m:ctrlPr>
                      </m:fPr>
                      <m:num>
                        <m:r>
                          <a:rPr lang="en-US" altLang="zh-CN" sz="3000" i="1">
                            <a:solidFill>
                              <a:schemeClr val="tx1"/>
                            </a:solidFill>
                            <a:latin typeface="Cambria Math" panose="02040503050406030204" pitchFamily="18" charset="0"/>
                            <a:ea typeface="楷体" panose="02010609060101010101" pitchFamily="49" charset="-122"/>
                          </a:rPr>
                          <m:t>1</m:t>
                        </m:r>
                      </m:num>
                      <m:den>
                        <m:f>
                          <m:fPr>
                            <m:ctrlPr>
                              <a:rPr lang="en-US" altLang="zh-CN" sz="3000" b="0" i="1" smtClean="0">
                                <a:solidFill>
                                  <a:schemeClr val="tx1"/>
                                </a:solidFill>
                                <a:latin typeface="Cambria Math" panose="02040503050406030204" pitchFamily="18" charset="0"/>
                                <a:ea typeface="楷体" panose="02010609060101010101" pitchFamily="49" charset="-122"/>
                              </a:rPr>
                            </m:ctrlPr>
                          </m:fPr>
                          <m:num>
                            <m:r>
                              <a:rPr lang="en-US" altLang="zh-CN" sz="3000" b="0" i="1" smtClean="0">
                                <a:solidFill>
                                  <a:schemeClr val="tx1"/>
                                </a:solidFill>
                                <a:latin typeface="Cambria Math" panose="02040503050406030204" pitchFamily="18" charset="0"/>
                                <a:ea typeface="楷体" panose="02010609060101010101" pitchFamily="49" charset="-122"/>
                              </a:rPr>
                              <m:t>2</m:t>
                            </m:r>
                          </m:num>
                          <m:den>
                            <m:r>
                              <a:rPr lang="en-US" altLang="zh-CN" sz="3000" b="0" i="1" smtClean="0">
                                <a:solidFill>
                                  <a:schemeClr val="tx1"/>
                                </a:solidFill>
                                <a:latin typeface="Cambria Math" panose="02040503050406030204" pitchFamily="18" charset="0"/>
                                <a:ea typeface="楷体" panose="02010609060101010101" pitchFamily="49" charset="-122"/>
                              </a:rPr>
                              <m:t>𝑧</m:t>
                            </m:r>
                          </m:den>
                        </m:f>
                        <m:r>
                          <a:rPr lang="en-US" altLang="zh-CN" sz="3000" b="0" i="1" smtClean="0">
                            <a:solidFill>
                              <a:schemeClr val="tx1"/>
                            </a:solidFill>
                            <a:latin typeface="Cambria Math" panose="02040503050406030204" pitchFamily="18" charset="0"/>
                            <a:ea typeface="楷体" panose="02010609060101010101" pitchFamily="49" charset="-122"/>
                          </a:rPr>
                          <m:t>−</m:t>
                        </m:r>
                        <m:r>
                          <a:rPr lang="en-US" altLang="zh-CN" sz="3000" b="0" i="1" smtClean="0">
                            <a:solidFill>
                              <a:schemeClr val="tx1"/>
                            </a:solidFill>
                            <a:latin typeface="Cambria Math" panose="02040503050406030204" pitchFamily="18" charset="0"/>
                            <a:ea typeface="楷体" panose="02010609060101010101" pitchFamily="49" charset="-122"/>
                          </a:rPr>
                          <m:t>1</m:t>
                        </m:r>
                      </m:den>
                    </m:f>
                  </m:oMath>
                </a14:m>
                <a:r>
                  <a:rPr lang="zh-CN" altLang="en-US" sz="3000" i="1" dirty="0">
                    <a:solidFill>
                      <a:srgbClr val="FF0000"/>
                    </a:solidFill>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7" name="标题 1"/>
              <p:cNvSpPr txBox="1">
                <a:spLocks noRot="1" noChangeAspect="1" noMove="1" noResize="1" noEditPoints="1" noAdjustHandles="1" noChangeArrowheads="1" noChangeShapeType="1" noTextEdit="1"/>
              </p:cNvSpPr>
              <p:nvPr/>
            </p:nvSpPr>
            <p:spPr>
              <a:xfrm>
                <a:off x="5094683" y="2079702"/>
                <a:ext cx="1845131" cy="744354"/>
              </a:xfrm>
              <a:prstGeom prst="rect">
                <a:avLst/>
              </a:prstGeom>
              <a:blipFill rotWithShape="1">
                <a:blip r:embed="rId7"/>
                <a:stretch>
                  <a:fillRect l="-4" t="-34134" r="29" b="-34266"/>
                </a:stretch>
              </a:blipFill>
            </p:spPr>
            <p:txBody>
              <a:bodyPr/>
              <a:lstStyle/>
              <a:p>
                <a:r>
                  <a:rPr lang="zh-CN" altLang="en-US">
                    <a:noFill/>
                  </a:rPr>
                  <a:t> </a:t>
                </a:r>
              </a:p>
            </p:txBody>
          </p:sp>
        </mc:Fallback>
      </mc:AlternateContent>
      <p:sp>
        <p:nvSpPr>
          <p:cNvPr id="2" name="矩形 1"/>
          <p:cNvSpPr/>
          <p:nvPr/>
        </p:nvSpPr>
        <p:spPr>
          <a:xfrm>
            <a:off x="3002159" y="2213779"/>
            <a:ext cx="604694" cy="7443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 name="标题 1"/>
              <p:cNvSpPr txBox="1"/>
              <p:nvPr/>
            </p:nvSpPr>
            <p:spPr>
              <a:xfrm>
                <a:off x="3606853" y="2065061"/>
                <a:ext cx="1549760"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f>
                          <m:fPr>
                            <m:ctrlPr>
                              <a:rPr lang="en-US" altLang="zh-CN" sz="300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den>
                    </m:f>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3" name="标题 1"/>
              <p:cNvSpPr txBox="1">
                <a:spLocks noRot="1" noChangeAspect="1" noMove="1" noResize="1" noEditPoints="1" noAdjustHandles="1" noChangeArrowheads="1" noChangeShapeType="1" noTextEdit="1"/>
              </p:cNvSpPr>
              <p:nvPr/>
            </p:nvSpPr>
            <p:spPr>
              <a:xfrm>
                <a:off x="3606853" y="2065061"/>
                <a:ext cx="1549760" cy="744354"/>
              </a:xfrm>
              <a:prstGeom prst="rect">
                <a:avLst/>
              </a:prstGeom>
              <a:blipFill rotWithShape="1">
                <a:blip r:embed="rId8"/>
                <a:stretch>
                  <a:fillRect l="-3" t="-34129" r="27" b="-342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标题 1"/>
              <p:cNvSpPr txBox="1"/>
              <p:nvPr/>
            </p:nvSpPr>
            <p:spPr>
              <a:xfrm>
                <a:off x="1617631" y="3088489"/>
                <a:ext cx="2713737"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den>
                    </m:f>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sub>
                      <m:sup>
                        <m:r>
                          <a:rPr lang="en-US" altLang="zh-CN" sz="3000" i="1">
                            <a:latin typeface="Cambria Math" panose="02040503050406030204" pitchFamily="18" charset="0"/>
                            <a:ea typeface="Cambria Math" panose="02040503050406030204" pitchFamily="18" charset="0"/>
                          </a:rPr>
                          <m:t>∞</m:t>
                        </m:r>
                      </m:sup>
                      <m:e>
                        <m:sSup>
                          <m:sSupPr>
                            <m:ctrlPr>
                              <a:rPr lang="en-US" altLang="zh-CN" sz="3000" i="1">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楷体" panose="02010609060101010101" pitchFamily="49" charset="-122"/>
                              </a:rPr>
                              <m:t>)</m:t>
                            </m:r>
                          </m:e>
                          <m:sup>
                            <m:r>
                              <a:rPr lang="en-US" altLang="zh-CN" sz="3000" i="1">
                                <a:latin typeface="Cambria Math" panose="02040503050406030204" pitchFamily="18" charset="0"/>
                                <a:ea typeface="楷体" panose="02010609060101010101" pitchFamily="49" charset="-122"/>
                              </a:rPr>
                              <m:t>𝑛</m:t>
                            </m:r>
                          </m:sup>
                        </m:sSup>
                      </m:e>
                    </m:nary>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5" name="标题 1"/>
              <p:cNvSpPr txBox="1">
                <a:spLocks noRot="1" noChangeAspect="1" noMove="1" noResize="1" noEditPoints="1" noAdjustHandles="1" noChangeArrowheads="1" noChangeShapeType="1" noTextEdit="1"/>
              </p:cNvSpPr>
              <p:nvPr/>
            </p:nvSpPr>
            <p:spPr>
              <a:xfrm>
                <a:off x="1617631" y="3088489"/>
                <a:ext cx="2713737" cy="744354"/>
              </a:xfrm>
              <a:prstGeom prst="rect">
                <a:avLst/>
              </a:prstGeom>
              <a:blipFill rotWithShape="1">
                <a:blip r:embed="rId9"/>
                <a:stretch>
                  <a:fillRect l="-11" t="-15250" r="1" b="-1527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标题 1"/>
              <p:cNvSpPr txBox="1"/>
              <p:nvPr/>
            </p:nvSpPr>
            <p:spPr>
              <a:xfrm>
                <a:off x="1617630" y="4080738"/>
                <a:ext cx="5471376"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sub>
                      <m:sup>
                        <m:r>
                          <a:rPr lang="en-US" altLang="zh-CN" sz="3000" i="1">
                            <a:latin typeface="Cambria Math" panose="02040503050406030204" pitchFamily="18" charset="0"/>
                            <a:ea typeface="Cambria Math" panose="02040503050406030204" pitchFamily="18" charset="0"/>
                          </a:rPr>
                          <m:t>∞</m:t>
                        </m:r>
                      </m:sup>
                      <m:e>
                        <m:f>
                          <m:fPr>
                            <m:ctrlPr>
                              <a:rPr lang="en-US" altLang="zh-CN" sz="3000" i="1" smtClean="0">
                                <a:latin typeface="Cambria Math" panose="02040503050406030204" pitchFamily="18" charset="0"/>
                                <a:ea typeface="Cambria Math" panose="02040503050406030204" pitchFamily="18" charset="0"/>
                              </a:rPr>
                            </m:ctrlPr>
                          </m:fPr>
                          <m:num>
                            <m:r>
                              <a:rPr lang="en-US" altLang="zh-CN" sz="3000" b="0" i="1" smtClean="0">
                                <a:latin typeface="Cambria Math" panose="02040503050406030204" pitchFamily="18" charset="0"/>
                                <a:ea typeface="Cambria Math" panose="02040503050406030204" pitchFamily="18" charset="0"/>
                              </a:rPr>
                              <m:t>1</m:t>
                            </m:r>
                          </m:num>
                          <m:den>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𝑧</m:t>
                                </m:r>
                              </m:e>
                              <m:sup>
                                <m:r>
                                  <a:rPr lang="en-US" altLang="zh-CN" sz="3000" b="0" i="1" smtClean="0">
                                    <a:latin typeface="Cambria Math" panose="02040503050406030204" pitchFamily="18" charset="0"/>
                                    <a:ea typeface="Cambria Math" panose="02040503050406030204" pitchFamily="18" charset="0"/>
                                  </a:rPr>
                                  <m:t>𝑛</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1</m:t>
                                </m:r>
                              </m:sup>
                            </m:sSup>
                          </m:den>
                        </m:f>
                      </m:e>
                    </m:nary>
                    <m:r>
                      <a:rPr lang="en-US" altLang="zh-CN" sz="3000" b="0" i="1" smtClean="0">
                        <a:latin typeface="Cambria Math" panose="02040503050406030204" pitchFamily="18" charset="0"/>
                        <a:ea typeface="Cambria Math" panose="02040503050406030204" pitchFamily="18" charset="0"/>
                      </a:rPr>
                      <m:t>+</m:t>
                    </m:r>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sub>
                      <m:sup>
                        <m:r>
                          <a:rPr lang="en-US" altLang="zh-CN" sz="3000" i="1">
                            <a:latin typeface="Cambria Math" panose="02040503050406030204" pitchFamily="18" charset="0"/>
                            <a:ea typeface="Cambria Math" panose="02040503050406030204" pitchFamily="18" charset="0"/>
                          </a:rPr>
                          <m:t>∞</m:t>
                        </m:r>
                      </m:sup>
                      <m:e>
                        <m:f>
                          <m:fPr>
                            <m:ctrlPr>
                              <a:rPr lang="en-US" altLang="zh-CN" sz="3000" i="1" smtClean="0">
                                <a:latin typeface="Cambria Math" panose="02040503050406030204" pitchFamily="18" charset="0"/>
                                <a:ea typeface="Cambria Math" panose="02040503050406030204" pitchFamily="18" charset="0"/>
                              </a:rPr>
                            </m:ctrlPr>
                          </m:fPr>
                          <m:num>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2</m:t>
                                </m:r>
                              </m:e>
                              <m:sup>
                                <m:r>
                                  <a:rPr lang="en-US" altLang="zh-CN" sz="3000" b="0" i="1" smtClean="0">
                                    <a:latin typeface="Cambria Math" panose="02040503050406030204" pitchFamily="18" charset="0"/>
                                    <a:ea typeface="Cambria Math" panose="02040503050406030204" pitchFamily="18" charset="0"/>
                                  </a:rPr>
                                  <m:t>𝑛</m:t>
                                </m:r>
                              </m:sup>
                            </m:sSup>
                          </m:num>
                          <m:den>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𝑧</m:t>
                                </m:r>
                              </m:e>
                              <m:sup>
                                <m:r>
                                  <a:rPr lang="en-US" altLang="zh-CN" sz="3000" b="0" i="1" smtClean="0">
                                    <a:latin typeface="Cambria Math" panose="02040503050406030204" pitchFamily="18" charset="0"/>
                                    <a:ea typeface="Cambria Math" panose="02040503050406030204" pitchFamily="18" charset="0"/>
                                  </a:rPr>
                                  <m:t>𝑛</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1</m:t>
                                </m:r>
                              </m:sup>
                            </m:sSup>
                          </m:den>
                        </m:f>
                      </m:e>
                    </m:nary>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20" name="标题 1"/>
              <p:cNvSpPr txBox="1">
                <a:spLocks noRot="1" noChangeAspect="1" noMove="1" noResize="1" noEditPoints="1" noAdjustHandles="1" noChangeArrowheads="1" noChangeShapeType="1" noTextEdit="1"/>
              </p:cNvSpPr>
              <p:nvPr/>
            </p:nvSpPr>
            <p:spPr>
              <a:xfrm>
                <a:off x="1617630" y="4080738"/>
                <a:ext cx="5471376" cy="744354"/>
              </a:xfrm>
              <a:prstGeom prst="rect">
                <a:avLst/>
              </a:prstGeom>
              <a:blipFill rotWithShape="1">
                <a:blip r:embed="rId10"/>
                <a:stretch>
                  <a:fillRect l="-5" t="-18628" r="9" b="-186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1617630" y="4972583"/>
                <a:ext cx="2347638"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sub>
                      <m:sup>
                        <m:r>
                          <a:rPr lang="en-US" altLang="zh-CN" sz="3000" i="1">
                            <a:latin typeface="Cambria Math" panose="02040503050406030204" pitchFamily="18" charset="0"/>
                            <a:ea typeface="Cambria Math" panose="02040503050406030204" pitchFamily="18" charset="0"/>
                          </a:rPr>
                          <m:t>∞</m:t>
                        </m:r>
                      </m:sup>
                      <m:e>
                        <m:f>
                          <m:fPr>
                            <m:ctrlPr>
                              <a:rPr lang="en-US" altLang="zh-CN" sz="3000" i="1" smtClean="0">
                                <a:latin typeface="Cambria Math" panose="02040503050406030204" pitchFamily="18" charset="0"/>
                                <a:ea typeface="Cambria Math" panose="02040503050406030204" pitchFamily="18" charset="0"/>
                              </a:rPr>
                            </m:ctrlPr>
                          </m:fPr>
                          <m:num>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2</m:t>
                                </m:r>
                              </m:e>
                              <m:sup>
                                <m:r>
                                  <a:rPr lang="en-US" altLang="zh-CN" sz="3000" b="0" i="1" smtClean="0">
                                    <a:latin typeface="Cambria Math" panose="02040503050406030204" pitchFamily="18" charset="0"/>
                                    <a:ea typeface="Cambria Math" panose="02040503050406030204" pitchFamily="18" charset="0"/>
                                  </a:rPr>
                                  <m:t>𝑛</m:t>
                                </m:r>
                              </m:sup>
                            </m:sSup>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1</m:t>
                            </m:r>
                          </m:num>
                          <m:den>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𝑧</m:t>
                                </m:r>
                              </m:e>
                              <m:sup>
                                <m:r>
                                  <a:rPr lang="en-US" altLang="zh-CN" sz="3000" b="0" i="1" smtClean="0">
                                    <a:latin typeface="Cambria Math" panose="02040503050406030204" pitchFamily="18" charset="0"/>
                                    <a:ea typeface="Cambria Math" panose="02040503050406030204" pitchFamily="18" charset="0"/>
                                  </a:rPr>
                                  <m:t>𝑛</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1</m:t>
                                </m:r>
                              </m:sup>
                            </m:sSup>
                          </m:den>
                        </m:f>
                      </m:e>
                    </m:nary>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0" name="标题 1"/>
              <p:cNvSpPr txBox="1">
                <a:spLocks noRot="1" noChangeAspect="1" noMove="1" noResize="1" noEditPoints="1" noAdjustHandles="1" noChangeArrowheads="1" noChangeShapeType="1" noTextEdit="1"/>
              </p:cNvSpPr>
              <p:nvPr/>
            </p:nvSpPr>
            <p:spPr>
              <a:xfrm>
                <a:off x="1617630" y="4972583"/>
                <a:ext cx="2347638" cy="744354"/>
              </a:xfrm>
              <a:prstGeom prst="rect">
                <a:avLst/>
              </a:prstGeom>
              <a:blipFill rotWithShape="1">
                <a:blip r:embed="rId11"/>
                <a:stretch>
                  <a:fillRect l="-12" t="-18669" r="14" b="-1859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P spid="13" grpId="0"/>
      <p:bldP spid="14" grpId="0"/>
      <p:bldP spid="15" grpId="0"/>
      <p:bldP spid="16" grpId="0" animBg="1"/>
      <p:bldP spid="17" grpId="0"/>
      <p:bldP spid="2" grpId="0" animBg="1"/>
      <p:bldP spid="3" grpId="0"/>
      <p:bldP spid="5" grpId="0"/>
      <p:bldP spid="20"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标题 1"/>
              <p:cNvSpPr txBox="1"/>
              <p:nvPr/>
            </p:nvSpPr>
            <p:spPr>
              <a:xfrm>
                <a:off x="122036" y="394635"/>
                <a:ext cx="8588375" cy="10191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𝐸𝑔</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m:t>
                        </m:r>
                      </m:den>
                    </m:f>
                  </m:oMath>
                </a14:m>
                <a:r>
                  <a:rPr lang="zh-CN" altLang="en-US" sz="3000" dirty="0">
                    <a:latin typeface="Cambria Math" panose="02040503050406030204" pitchFamily="18" charset="0"/>
                    <a:ea typeface="楷体" panose="02010609060101010101" pitchFamily="49" charset="-122"/>
                  </a:rPr>
                  <a:t>在</a:t>
                </a:r>
                <a14:m>
                  <m:oMath xmlns:m="http://schemas.openxmlformats.org/officeDocument/2006/math">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1</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处展开为</a:t>
                </a:r>
                <a14:m>
                  <m:oMath xmlns:m="http://schemas.openxmlformats.org/officeDocument/2006/math">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𝐿𝑎𝑢𝑟𝑒𝑛𝑡</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级数</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9" name="标题 1"/>
              <p:cNvSpPr txBox="1">
                <a:spLocks noRot="1" noChangeAspect="1" noMove="1" noResize="1" noEditPoints="1" noAdjustHandles="1" noChangeArrowheads="1" noChangeShapeType="1" noTextEdit="1"/>
              </p:cNvSpPr>
              <p:nvPr/>
            </p:nvSpPr>
            <p:spPr>
              <a:xfrm>
                <a:off x="122036" y="394635"/>
                <a:ext cx="8588375" cy="1019175"/>
              </a:xfrm>
              <a:prstGeom prst="rect">
                <a:avLst/>
              </a:prstGeom>
              <a:blipFill rotWithShape="1">
                <a:blip r:embed="rId1"/>
                <a:stretch>
                  <a:fillRect l="-1" t="-2023" r="1" b="-2089"/>
                </a:stretch>
              </a:blipFill>
            </p:spPr>
            <p:txBody>
              <a:bodyPr/>
              <a:lstStyle/>
              <a:p>
                <a:r>
                  <a:rPr lang="zh-CN" altLang="en-US">
                    <a:noFill/>
                  </a:rPr>
                  <a:t> </a:t>
                </a:r>
              </a:p>
            </p:txBody>
          </p:sp>
        </mc:Fallback>
      </mc:AlternateContent>
      <p:grpSp>
        <p:nvGrpSpPr>
          <p:cNvPr id="4" name="组合 3"/>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6"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2"/>
                </a:blipFill>
              </p:spPr>
              <p:txBody>
                <a:bodyPr/>
                <a:lstStyle/>
                <a:p>
                  <a:r>
                    <a:rPr lang="zh-CN" altLang="en-US">
                      <a:noFill/>
                    </a:rPr>
                    <a:t> </a:t>
                  </a:r>
                </a:p>
              </p:txBody>
            </p:sp>
          </mc:Fallback>
        </mc:AlternateContent>
        <p:cxnSp>
          <p:nvCxnSpPr>
            <p:cNvPr id="7" name="直接连接符 6"/>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8" name="标题 1"/>
              <p:cNvSpPr txBox="1"/>
              <p:nvPr/>
            </p:nvSpPr>
            <p:spPr>
              <a:xfrm>
                <a:off x="122036" y="1194604"/>
                <a:ext cx="3800259" cy="10191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0" dirty="0">
                    <a:ea typeface="楷体" panose="02010609060101010101" pitchFamily="49" charset="-122"/>
                  </a:rPr>
                  <a:t>解</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r>
                      <m:rPr>
                        <m:nor/>
                      </m:rPr>
                      <a:rPr lang="zh-CN" altLang="en-US" sz="3000" dirty="0">
                        <a:latin typeface="Cambria Math" panose="02040503050406030204" pitchFamily="18" charset="0"/>
                        <a:ea typeface="楷体" panose="02010609060101010101" pitchFamily="49" charset="-122"/>
                        <a:cs typeface="Cambria Math" panose="02040503050406030204" pitchFamily="18" charset="0"/>
                      </a:rPr>
                      <m:t>当</m:t>
                    </m:r>
                    <m:r>
                      <m:rPr>
                        <m:nor/>
                      </m:rPr>
                      <a:rPr lang="en-US" altLang="zh-CN" sz="3000" b="0" i="0" dirty="0" smtClean="0">
                        <a:latin typeface="Cambria Math" panose="02040503050406030204" pitchFamily="18" charset="0"/>
                        <a:ea typeface="楷体" panose="02010609060101010101" pitchFamily="49" charset="-122"/>
                        <a:cs typeface="Cambria Math" panose="02040503050406030204" pitchFamily="18" charset="0"/>
                      </a:rPr>
                      <m:t>0</m:t>
                    </m:r>
                    <m:r>
                      <m:rPr>
                        <m:nor/>
                      </m:rPr>
                      <a:rPr lang="en-US" altLang="zh-CN" sz="3000" b="0" i="0" dirty="0" smtClean="0">
                        <a:latin typeface="Cambria Math" panose="02040503050406030204" pitchFamily="18" charset="0"/>
                        <a:ea typeface="楷体" panose="02010609060101010101" pitchFamily="49" charset="-122"/>
                        <a:cs typeface="Cambria Math" panose="02040503050406030204" pitchFamily="18" charset="0"/>
                      </a:rPr>
                      <m:t>&lt;</m:t>
                    </m:r>
                    <m:d>
                      <m:dPr>
                        <m:begChr m:val="|"/>
                        <m:endChr m:val="|"/>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1</m:t>
                        </m:r>
                      </m:e>
                    </m:d>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&lt;</m:t>
                    </m:r>
                    <m:r>
                      <m:rPr>
                        <m:nor/>
                      </m:rPr>
                      <a:rPr lang="en-US" altLang="zh-CN" sz="3000" b="0" i="0" smtClean="0">
                        <a:latin typeface="Cambria Math" panose="02040503050406030204" pitchFamily="18" charset="0"/>
                        <a:ea typeface="楷体" panose="02010609060101010101" pitchFamily="49" charset="-122"/>
                        <a:cs typeface="Cambria Math" panose="02040503050406030204" pitchFamily="18" charset="0"/>
                      </a:rPr>
                      <m:t>1</m:t>
                    </m:r>
                    <m:r>
                      <m:rPr>
                        <m:nor/>
                      </m:rPr>
                      <a:rPr lang="zh-CN" altLang="en-US" sz="3000" dirty="0">
                        <a:latin typeface="Cambria Math" panose="02040503050406030204" pitchFamily="18" charset="0"/>
                        <a:ea typeface="楷体" panose="02010609060101010101" pitchFamily="49" charset="-122"/>
                        <a:cs typeface="Cambria Math" panose="02040503050406030204" pitchFamily="18" charset="0"/>
                      </a:rPr>
                      <m:t>时</m:t>
                    </m:r>
                  </m:oMath>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8" name="标题 1"/>
              <p:cNvSpPr txBox="1">
                <a:spLocks noRot="1" noChangeAspect="1" noMove="1" noResize="1" noEditPoints="1" noAdjustHandles="1" noChangeArrowheads="1" noChangeShapeType="1" noTextEdit="1"/>
              </p:cNvSpPr>
              <p:nvPr/>
            </p:nvSpPr>
            <p:spPr>
              <a:xfrm>
                <a:off x="122036" y="1194604"/>
                <a:ext cx="3800259" cy="1019175"/>
              </a:xfrm>
              <a:prstGeom prst="rect">
                <a:avLst/>
              </a:prstGeom>
              <a:blipFill rotWithShape="1">
                <a:blip r:embed="rId3"/>
                <a:stretch>
                  <a:fillRect l="-3" t="-17" r="14" b="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4655512" y="1250219"/>
                <a:ext cx="4283333"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FF0000"/>
                    </a:solidFill>
                    <a:latin typeface="Cambria Math" panose="02040503050406030204" pitchFamily="18" charset="0"/>
                    <a:ea typeface="楷体" panose="02010609060101010101" pitchFamily="49" charset="-122"/>
                  </a:rPr>
                  <a:t> </a:t>
                </a:r>
                <a14:m>
                  <m:oMath xmlns:m="http://schemas.openxmlformats.org/officeDocument/2006/math">
                    <m:nary>
                      <m:naryPr>
                        <m:chr m:val="∑"/>
                        <m:ctrlPr>
                          <a:rPr lang="en-US" altLang="zh-CN" sz="3000" b="0" i="1" smtClean="0">
                            <a:solidFill>
                              <a:srgbClr val="FF0000"/>
                            </a:solidFill>
                            <a:latin typeface="Cambria Math" panose="02040503050406030204" pitchFamily="18" charset="0"/>
                            <a:ea typeface="楷体" panose="02010609060101010101" pitchFamily="49" charset="-122"/>
                          </a:rPr>
                        </m:ctrlPr>
                      </m:naryPr>
                      <m:sub>
                        <m:r>
                          <m:rPr>
                            <m:brk m:alnAt="23"/>
                          </m:rPr>
                          <a:rPr lang="en-US" altLang="zh-CN" sz="3000" b="0" i="1" smtClean="0">
                            <a:solidFill>
                              <a:srgbClr val="FF0000"/>
                            </a:solidFill>
                            <a:latin typeface="Cambria Math" panose="02040503050406030204" pitchFamily="18" charset="0"/>
                            <a:ea typeface="楷体" panose="02010609060101010101" pitchFamily="49" charset="-122"/>
                          </a:rPr>
                          <m:t>𝑛</m:t>
                        </m:r>
                        <m:r>
                          <a:rPr lang="en-US" altLang="zh-CN" sz="3000" b="0" i="1" smtClean="0">
                            <a:solidFill>
                              <a:srgbClr val="FF0000"/>
                            </a:solidFill>
                            <a:latin typeface="Cambria Math" panose="02040503050406030204" pitchFamily="18" charset="0"/>
                            <a:ea typeface="楷体" panose="02010609060101010101" pitchFamily="49" charset="-122"/>
                          </a:rPr>
                          <m:t>=</m:t>
                        </m:r>
                        <m:r>
                          <a:rPr lang="en-US" altLang="zh-CN" sz="3000" b="0" i="1" smtClean="0">
                            <a:solidFill>
                              <a:srgbClr val="FF0000"/>
                            </a:solidFill>
                            <a:latin typeface="Cambria Math" panose="02040503050406030204" pitchFamily="18" charset="0"/>
                            <a:ea typeface="楷体" panose="02010609060101010101" pitchFamily="49" charset="-122"/>
                          </a:rPr>
                          <m:t>0</m:t>
                        </m:r>
                      </m:sub>
                      <m:sup>
                        <m:r>
                          <a:rPr lang="en-US" altLang="zh-CN" sz="3000" b="0" i="1" smtClean="0">
                            <a:solidFill>
                              <a:srgbClr val="FF0000"/>
                            </a:solidFill>
                            <a:latin typeface="Cambria Math" panose="02040503050406030204" pitchFamily="18" charset="0"/>
                            <a:ea typeface="Cambria Math" panose="02040503050406030204" pitchFamily="18" charset="0"/>
                          </a:rPr>
                          <m:t>∞</m:t>
                        </m:r>
                      </m:sup>
                      <m:e>
                        <m:sSup>
                          <m:sSupPr>
                            <m:ctrlPr>
                              <a:rPr lang="en-US" altLang="zh-CN" sz="3000" b="0" i="1" smtClean="0">
                                <a:solidFill>
                                  <a:srgbClr val="FF0000"/>
                                </a:solidFill>
                                <a:latin typeface="Cambria Math" panose="02040503050406030204" pitchFamily="18" charset="0"/>
                                <a:ea typeface="楷体" panose="02010609060101010101" pitchFamily="49" charset="-122"/>
                              </a:rPr>
                            </m:ctrlPr>
                          </m:sSupPr>
                          <m:e>
                            <m:sSub>
                              <m:sSubPr>
                                <m:ctrlPr>
                                  <a:rPr lang="en-US" altLang="zh-CN" sz="3000" b="0" i="1" smtClean="0">
                                    <a:solidFill>
                                      <a:srgbClr val="FF0000"/>
                                    </a:solidFill>
                                    <a:latin typeface="Cambria Math" panose="02040503050406030204" pitchFamily="18" charset="0"/>
                                    <a:ea typeface="楷体" panose="02010609060101010101" pitchFamily="49" charset="-122"/>
                                  </a:rPr>
                                </m:ctrlPr>
                              </m:sSubPr>
                              <m:e>
                                <m:r>
                                  <a:rPr lang="en-US" altLang="zh-CN" sz="3000" b="0" i="1" smtClean="0">
                                    <a:solidFill>
                                      <a:srgbClr val="FF0000"/>
                                    </a:solidFill>
                                    <a:latin typeface="Cambria Math" panose="02040503050406030204" pitchFamily="18" charset="0"/>
                                    <a:ea typeface="楷体" panose="02010609060101010101" pitchFamily="49" charset="-122"/>
                                  </a:rPr>
                                  <m:t>𝑎</m:t>
                                </m:r>
                              </m:e>
                              <m:sub>
                                <m:r>
                                  <a:rPr lang="en-US" altLang="zh-CN" sz="3000" b="0" i="1" smtClean="0">
                                    <a:solidFill>
                                      <a:srgbClr val="FF0000"/>
                                    </a:solidFill>
                                    <a:latin typeface="Cambria Math" panose="02040503050406030204" pitchFamily="18" charset="0"/>
                                    <a:ea typeface="楷体" panose="02010609060101010101" pitchFamily="49" charset="-122"/>
                                  </a:rPr>
                                  <m:t>𝑛</m:t>
                                </m:r>
                              </m:sub>
                            </m:sSub>
                            <m:r>
                              <a:rPr lang="en-US" altLang="zh-CN" sz="3000" b="0" i="1" smtClean="0">
                                <a:solidFill>
                                  <a:srgbClr val="FF0000"/>
                                </a:solidFill>
                                <a:latin typeface="Cambria Math" panose="02040503050406030204" pitchFamily="18" charset="0"/>
                                <a:ea typeface="楷体" panose="02010609060101010101" pitchFamily="49" charset="-122"/>
                              </a:rPr>
                              <m:t>(</m:t>
                            </m:r>
                            <m:r>
                              <a:rPr lang="en-US" altLang="zh-CN" sz="3000" b="0" i="1" smtClean="0">
                                <a:solidFill>
                                  <a:srgbClr val="FF0000"/>
                                </a:solidFill>
                                <a:latin typeface="Cambria Math" panose="02040503050406030204" pitchFamily="18" charset="0"/>
                                <a:ea typeface="楷体" panose="02010609060101010101" pitchFamily="49" charset="-122"/>
                              </a:rPr>
                              <m:t>𝑧</m:t>
                            </m:r>
                            <m:r>
                              <a:rPr lang="en-US" altLang="zh-CN" sz="3000" b="0" i="1" smtClean="0">
                                <a:solidFill>
                                  <a:srgbClr val="FF0000"/>
                                </a:solidFill>
                                <a:latin typeface="Cambria Math" panose="02040503050406030204" pitchFamily="18" charset="0"/>
                                <a:ea typeface="楷体" panose="02010609060101010101" pitchFamily="49" charset="-122"/>
                              </a:rPr>
                              <m:t>−</m:t>
                            </m:r>
                            <m:r>
                              <a:rPr lang="en-US" altLang="zh-CN" sz="3000" b="0" i="1" smtClean="0">
                                <a:solidFill>
                                  <a:srgbClr val="FF0000"/>
                                </a:solidFill>
                                <a:latin typeface="Cambria Math" panose="02040503050406030204" pitchFamily="18" charset="0"/>
                                <a:ea typeface="楷体" panose="02010609060101010101" pitchFamily="49" charset="-122"/>
                              </a:rPr>
                              <m:t>1</m:t>
                            </m:r>
                            <m:r>
                              <a:rPr lang="en-US" altLang="zh-CN" sz="3000" b="0" i="1" smtClean="0">
                                <a:solidFill>
                                  <a:srgbClr val="FF0000"/>
                                </a:solidFill>
                                <a:latin typeface="Cambria Math" panose="02040503050406030204" pitchFamily="18" charset="0"/>
                                <a:ea typeface="楷体" panose="02010609060101010101" pitchFamily="49" charset="-122"/>
                              </a:rPr>
                              <m:t>)</m:t>
                            </m:r>
                          </m:e>
                          <m:sup>
                            <m:r>
                              <a:rPr lang="en-US" altLang="zh-CN" sz="3000" b="0" i="1" smtClean="0">
                                <a:solidFill>
                                  <a:srgbClr val="FF0000"/>
                                </a:solidFill>
                                <a:latin typeface="Cambria Math" panose="02040503050406030204" pitchFamily="18" charset="0"/>
                                <a:ea typeface="楷体" panose="02010609060101010101" pitchFamily="49" charset="-122"/>
                              </a:rPr>
                              <m:t>𝑛</m:t>
                            </m:r>
                          </m:sup>
                        </m:sSup>
                      </m:e>
                    </m:nary>
                  </m:oMath>
                </a14:m>
                <a:endParaRPr lang="zh-CN" altLang="en-US" sz="3000" dirty="0">
                  <a:solidFill>
                    <a:srgbClr val="FF0000"/>
                  </a:solidFill>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3" name="标题 1"/>
              <p:cNvSpPr txBox="1">
                <a:spLocks noRot="1" noChangeAspect="1" noMove="1" noResize="1" noEditPoints="1" noAdjustHandles="1" noChangeArrowheads="1" noChangeShapeType="1" noTextEdit="1"/>
              </p:cNvSpPr>
              <p:nvPr/>
            </p:nvSpPr>
            <p:spPr>
              <a:xfrm>
                <a:off x="4655512" y="1250219"/>
                <a:ext cx="4283333" cy="744354"/>
              </a:xfrm>
              <a:prstGeom prst="rect">
                <a:avLst/>
              </a:prstGeom>
              <a:blipFill rotWithShape="1">
                <a:blip r:embed="rId4"/>
                <a:stretch>
                  <a:fillRect l="-8" t="-840" r="14" b="-76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769928" y="2065061"/>
                <a:ext cx="2983924"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1</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m:t>
                        </m:r>
                      </m:den>
                    </m:f>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4" name="标题 1"/>
              <p:cNvSpPr txBox="1">
                <a:spLocks noRot="1" noChangeAspect="1" noMove="1" noResize="1" noEditPoints="1" noAdjustHandles="1" noChangeArrowheads="1" noChangeShapeType="1" noTextEdit="1"/>
              </p:cNvSpPr>
              <p:nvPr/>
            </p:nvSpPr>
            <p:spPr>
              <a:xfrm>
                <a:off x="769928" y="2065061"/>
                <a:ext cx="2983924" cy="744354"/>
              </a:xfrm>
              <a:prstGeom prst="rect">
                <a:avLst/>
              </a:prstGeom>
              <a:blipFill rotWithShape="1">
                <a:blip r:embed="rId5"/>
                <a:stretch>
                  <a:fillRect l="-10" t="-21247" r="12" b="-2130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3606852" y="2065061"/>
                <a:ext cx="2591817"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den>
                    </m:f>
                    <m:r>
                      <a:rPr lang="en-US" altLang="zh-CN" sz="3000" b="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den>
                    </m:f>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3" name="标题 1"/>
              <p:cNvSpPr txBox="1">
                <a:spLocks noRot="1" noChangeAspect="1" noMove="1" noResize="1" noEditPoints="1" noAdjustHandles="1" noChangeArrowheads="1" noChangeShapeType="1" noTextEdit="1"/>
              </p:cNvSpPr>
              <p:nvPr/>
            </p:nvSpPr>
            <p:spPr>
              <a:xfrm>
                <a:off x="3606852" y="2065061"/>
                <a:ext cx="2591817" cy="744354"/>
              </a:xfrm>
              <a:prstGeom prst="rect">
                <a:avLst/>
              </a:prstGeom>
              <a:blipFill rotWithShape="1">
                <a:blip r:embed="rId6"/>
                <a:stretch>
                  <a:fillRect l="-2" t="-20053" r="17" b="-2019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标题 1"/>
              <p:cNvSpPr txBox="1"/>
              <p:nvPr/>
            </p:nvSpPr>
            <p:spPr>
              <a:xfrm>
                <a:off x="1617631" y="3088489"/>
                <a:ext cx="3377881"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den>
                    </m:f>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sub>
                      <m:sup>
                        <m:r>
                          <a:rPr lang="en-US" altLang="zh-CN" sz="3000" i="1">
                            <a:latin typeface="Cambria Math" panose="02040503050406030204" pitchFamily="18" charset="0"/>
                            <a:ea typeface="Cambria Math" panose="02040503050406030204" pitchFamily="18" charset="0"/>
                          </a:rPr>
                          <m:t>∞</m:t>
                        </m:r>
                      </m:sup>
                      <m:e>
                        <m:sSup>
                          <m:sSupPr>
                            <m:ctrlPr>
                              <a:rPr lang="en-US" altLang="zh-CN" sz="3000" i="1">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e>
                          <m:sup>
                            <m:r>
                              <a:rPr lang="en-US" altLang="zh-CN" sz="3000" i="1">
                                <a:latin typeface="Cambria Math" panose="02040503050406030204" pitchFamily="18" charset="0"/>
                                <a:ea typeface="楷体" panose="02010609060101010101" pitchFamily="49" charset="-122"/>
                              </a:rPr>
                              <m:t>𝑛</m:t>
                            </m:r>
                          </m:sup>
                        </m:sSup>
                      </m:e>
                    </m:nary>
                  </m:oMath>
                </a14:m>
                <a:r>
                  <a:rPr lang="zh-CN" altLang="en-US" sz="30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30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5" name="标题 1"/>
              <p:cNvSpPr txBox="1">
                <a:spLocks noRot="1" noChangeAspect="1" noMove="1" noResize="1" noEditPoints="1" noAdjustHandles="1" noChangeArrowheads="1" noChangeShapeType="1" noTextEdit="1"/>
              </p:cNvSpPr>
              <p:nvPr/>
            </p:nvSpPr>
            <p:spPr>
              <a:xfrm>
                <a:off x="1617631" y="3088489"/>
                <a:ext cx="3377881" cy="744354"/>
              </a:xfrm>
              <a:prstGeom prst="rect">
                <a:avLst/>
              </a:prstGeom>
              <a:blipFill rotWithShape="1">
                <a:blip r:embed="rId7"/>
                <a:stretch>
                  <a:fillRect l="-8" t="-15250" r="18" b="-15273"/>
                </a:stretch>
              </a:blipFill>
            </p:spPr>
            <p:txBody>
              <a:bodyPr/>
              <a:lstStyle/>
              <a:p>
                <a:r>
                  <a:rPr lang="zh-CN" altLang="en-US">
                    <a:noFill/>
                  </a:rPr>
                  <a:t> </a:t>
                </a:r>
              </a:p>
            </p:txBody>
          </p:sp>
        </mc:Fallback>
      </mc:AlternateContent>
      <p:sp>
        <p:nvSpPr>
          <p:cNvPr id="11" name="矩形 10"/>
          <p:cNvSpPr/>
          <p:nvPr/>
        </p:nvSpPr>
        <p:spPr>
          <a:xfrm>
            <a:off x="4750067" y="2213779"/>
            <a:ext cx="1458228" cy="7443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2" name="标题 1"/>
              <p:cNvSpPr txBox="1"/>
              <p:nvPr/>
            </p:nvSpPr>
            <p:spPr>
              <a:xfrm>
                <a:off x="6301520" y="2242159"/>
                <a:ext cx="2432954" cy="744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f>
                      <m:fPr>
                        <m:ctrlPr>
                          <a:rPr lang="en-US" altLang="zh-CN" sz="3000" i="1" smtClean="0">
                            <a:solidFill>
                              <a:srgbClr val="FF0000"/>
                            </a:solidFill>
                            <a:latin typeface="Cambria Math" panose="02040503050406030204" pitchFamily="18" charset="0"/>
                            <a:ea typeface="楷体" panose="02010609060101010101" pitchFamily="49" charset="-122"/>
                          </a:rPr>
                        </m:ctrlPr>
                      </m:fPr>
                      <m:num>
                        <m:r>
                          <a:rPr lang="en-US" altLang="zh-CN" sz="3000" i="1">
                            <a:solidFill>
                              <a:srgbClr val="FF0000"/>
                            </a:solidFill>
                            <a:latin typeface="Cambria Math" panose="02040503050406030204" pitchFamily="18" charset="0"/>
                            <a:ea typeface="楷体" panose="02010609060101010101" pitchFamily="49" charset="-122"/>
                          </a:rPr>
                          <m:t>1</m:t>
                        </m:r>
                      </m:num>
                      <m:den>
                        <m:r>
                          <a:rPr lang="en-US" altLang="zh-CN" sz="3000" b="0" i="1" smtClean="0">
                            <a:solidFill>
                              <a:srgbClr val="FF0000"/>
                            </a:solidFill>
                            <a:latin typeface="Cambria Math" panose="02040503050406030204" pitchFamily="18" charset="0"/>
                            <a:ea typeface="楷体" panose="02010609060101010101" pitchFamily="49" charset="-122"/>
                          </a:rPr>
                          <m:t>1</m:t>
                        </m:r>
                        <m:r>
                          <a:rPr lang="en-US" altLang="zh-CN" sz="3000" b="0" i="1" smtClean="0">
                            <a:solidFill>
                              <a:srgbClr val="FF0000"/>
                            </a:solidFill>
                            <a:latin typeface="Cambria Math" panose="02040503050406030204" pitchFamily="18" charset="0"/>
                            <a:ea typeface="楷体" panose="02010609060101010101" pitchFamily="49" charset="-122"/>
                          </a:rPr>
                          <m:t>−</m:t>
                        </m:r>
                        <m:r>
                          <a:rPr lang="en-US" altLang="zh-CN" sz="3000" b="0" i="1" smtClean="0">
                            <a:solidFill>
                              <a:srgbClr val="FF0000"/>
                            </a:solidFill>
                            <a:latin typeface="Cambria Math" panose="02040503050406030204" pitchFamily="18" charset="0"/>
                            <a:ea typeface="楷体" panose="02010609060101010101" pitchFamily="49" charset="-122"/>
                          </a:rPr>
                          <m:t>𝑡</m:t>
                        </m:r>
                      </m:den>
                    </m:f>
                    <m:r>
                      <a:rPr lang="en-US" altLang="zh-CN" sz="3000" b="0" i="1" smtClean="0">
                        <a:solidFill>
                          <a:srgbClr val="FF0000"/>
                        </a:solidFill>
                        <a:latin typeface="Cambria Math" panose="02040503050406030204" pitchFamily="18" charset="0"/>
                        <a:ea typeface="楷体" panose="02010609060101010101" pitchFamily="49" charset="-122"/>
                      </a:rPr>
                      <m:t>=</m:t>
                    </m:r>
                    <m:nary>
                      <m:naryPr>
                        <m:chr m:val="∑"/>
                        <m:ctrlPr>
                          <a:rPr lang="en-US" altLang="zh-CN" sz="3000" b="0" i="1" smtClean="0">
                            <a:solidFill>
                              <a:srgbClr val="FF0000"/>
                            </a:solidFill>
                            <a:latin typeface="Cambria Math" panose="02040503050406030204" pitchFamily="18" charset="0"/>
                            <a:ea typeface="楷体" panose="02010609060101010101" pitchFamily="49" charset="-122"/>
                          </a:rPr>
                        </m:ctrlPr>
                      </m:naryPr>
                      <m:sub>
                        <m:r>
                          <m:rPr>
                            <m:brk m:alnAt="23"/>
                          </m:rPr>
                          <a:rPr lang="en-US" altLang="zh-CN" sz="3000" b="0" i="1" smtClean="0">
                            <a:solidFill>
                              <a:srgbClr val="FF0000"/>
                            </a:solidFill>
                            <a:latin typeface="Cambria Math" panose="02040503050406030204" pitchFamily="18" charset="0"/>
                            <a:ea typeface="楷体" panose="02010609060101010101" pitchFamily="49" charset="-122"/>
                          </a:rPr>
                          <m:t>𝑛</m:t>
                        </m:r>
                        <m:r>
                          <a:rPr lang="en-US" altLang="zh-CN" sz="3000" b="0" i="1" smtClean="0">
                            <a:solidFill>
                              <a:srgbClr val="FF0000"/>
                            </a:solidFill>
                            <a:latin typeface="Cambria Math" panose="02040503050406030204" pitchFamily="18" charset="0"/>
                            <a:ea typeface="楷体" panose="02010609060101010101" pitchFamily="49" charset="-122"/>
                          </a:rPr>
                          <m:t>=</m:t>
                        </m:r>
                        <m:r>
                          <a:rPr lang="en-US" altLang="zh-CN" sz="3000" b="0" i="1" smtClean="0">
                            <a:solidFill>
                              <a:srgbClr val="FF0000"/>
                            </a:solidFill>
                            <a:latin typeface="Cambria Math" panose="02040503050406030204" pitchFamily="18" charset="0"/>
                            <a:ea typeface="楷体" panose="02010609060101010101" pitchFamily="49" charset="-122"/>
                          </a:rPr>
                          <m:t>0</m:t>
                        </m:r>
                      </m:sub>
                      <m:sup>
                        <m:r>
                          <a:rPr lang="en-US" altLang="zh-CN" sz="3000" b="0" i="1" smtClean="0">
                            <a:solidFill>
                              <a:srgbClr val="FF0000"/>
                            </a:solidFill>
                            <a:latin typeface="Cambria Math" panose="02040503050406030204" pitchFamily="18" charset="0"/>
                            <a:ea typeface="Cambria Math" panose="02040503050406030204" pitchFamily="18" charset="0"/>
                          </a:rPr>
                          <m:t>∞</m:t>
                        </m:r>
                      </m:sup>
                      <m:e>
                        <m:sSup>
                          <m:sSupPr>
                            <m:ctrlPr>
                              <a:rPr lang="en-US" altLang="zh-CN" sz="3000" b="0" i="1" smtClean="0">
                                <a:solidFill>
                                  <a:srgbClr val="FF0000"/>
                                </a:solidFill>
                                <a:latin typeface="Cambria Math" panose="02040503050406030204" pitchFamily="18" charset="0"/>
                                <a:ea typeface="楷体" panose="02010609060101010101" pitchFamily="49" charset="-122"/>
                              </a:rPr>
                            </m:ctrlPr>
                          </m:sSupPr>
                          <m:e>
                            <m:r>
                              <a:rPr lang="en-US" altLang="zh-CN" sz="3000" b="0" i="1" smtClean="0">
                                <a:solidFill>
                                  <a:srgbClr val="FF0000"/>
                                </a:solidFill>
                                <a:latin typeface="Cambria Math" panose="02040503050406030204" pitchFamily="18" charset="0"/>
                                <a:ea typeface="楷体" panose="02010609060101010101" pitchFamily="49" charset="-122"/>
                              </a:rPr>
                              <m:t>𝑡</m:t>
                            </m:r>
                          </m:e>
                          <m:sup>
                            <m:r>
                              <a:rPr lang="en-US" altLang="zh-CN" sz="3000" b="0" i="1" smtClean="0">
                                <a:solidFill>
                                  <a:srgbClr val="FF0000"/>
                                </a:solidFill>
                                <a:latin typeface="Cambria Math" panose="02040503050406030204" pitchFamily="18" charset="0"/>
                                <a:ea typeface="楷体" panose="02010609060101010101" pitchFamily="49" charset="-122"/>
                              </a:rPr>
                              <m:t>𝑛</m:t>
                            </m:r>
                          </m:sup>
                        </m:sSup>
                      </m:e>
                    </m:nary>
                  </m:oMath>
                </a14:m>
                <a:r>
                  <a:rPr lang="zh-CN" altLang="en-US" sz="3000" dirty="0">
                    <a:solidFill>
                      <a:srgbClr val="FF0000"/>
                    </a:solidFill>
                    <a:latin typeface="Cambria Math" panose="02040503050406030204" pitchFamily="18" charset="0"/>
                    <a:ea typeface="楷体" panose="02010609060101010101" pitchFamily="49" charset="-122"/>
                    <a:cs typeface="Cambria Math" panose="02040503050406030204" pitchFamily="18" charset="0"/>
                  </a:rPr>
                  <a:t> </a:t>
                </a:r>
                <a:endParaRPr lang="zh-CN" altLang="en-US" sz="3000" dirty="0">
                  <a:solidFill>
                    <a:srgbClr val="FF0000"/>
                  </a:solidFill>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2" name="标题 1"/>
              <p:cNvSpPr txBox="1">
                <a:spLocks noRot="1" noChangeAspect="1" noMove="1" noResize="1" noEditPoints="1" noAdjustHandles="1" noChangeArrowheads="1" noChangeShapeType="1" noTextEdit="1"/>
              </p:cNvSpPr>
              <p:nvPr/>
            </p:nvSpPr>
            <p:spPr>
              <a:xfrm>
                <a:off x="6301520" y="2242159"/>
                <a:ext cx="2432954" cy="744354"/>
              </a:xfrm>
              <a:prstGeom prst="rect">
                <a:avLst/>
              </a:prstGeom>
              <a:blipFill rotWithShape="1">
                <a:blip r:embed="rId8"/>
                <a:stretch>
                  <a:fillRect l="-17" t="-15437" r="2" b="-1542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P spid="13" grpId="0"/>
      <p:bldP spid="14" grpId="0"/>
      <p:bldP spid="3" grpId="0"/>
      <p:bldP spid="5" grpId="0"/>
      <p:bldP spid="11" grpId="0" animBg="1"/>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标题 1"/>
              <p:cNvSpPr txBox="1"/>
              <p:nvPr/>
            </p:nvSpPr>
            <p:spPr>
              <a:xfrm>
                <a:off x="777688" y="728175"/>
                <a:ext cx="7849870" cy="201358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对给定的</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不同的圆环域相应的</a:t>
                </a:r>
                <a:r>
                  <a:rPr lang="en-US" altLang="zh-CN" sz="3000" dirty="0">
                    <a:latin typeface="楷体" panose="02010609060101010101" pitchFamily="49" charset="-122"/>
                    <a:ea typeface="楷体" panose="02010609060101010101" pitchFamily="49" charset="-122"/>
                  </a:rPr>
                  <a:t>Laurent</a:t>
                </a:r>
                <a:r>
                  <a:rPr lang="zh-CN" altLang="en-US" sz="3000" dirty="0">
                    <a:latin typeface="楷体" panose="02010609060101010101" pitchFamily="49" charset="-122"/>
                    <a:ea typeface="楷体" panose="02010609060101010101" pitchFamily="49" charset="-122"/>
                  </a:rPr>
                  <a:t>级数也不</a:t>
                </a:r>
                <a:r>
                  <a:rPr lang="zh-CN" altLang="en-US" sz="3000" dirty="0">
                    <a:latin typeface="楷体" panose="02010609060101010101" pitchFamily="49" charset="-122"/>
                    <a:ea typeface="楷体" panose="02010609060101010101" pitchFamily="49" charset="-122"/>
                    <a:sym typeface="+mn-ea"/>
                  </a:rPr>
                  <a:t>一定相同。但</a:t>
                </a:r>
                <a:r>
                  <a:rPr lang="en-US" altLang="zh-CN" sz="3000" dirty="0">
                    <a:latin typeface="楷体" panose="02010609060101010101" pitchFamily="49" charset="-122"/>
                    <a:ea typeface="楷体" panose="02010609060101010101" pitchFamily="49" charset="-122"/>
                    <a:sym typeface="+mn-ea"/>
                  </a:rPr>
                  <a:t>Taylor</a:t>
                </a:r>
                <a:r>
                  <a:rPr lang="zh-CN" altLang="en-US" sz="3000" dirty="0">
                    <a:latin typeface="楷体" panose="02010609060101010101" pitchFamily="49" charset="-122"/>
                    <a:ea typeface="楷体" panose="02010609060101010101" pitchFamily="49" charset="-122"/>
                    <a:sym typeface="+mn-ea"/>
                  </a:rPr>
                  <a:t>级数只要圆盘域的中心不变，级数就是唯一的</a:t>
                </a:r>
                <a:r>
                  <a:rPr lang="en-US" altLang="zh-CN" sz="3000" dirty="0">
                    <a:latin typeface="楷体" panose="02010609060101010101" pitchFamily="49" charset="-122"/>
                    <a:ea typeface="楷体" panose="02010609060101010101" pitchFamily="49" charset="-122"/>
                    <a:sym typeface="+mn-ea"/>
                  </a:rPr>
                  <a:t>(</a:t>
                </a:r>
                <a:r>
                  <a:rPr lang="zh-CN" altLang="en-US" sz="3000" dirty="0">
                    <a:latin typeface="楷体" panose="02010609060101010101" pitchFamily="49" charset="-122"/>
                    <a:ea typeface="楷体" panose="02010609060101010101" pitchFamily="49" charset="-122"/>
                    <a:sym typeface="+mn-ea"/>
                  </a:rPr>
                  <a:t>与半径大小无关</a:t>
                </a:r>
                <a:r>
                  <a:rPr lang="en-US" altLang="zh-CN" sz="3000" dirty="0">
                    <a:latin typeface="楷体" panose="02010609060101010101" pitchFamily="49" charset="-122"/>
                    <a:ea typeface="楷体" panose="02010609060101010101" pitchFamily="49" charset="-122"/>
                    <a:sym typeface="+mn-ea"/>
                  </a:rPr>
                  <a:t>)</a:t>
                </a:r>
                <a:r>
                  <a:rPr lang="zh-CN" altLang="en-US" sz="3000" dirty="0">
                    <a:latin typeface="楷体" panose="02010609060101010101" pitchFamily="49" charset="-122"/>
                    <a:ea typeface="楷体" panose="02010609060101010101" pitchFamily="49" charset="-122"/>
                    <a:sym typeface="+mn-ea"/>
                  </a:rPr>
                  <a:t>。</a:t>
                </a:r>
                <a:endParaRPr lang="zh-CN" altLang="en-US" sz="30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777688" y="728175"/>
                <a:ext cx="7849870" cy="2013585"/>
              </a:xfrm>
              <a:prstGeom prst="rect">
                <a:avLst/>
              </a:prstGeom>
              <a:blipFill rotWithShape="1">
                <a:blip r:embed="rId1"/>
                <a:stretch>
                  <a:fillRect l="-6" t="-1095" r="-2793" b="-1081"/>
                </a:stretch>
              </a:blipFill>
            </p:spPr>
            <p:txBody>
              <a:bodyPr/>
              <a:lstStyle/>
              <a:p>
                <a:r>
                  <a:rPr lang="zh-CN" altLang="en-US">
                    <a:noFill/>
                  </a:rPr>
                  <a:t> </a:t>
                </a:r>
              </a:p>
            </p:txBody>
          </p:sp>
        </mc:Fallback>
      </mc:AlternateContent>
      <p:sp>
        <p:nvSpPr>
          <p:cNvPr id="6" name="标题 1"/>
          <p:cNvSpPr>
            <a:spLocks noGrp="1"/>
          </p:cNvSpPr>
          <p:nvPr>
            <p:ph type="title"/>
          </p:nvPr>
        </p:nvSpPr>
        <p:spPr>
          <a:xfrm>
            <a:off x="122036" y="858749"/>
            <a:ext cx="655652" cy="504424"/>
          </a:xfrm>
        </p:spPr>
        <p:txBody>
          <a:bodyPr>
            <a:normAutofit fontScale="90000"/>
          </a:bodyPr>
          <a:lstStyle/>
          <a:p>
            <a:r>
              <a:rPr lang="zh-CN" altLang="en-US" sz="3335" dirty="0">
                <a:latin typeface="楷体" panose="02010609060101010101" pitchFamily="49" charset="-122"/>
                <a:ea typeface="楷体" panose="02010609060101010101" pitchFamily="49" charset="-122"/>
              </a:rPr>
              <a:t>    </a:t>
            </a:r>
            <a:br>
              <a:rPr lang="en-US" altLang="zh-CN" sz="3335" dirty="0">
                <a:latin typeface="楷体" panose="02010609060101010101" pitchFamily="49" charset="-122"/>
                <a:ea typeface="楷体" panose="02010609060101010101" pitchFamily="49" charset="-122"/>
              </a:rPr>
            </a:br>
            <a:r>
              <a:rPr lang="zh-CN" altLang="en-US" sz="3335" dirty="0">
                <a:solidFill>
                  <a:srgbClr val="FF0000"/>
                </a:solidFill>
                <a:latin typeface="楷体" panose="02010609060101010101" pitchFamily="49" charset="-122"/>
                <a:ea typeface="楷体" panose="02010609060101010101" pitchFamily="49" charset="-122"/>
              </a:rPr>
              <a:t>注：</a:t>
            </a:r>
            <a:br>
              <a:rPr lang="en-US" altLang="zh-CN" sz="3335" dirty="0">
                <a:latin typeface="楷体" panose="02010609060101010101" pitchFamily="49" charset="-122"/>
                <a:ea typeface="楷体" panose="02010609060101010101" pitchFamily="49" charset="-122"/>
              </a:rPr>
            </a:br>
            <a:r>
              <a:rPr lang="en-US" altLang="zh-CN" sz="3335" dirty="0">
                <a:latin typeface="楷体" panose="02010609060101010101" pitchFamily="49" charset="-122"/>
                <a:ea typeface="楷体" panose="02010609060101010101" pitchFamily="49" charset="-122"/>
              </a:rPr>
              <a:t>      </a:t>
            </a:r>
            <a:endParaRPr lang="zh-CN" altLang="en-US" sz="3335" dirty="0">
              <a:latin typeface="楷体" panose="02010609060101010101" pitchFamily="49" charset="-122"/>
              <a:ea typeface="楷体" panose="02010609060101010101" pitchFamily="49" charset="-122"/>
            </a:endParaRPr>
          </a:p>
        </p:txBody>
      </p:sp>
      <p:sp>
        <p:nvSpPr>
          <p:cNvPr id="8" name="标题 1"/>
          <p:cNvSpPr txBox="1"/>
          <p:nvPr/>
        </p:nvSpPr>
        <p:spPr>
          <a:xfrm>
            <a:off x="122036" y="2870967"/>
            <a:ext cx="1051317" cy="65037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FF0000"/>
                </a:solidFill>
                <a:latin typeface="楷体" panose="02010609060101010101" pitchFamily="49" charset="-122"/>
                <a:ea typeface="楷体" panose="02010609060101010101" pitchFamily="49" charset="-122"/>
              </a:rPr>
              <a:t>原因：</a:t>
            </a:r>
            <a:endParaRPr lang="zh-CN" altLang="en-US" sz="3000" dirty="0">
              <a:solidFill>
                <a:srgbClr val="FF0000"/>
              </a:solidFill>
              <a:latin typeface="楷体" panose="02010609060101010101" pitchFamily="49" charset="-122"/>
              <a:ea typeface="楷体" panose="02010609060101010101" pitchFamily="49" charset="-122"/>
            </a:endParaRPr>
          </a:p>
        </p:txBody>
      </p:sp>
      <p:sp>
        <p:nvSpPr>
          <p:cNvPr id="11" name="标题 1"/>
          <p:cNvSpPr txBox="1"/>
          <p:nvPr/>
        </p:nvSpPr>
        <p:spPr>
          <a:xfrm>
            <a:off x="1123372" y="2919094"/>
            <a:ext cx="7700645" cy="12903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中心相同的圆盘域，小圆必在大圆中。</a:t>
            </a:r>
            <a:endParaRPr lang="zh-CN" altLang="en-US" sz="3000" dirty="0">
              <a:latin typeface="楷体" panose="02010609060101010101" pitchFamily="49" charset="-122"/>
              <a:ea typeface="楷体" panose="02010609060101010101" pitchFamily="49" charset="-122"/>
            </a:endParaRPr>
          </a:p>
          <a:p>
            <a:pPr>
              <a:lnSpc>
                <a:spcPct val="150000"/>
              </a:lnSpc>
            </a:pPr>
            <a:r>
              <a:rPr lang="zh-CN" altLang="en-US" sz="3000" dirty="0">
                <a:latin typeface="楷体" panose="02010609060101010101" pitchFamily="49" charset="-122"/>
                <a:ea typeface="楷体" panose="02010609060101010101" pitchFamily="49" charset="-122"/>
              </a:rPr>
              <a:t>但环域不是</a:t>
            </a:r>
            <a:endParaRPr lang="zh-CN" altLang="en-US" sz="3000" dirty="0">
              <a:latin typeface="楷体" panose="02010609060101010101" pitchFamily="49" charset="-122"/>
              <a:ea typeface="楷体" panose="02010609060101010101" pitchFamily="49" charset="-122"/>
            </a:endParaRPr>
          </a:p>
        </p:txBody>
      </p:sp>
      <p:grpSp>
        <p:nvGrpSpPr>
          <p:cNvPr id="4" name="组合 3"/>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7"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7"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2"/>
                </a:blipFill>
              </p:spPr>
              <p:txBody>
                <a:bodyPr/>
                <a:lstStyle/>
                <a:p>
                  <a:r>
                    <a:rPr lang="zh-CN" altLang="en-US">
                      <a:noFill/>
                    </a:rPr>
                    <a:t> </a:t>
                  </a:r>
                </a:p>
              </p:txBody>
            </p:sp>
          </mc:Fallback>
        </mc:AlternateContent>
        <p:cxnSp>
          <p:nvCxnSpPr>
            <p:cNvPr id="9" name="直接连接符 8"/>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2" name="标题 1"/>
              <p:cNvSpPr txBox="1"/>
              <p:nvPr/>
            </p:nvSpPr>
            <p:spPr>
              <a:xfrm>
                <a:off x="333375" y="1529214"/>
                <a:ext cx="8512810" cy="103251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CN" sz="3000" dirty="0">
                    <a:latin typeface="楷体" panose="02010609060101010101" pitchFamily="49" charset="-122"/>
                    <a:ea typeface="楷体" panose="02010609060101010101" pitchFamily="49" charset="-122"/>
                  </a:rPr>
                  <a:t>1</a:t>
                </a:r>
                <a:r>
                  <a:rPr lang="zh-CN" altLang="en-US" sz="3000" dirty="0">
                    <a:latin typeface="楷体" panose="02010609060101010101" pitchFamily="49" charset="-122"/>
                    <a:ea typeface="楷体" panose="02010609060101010101" pitchFamily="49" charset="-122"/>
                  </a:rPr>
                  <a:t>、将</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num>
                      <m:den>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𝑧</m:t>
                            </m:r>
                          </m:e>
                          <m:sup>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den>
                    </m:f>
                  </m:oMath>
                </a14:m>
                <a:r>
                  <a:rPr lang="zh-CN" altLang="en-US" sz="3000" dirty="0">
                    <a:latin typeface="楷体" panose="02010609060101010101" pitchFamily="49" charset="-122"/>
                    <a:ea typeface="楷体" panose="02010609060101010101" pitchFamily="49" charset="-122"/>
                  </a:rPr>
                  <a:t>在</a:t>
                </a:r>
                <a14:m>
                  <m:oMath xmlns:m="http://schemas.openxmlformats.org/officeDocument/2006/math">
                    <m:r>
                      <a:rPr lang="en-US" altLang="zh-CN" sz="3000" b="0" i="1" dirty="0" smtClean="0">
                        <a:latin typeface="Cambria Math" panose="02040503050406030204" pitchFamily="18" charset="0"/>
                        <a:ea typeface="楷体" panose="02010609060101010101" pitchFamily="49" charset="-122"/>
                      </a:rPr>
                      <m:t>0</m:t>
                    </m:r>
                    <m:r>
                      <a:rPr lang="en-US" altLang="zh-CN" sz="3000" b="0" i="1" dirty="0" smtClean="0">
                        <a:latin typeface="Cambria Math" panose="02040503050406030204" pitchFamily="18" charset="0"/>
                        <a:ea typeface="楷体" panose="02010609060101010101" pitchFamily="49" charset="-122"/>
                      </a:rPr>
                      <m:t>&lt;</m:t>
                    </m:r>
                    <m:d>
                      <m:dPr>
                        <m:begChr m:val="|"/>
                        <m:endChr m:val="|"/>
                        <m:ctrlPr>
                          <a:rPr lang="en-US" altLang="zh-CN" sz="3000" b="0" i="1" dirty="0" smtClean="0">
                            <a:latin typeface="Cambria Math" panose="02040503050406030204" pitchFamily="18" charset="0"/>
                            <a:ea typeface="楷体" panose="02010609060101010101" pitchFamily="49" charset="-122"/>
                          </a:rPr>
                        </m:ctrlPr>
                      </m:dPr>
                      <m:e>
                        <m:r>
                          <a:rPr lang="en-US" altLang="zh-CN" sz="3000" b="0" i="1" dirty="0" smtClean="0">
                            <a:latin typeface="Cambria Math" panose="02040503050406030204" pitchFamily="18" charset="0"/>
                            <a:ea typeface="楷体" panose="02010609060101010101" pitchFamily="49" charset="-122"/>
                          </a:rPr>
                          <m:t>𝑧</m:t>
                        </m:r>
                      </m:e>
                    </m:d>
                    <m:r>
                      <a:rPr lang="en-US" altLang="zh-CN" sz="3000" b="0" i="1" dirty="0" smtClean="0">
                        <a:latin typeface="Cambria Math" panose="02040503050406030204" pitchFamily="18" charset="0"/>
                        <a:ea typeface="楷体" panose="02010609060101010101" pitchFamily="49" charset="-122"/>
                      </a:rPr>
                      <m:t>&lt;</m:t>
                    </m:r>
                    <m:r>
                      <a:rPr lang="en-US" altLang="zh-CN" sz="3000" b="0" i="1" dirty="0" smtClean="0">
                        <a:latin typeface="Cambria Math" panose="02040503050406030204" pitchFamily="18" charset="0"/>
                        <a:ea typeface="楷体" panose="02010609060101010101" pitchFamily="49" charset="-122"/>
                      </a:rPr>
                      <m:t>1</m:t>
                    </m:r>
                  </m:oMath>
                </a14:m>
                <a:r>
                  <a:rPr lang="zh-CN" altLang="en-US" sz="3000" dirty="0">
                    <a:latin typeface="楷体" panose="02010609060101010101" pitchFamily="49" charset="-122"/>
                    <a:ea typeface="楷体" panose="02010609060101010101" pitchFamily="49" charset="-122"/>
                  </a:rPr>
                  <a:t>内展开成洛朗级数</a:t>
                </a:r>
                <a:endParaRPr lang="zh-CN" altLang="en-US" sz="3000" dirty="0">
                  <a:latin typeface="楷体" panose="02010609060101010101" pitchFamily="49" charset="-122"/>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333375" y="1529214"/>
                <a:ext cx="8512810" cy="1032510"/>
              </a:xfrm>
              <a:prstGeom prst="rect">
                <a:avLst/>
              </a:prstGeom>
              <a:blipFill rotWithShape="1">
                <a:blip r:embed="rId1"/>
                <a:stretch>
                  <a:fillRect t="-6409" b="-6445"/>
                </a:stretch>
              </a:blipFill>
            </p:spPr>
            <p:txBody>
              <a:bodyPr/>
              <a:lstStyle/>
              <a:p>
                <a:r>
                  <a:rPr lang="zh-CN" altLang="en-US">
                    <a:noFill/>
                  </a:rPr>
                  <a:t> </a:t>
                </a:r>
              </a:p>
            </p:txBody>
          </p:sp>
        </mc:Fallback>
      </mc:AlternateContent>
      <p:sp>
        <p:nvSpPr>
          <p:cNvPr id="13" name="标题 1"/>
          <p:cNvSpPr txBox="1"/>
          <p:nvPr/>
        </p:nvSpPr>
        <p:spPr>
          <a:xfrm>
            <a:off x="297815" y="573451"/>
            <a:ext cx="1051317" cy="65037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练习：</a:t>
            </a:r>
            <a:endParaRPr lang="zh-CN" altLang="en-US" sz="3000"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14" name="标题 1"/>
              <p:cNvSpPr txBox="1"/>
              <p:nvPr/>
            </p:nvSpPr>
            <p:spPr>
              <a:xfrm>
                <a:off x="333375" y="3274762"/>
                <a:ext cx="8329362" cy="117030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CN" sz="3000" dirty="0">
                    <a:latin typeface="楷体" panose="02010609060101010101" pitchFamily="49" charset="-122"/>
                    <a:ea typeface="楷体" panose="02010609060101010101" pitchFamily="49" charset="-122"/>
                  </a:rPr>
                  <a:t>2</a:t>
                </a:r>
                <a:r>
                  <a:rPr lang="zh-CN" altLang="en-US" sz="3000" dirty="0">
                    <a:latin typeface="楷体" panose="02010609060101010101" pitchFamily="49" charset="-122"/>
                    <a:ea typeface="楷体" panose="02010609060101010101" pitchFamily="49" charset="-122"/>
                  </a:rPr>
                  <a:t>、将</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𝑧</m:t>
                            </m:r>
                          </m:sup>
                        </m:sSup>
                      </m:num>
                      <m:den>
                        <m:r>
                          <a:rPr lang="en-US" altLang="zh-CN" sz="3000" b="0" i="1" smtClean="0">
                            <a:latin typeface="Cambria Math" panose="02040503050406030204" pitchFamily="18" charset="0"/>
                            <a:ea typeface="楷体" panose="02010609060101010101" pitchFamily="49" charset="-122"/>
                          </a:rPr>
                          <m:t> (</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den>
                    </m:f>
                  </m:oMath>
                </a14:m>
                <a:r>
                  <a:rPr lang="zh-CN" altLang="en-US" sz="3000" dirty="0">
                    <a:latin typeface="楷体" panose="02010609060101010101" pitchFamily="49" charset="-122"/>
                    <a:ea typeface="楷体" panose="02010609060101010101" pitchFamily="49" charset="-122"/>
                  </a:rPr>
                  <a:t>在</a:t>
                </a:r>
                <a14:m>
                  <m:oMath xmlns:m="http://schemas.openxmlformats.org/officeDocument/2006/math">
                    <m:r>
                      <a:rPr lang="en-US" altLang="zh-CN" sz="3000" b="0" i="1" dirty="0" smtClean="0">
                        <a:latin typeface="Cambria Math" panose="02040503050406030204" pitchFamily="18" charset="0"/>
                        <a:ea typeface="楷体" panose="02010609060101010101" pitchFamily="49" charset="-122"/>
                      </a:rPr>
                      <m:t>0</m:t>
                    </m:r>
                    <m:r>
                      <a:rPr lang="en-US" altLang="zh-CN" sz="3000" b="0" i="1" dirty="0" smtClean="0">
                        <a:latin typeface="Cambria Math" panose="02040503050406030204" pitchFamily="18" charset="0"/>
                        <a:ea typeface="楷体" panose="02010609060101010101" pitchFamily="49" charset="-122"/>
                      </a:rPr>
                      <m:t>&lt;</m:t>
                    </m:r>
                    <m:d>
                      <m:dPr>
                        <m:begChr m:val="|"/>
                        <m:endChr m:val="|"/>
                        <m:ctrlPr>
                          <a:rPr lang="en-US" altLang="zh-CN" sz="3000" b="0" i="1" dirty="0" smtClean="0">
                            <a:latin typeface="Cambria Math" panose="02040503050406030204" pitchFamily="18" charset="0"/>
                            <a:ea typeface="楷体" panose="02010609060101010101" pitchFamily="49" charset="-122"/>
                          </a:rPr>
                        </m:ctrlPr>
                      </m:dPr>
                      <m:e>
                        <m:r>
                          <a:rPr lang="en-US" altLang="zh-CN" sz="3000" b="0" i="1" dirty="0" smtClean="0">
                            <a:latin typeface="Cambria Math" panose="02040503050406030204" pitchFamily="18" charset="0"/>
                            <a:ea typeface="楷体" panose="02010609060101010101" pitchFamily="49" charset="-122"/>
                          </a:rPr>
                          <m:t>𝑧</m:t>
                        </m:r>
                        <m:r>
                          <a:rPr lang="en-US" altLang="zh-CN" sz="3000" b="0" i="1" dirty="0" smtClean="0">
                            <a:latin typeface="Cambria Math" panose="02040503050406030204" pitchFamily="18" charset="0"/>
                            <a:ea typeface="楷体" panose="02010609060101010101" pitchFamily="49" charset="-122"/>
                          </a:rPr>
                          <m:t>−</m:t>
                        </m:r>
                        <m:r>
                          <a:rPr lang="en-US" altLang="zh-CN" sz="3000" b="0" i="1" dirty="0" smtClean="0">
                            <a:latin typeface="Cambria Math" panose="02040503050406030204" pitchFamily="18" charset="0"/>
                            <a:ea typeface="楷体" panose="02010609060101010101" pitchFamily="49" charset="-122"/>
                          </a:rPr>
                          <m:t>1</m:t>
                        </m:r>
                      </m:e>
                    </m:d>
                    <m:r>
                      <a:rPr lang="en-US" altLang="zh-CN" sz="3000" b="0" i="1" dirty="0" smtClean="0">
                        <a:latin typeface="Cambria Math" panose="02040503050406030204" pitchFamily="18" charset="0"/>
                        <a:ea typeface="楷体" panose="02010609060101010101" pitchFamily="49" charset="-122"/>
                      </a:rPr>
                      <m:t>&lt;+</m:t>
                    </m:r>
                    <m:r>
                      <a:rPr lang="en-US" altLang="zh-CN" sz="3000" b="0" i="1" dirty="0" smtClean="0">
                        <a:latin typeface="Cambria Math" panose="02040503050406030204" pitchFamily="18" charset="0"/>
                        <a:ea typeface="Cambria Math" panose="02040503050406030204" pitchFamily="18" charset="0"/>
                      </a:rPr>
                      <m:t>∞</m:t>
                    </m:r>
                  </m:oMath>
                </a14:m>
                <a:r>
                  <a:rPr lang="zh-CN" altLang="en-US" sz="3000" dirty="0">
                    <a:latin typeface="楷体" panose="02010609060101010101" pitchFamily="49" charset="-122"/>
                    <a:ea typeface="楷体" panose="02010609060101010101" pitchFamily="49" charset="-122"/>
                  </a:rPr>
                  <a:t>内展开成</a:t>
                </a:r>
                <a14:m>
                  <m:oMath xmlns:m="http://schemas.openxmlformats.org/officeDocument/2006/math">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1</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形式的</a:t>
                </a:r>
                <a:r>
                  <a:rPr lang="zh-CN" altLang="en-US" sz="3000" dirty="0">
                    <a:latin typeface="楷体" panose="02010609060101010101" pitchFamily="49" charset="-122"/>
                    <a:ea typeface="楷体" panose="02010609060101010101" pitchFamily="49" charset="-122"/>
                  </a:rPr>
                  <a:t>洛朗级数</a:t>
                </a:r>
                <a:endParaRPr lang="zh-CN" altLang="en-US" sz="3000" dirty="0">
                  <a:latin typeface="楷体" panose="02010609060101010101" pitchFamily="49" charset="-122"/>
                  <a:ea typeface="楷体" panose="02010609060101010101" pitchFamily="49" charset="-122"/>
                </a:endParaRPr>
              </a:p>
            </p:txBody>
          </p:sp>
        </mc:Choice>
        <mc:Fallback>
          <p:sp>
            <p:nvSpPr>
              <p:cNvPr id="14" name="标题 1"/>
              <p:cNvSpPr txBox="1">
                <a:spLocks noRot="1" noChangeAspect="1" noMove="1" noResize="1" noEditPoints="1" noAdjustHandles="1" noChangeArrowheads="1" noChangeShapeType="1" noTextEdit="1"/>
              </p:cNvSpPr>
              <p:nvPr/>
            </p:nvSpPr>
            <p:spPr>
              <a:xfrm>
                <a:off x="333375" y="3274762"/>
                <a:ext cx="8329362" cy="1170305"/>
              </a:xfrm>
              <a:prstGeom prst="rect">
                <a:avLst/>
              </a:prstGeom>
              <a:blipFill rotWithShape="1">
                <a:blip r:embed="rId2"/>
                <a:stretch>
                  <a:fillRect t="-1037" r="1" b="-1134"/>
                </a:stretch>
              </a:blipFill>
            </p:spPr>
            <p:txBody>
              <a:bodyPr/>
              <a:lstStyle/>
              <a:p>
                <a:r>
                  <a:rPr lang="zh-CN" altLang="en-US">
                    <a:noFill/>
                  </a:rPr>
                  <a:t> </a:t>
                </a:r>
              </a:p>
            </p:txBody>
          </p:sp>
        </mc:Fallback>
      </mc:AlternateContent>
      <p:grpSp>
        <p:nvGrpSpPr>
          <p:cNvPr id="4" name="组合 3"/>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6"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3"/>
                </a:blipFill>
              </p:spPr>
              <p:txBody>
                <a:bodyPr/>
                <a:lstStyle/>
                <a:p>
                  <a:r>
                    <a:rPr lang="zh-CN" altLang="en-US">
                      <a:noFill/>
                    </a:rPr>
                    <a:t> </a:t>
                  </a:r>
                </a:p>
              </p:txBody>
            </p:sp>
          </mc:Fallback>
        </mc:AlternateContent>
        <p:cxnSp>
          <p:nvCxnSpPr>
            <p:cNvPr id="7" name="直接连接符 6"/>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2" name="标题 1"/>
              <p:cNvSpPr txBox="1"/>
              <p:nvPr/>
            </p:nvSpPr>
            <p:spPr>
              <a:xfrm>
                <a:off x="122036" y="586209"/>
                <a:ext cx="8512810" cy="103251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zh-CN" altLang="en-US" sz="3000" dirty="0">
                    <a:latin typeface="楷体" panose="02010609060101010101" pitchFamily="49" charset="-122"/>
                    <a:ea typeface="楷体" panose="02010609060101010101" pitchFamily="49" charset="-122"/>
                  </a:rPr>
                  <a:t>将</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num>
                      <m:den>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𝑧</m:t>
                            </m:r>
                          </m:e>
                          <m:sup>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den>
                    </m:f>
                  </m:oMath>
                </a14:m>
                <a:r>
                  <a:rPr lang="zh-CN" altLang="en-US" sz="3000" dirty="0">
                    <a:latin typeface="楷体" panose="02010609060101010101" pitchFamily="49" charset="-122"/>
                    <a:ea typeface="楷体" panose="02010609060101010101" pitchFamily="49" charset="-122"/>
                  </a:rPr>
                  <a:t>在</a:t>
                </a:r>
                <a14:m>
                  <m:oMath xmlns:m="http://schemas.openxmlformats.org/officeDocument/2006/math">
                    <m:r>
                      <a:rPr lang="en-US" altLang="zh-CN" sz="3000" b="0" i="1" dirty="0" smtClean="0">
                        <a:latin typeface="Cambria Math" panose="02040503050406030204" pitchFamily="18" charset="0"/>
                        <a:ea typeface="楷体" panose="02010609060101010101" pitchFamily="49" charset="-122"/>
                      </a:rPr>
                      <m:t>0</m:t>
                    </m:r>
                    <m:r>
                      <a:rPr lang="en-US" altLang="zh-CN" sz="3000" b="0" i="1" dirty="0" smtClean="0">
                        <a:latin typeface="Cambria Math" panose="02040503050406030204" pitchFamily="18" charset="0"/>
                        <a:ea typeface="楷体" panose="02010609060101010101" pitchFamily="49" charset="-122"/>
                      </a:rPr>
                      <m:t>&lt;</m:t>
                    </m:r>
                    <m:d>
                      <m:dPr>
                        <m:begChr m:val="|"/>
                        <m:endChr m:val="|"/>
                        <m:ctrlPr>
                          <a:rPr lang="en-US" altLang="zh-CN" sz="3000" b="0" i="1" dirty="0" smtClean="0">
                            <a:latin typeface="Cambria Math" panose="02040503050406030204" pitchFamily="18" charset="0"/>
                            <a:ea typeface="楷体" panose="02010609060101010101" pitchFamily="49" charset="-122"/>
                          </a:rPr>
                        </m:ctrlPr>
                      </m:dPr>
                      <m:e>
                        <m:r>
                          <a:rPr lang="en-US" altLang="zh-CN" sz="3000" b="0" i="1" dirty="0" smtClean="0">
                            <a:latin typeface="Cambria Math" panose="02040503050406030204" pitchFamily="18" charset="0"/>
                            <a:ea typeface="楷体" panose="02010609060101010101" pitchFamily="49" charset="-122"/>
                          </a:rPr>
                          <m:t>𝑧</m:t>
                        </m:r>
                      </m:e>
                    </m:d>
                    <m:r>
                      <a:rPr lang="en-US" altLang="zh-CN" sz="3000" b="0" i="1" dirty="0" smtClean="0">
                        <a:latin typeface="Cambria Math" panose="02040503050406030204" pitchFamily="18" charset="0"/>
                        <a:ea typeface="楷体" panose="02010609060101010101" pitchFamily="49" charset="-122"/>
                      </a:rPr>
                      <m:t>&lt;</m:t>
                    </m:r>
                    <m:r>
                      <a:rPr lang="en-US" altLang="zh-CN" sz="3000" b="0" i="1" dirty="0" smtClean="0">
                        <a:latin typeface="Cambria Math" panose="02040503050406030204" pitchFamily="18" charset="0"/>
                        <a:ea typeface="楷体" panose="02010609060101010101" pitchFamily="49" charset="-122"/>
                      </a:rPr>
                      <m:t>1</m:t>
                    </m:r>
                  </m:oMath>
                </a14:m>
                <a:r>
                  <a:rPr lang="zh-CN" altLang="en-US" sz="3000" dirty="0">
                    <a:latin typeface="楷体" panose="02010609060101010101" pitchFamily="49" charset="-122"/>
                    <a:ea typeface="楷体" panose="02010609060101010101" pitchFamily="49" charset="-122"/>
                  </a:rPr>
                  <a:t>内展开成洛朗级数</a:t>
                </a:r>
                <a:endParaRPr lang="zh-CN" altLang="en-US" sz="3000" dirty="0">
                  <a:latin typeface="楷体" panose="02010609060101010101" pitchFamily="49" charset="-122"/>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122036" y="586209"/>
                <a:ext cx="8512810" cy="1032510"/>
              </a:xfrm>
              <a:prstGeom prst="rect">
                <a:avLst/>
              </a:prstGeom>
              <a:blipFill rotWithShape="1">
                <a:blip r:embed="rId1"/>
                <a:stretch>
                  <a:fillRect l="-1" t="-10" r="1" b="10"/>
                </a:stretch>
              </a:blipFill>
            </p:spPr>
            <p:txBody>
              <a:bodyPr/>
              <a:lstStyle/>
              <a:p>
                <a:r>
                  <a:rPr lang="zh-CN" altLang="en-US">
                    <a:noFill/>
                  </a:rPr>
                  <a:t> </a:t>
                </a:r>
              </a:p>
            </p:txBody>
          </p:sp>
        </mc:Fallback>
      </mc:AlternateContent>
      <p:grpSp>
        <p:nvGrpSpPr>
          <p:cNvPr id="4" name="组合 3"/>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6"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2"/>
                </a:blipFill>
              </p:spPr>
              <p:txBody>
                <a:bodyPr/>
                <a:lstStyle/>
                <a:p>
                  <a:r>
                    <a:rPr lang="zh-CN" altLang="en-US">
                      <a:noFill/>
                    </a:rPr>
                    <a:t> </a:t>
                  </a:r>
                </a:p>
              </p:txBody>
            </p:sp>
          </mc:Fallback>
        </mc:AlternateContent>
        <p:cxnSp>
          <p:nvCxnSpPr>
            <p:cNvPr id="7" name="直接连接符 6"/>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 name="标题 1"/>
              <p:cNvSpPr txBox="1"/>
              <p:nvPr/>
            </p:nvSpPr>
            <p:spPr>
              <a:xfrm>
                <a:off x="6867742" y="1097647"/>
                <a:ext cx="1958625" cy="103251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 xmlns:m="http://schemas.openxmlformats.org/officeDocument/2006/math">
                    <m:nary>
                      <m:naryPr>
                        <m:chr m:val="∑"/>
                        <m:ctrlPr>
                          <a:rPr lang="en-US" altLang="zh-CN" sz="3000" i="1" smtClean="0">
                            <a:solidFill>
                              <a:srgbClr val="00B0F0"/>
                            </a:solidFill>
                            <a:latin typeface="Cambria Math" panose="02040503050406030204" pitchFamily="18" charset="0"/>
                            <a:ea typeface="楷体" panose="02010609060101010101" pitchFamily="49" charset="-122"/>
                          </a:rPr>
                        </m:ctrlPr>
                      </m:naryPr>
                      <m:sub>
                        <m:r>
                          <m:rPr>
                            <m:brk m:alnAt="23"/>
                          </m:rPr>
                          <a:rPr lang="en-US" altLang="zh-CN" sz="3000" i="1">
                            <a:solidFill>
                              <a:srgbClr val="00B0F0"/>
                            </a:solidFill>
                            <a:latin typeface="Cambria Math" panose="02040503050406030204" pitchFamily="18" charset="0"/>
                            <a:ea typeface="楷体" panose="02010609060101010101" pitchFamily="49" charset="-122"/>
                          </a:rPr>
                          <m:t>𝑛</m:t>
                        </m:r>
                        <m:r>
                          <a:rPr lang="en-US" altLang="zh-CN" sz="3000" i="1">
                            <a:solidFill>
                              <a:srgbClr val="00B0F0"/>
                            </a:solidFill>
                            <a:latin typeface="Cambria Math" panose="02040503050406030204" pitchFamily="18" charset="0"/>
                            <a:ea typeface="楷体" panose="02010609060101010101" pitchFamily="49" charset="-122"/>
                          </a:rPr>
                          <m:t>=</m:t>
                        </m:r>
                        <m:r>
                          <a:rPr lang="en-US" altLang="zh-CN" sz="3000" i="1">
                            <a:solidFill>
                              <a:srgbClr val="00B0F0"/>
                            </a:solidFill>
                            <a:latin typeface="Cambria Math" panose="02040503050406030204" pitchFamily="18" charset="0"/>
                            <a:ea typeface="楷体" panose="02010609060101010101" pitchFamily="49" charset="-122"/>
                          </a:rPr>
                          <m:t>0</m:t>
                        </m:r>
                      </m:sub>
                      <m:sup>
                        <m:r>
                          <a:rPr lang="en-US" altLang="zh-CN" sz="3000" i="1">
                            <a:solidFill>
                              <a:srgbClr val="00B0F0"/>
                            </a:solidFill>
                            <a:latin typeface="Cambria Math" panose="02040503050406030204" pitchFamily="18" charset="0"/>
                            <a:ea typeface="Cambria Math" panose="02040503050406030204" pitchFamily="18" charset="0"/>
                          </a:rPr>
                          <m:t>∞</m:t>
                        </m:r>
                      </m:sup>
                      <m:e>
                        <m:sSub>
                          <m:sSubPr>
                            <m:ctrlPr>
                              <a:rPr lang="en-US" altLang="zh-CN" sz="3000" i="1" smtClean="0">
                                <a:solidFill>
                                  <a:srgbClr val="00B0F0"/>
                                </a:solidFill>
                                <a:latin typeface="Cambria Math" panose="02040503050406030204" pitchFamily="18" charset="0"/>
                                <a:ea typeface="Cambria Math" panose="02040503050406030204" pitchFamily="18" charset="0"/>
                              </a:rPr>
                            </m:ctrlPr>
                          </m:sSubPr>
                          <m:e>
                            <m:r>
                              <a:rPr lang="en-US" altLang="zh-CN" sz="3000" b="0" i="1" smtClean="0">
                                <a:solidFill>
                                  <a:srgbClr val="00B0F0"/>
                                </a:solidFill>
                                <a:latin typeface="Cambria Math" panose="02040503050406030204" pitchFamily="18" charset="0"/>
                                <a:ea typeface="Cambria Math" panose="02040503050406030204" pitchFamily="18" charset="0"/>
                              </a:rPr>
                              <m:t>𝑎</m:t>
                            </m:r>
                          </m:e>
                          <m:sub>
                            <m:r>
                              <a:rPr lang="en-US" altLang="zh-CN" sz="3000" b="0" i="1" smtClean="0">
                                <a:solidFill>
                                  <a:srgbClr val="00B0F0"/>
                                </a:solidFill>
                                <a:latin typeface="Cambria Math" panose="02040503050406030204" pitchFamily="18" charset="0"/>
                                <a:ea typeface="Cambria Math" panose="02040503050406030204" pitchFamily="18" charset="0"/>
                              </a:rPr>
                              <m:t>𝑛</m:t>
                            </m:r>
                          </m:sub>
                        </m:sSub>
                        <m:sSup>
                          <m:sSupPr>
                            <m:ctrlPr>
                              <a:rPr lang="en-US" altLang="zh-CN" sz="3000" i="1">
                                <a:solidFill>
                                  <a:srgbClr val="00B0F0"/>
                                </a:solidFill>
                                <a:latin typeface="Cambria Math" panose="02040503050406030204" pitchFamily="18" charset="0"/>
                                <a:ea typeface="楷体" panose="02010609060101010101" pitchFamily="49" charset="-122"/>
                              </a:rPr>
                            </m:ctrlPr>
                          </m:sSupPr>
                          <m:e>
                            <m:r>
                              <a:rPr lang="en-US" altLang="zh-CN" sz="3000" b="0" i="1" smtClean="0">
                                <a:solidFill>
                                  <a:srgbClr val="00B0F0"/>
                                </a:solidFill>
                                <a:latin typeface="Cambria Math" panose="02040503050406030204" pitchFamily="18" charset="0"/>
                                <a:ea typeface="楷体" panose="02010609060101010101" pitchFamily="49" charset="-122"/>
                              </a:rPr>
                              <m:t>𝑧</m:t>
                            </m:r>
                          </m:e>
                          <m:sup>
                            <m:r>
                              <a:rPr lang="en-US" altLang="zh-CN" sz="3000" b="0" i="1" smtClean="0">
                                <a:solidFill>
                                  <a:srgbClr val="00B0F0"/>
                                </a:solidFill>
                                <a:latin typeface="Cambria Math" panose="02040503050406030204" pitchFamily="18" charset="0"/>
                                <a:ea typeface="楷体" panose="02010609060101010101" pitchFamily="49" charset="-122"/>
                              </a:rPr>
                              <m:t>𝑛</m:t>
                            </m:r>
                          </m:sup>
                        </m:sSup>
                      </m:e>
                    </m:nary>
                  </m:oMath>
                </a14:m>
                <a:r>
                  <a:rPr lang="zh-CN" altLang="en-US" sz="3000" dirty="0">
                    <a:solidFill>
                      <a:srgbClr val="00B0F0"/>
                    </a:solidFill>
                    <a:latin typeface="楷体" panose="02010609060101010101" pitchFamily="49" charset="-122"/>
                    <a:ea typeface="楷体" panose="02010609060101010101" pitchFamily="49" charset="-122"/>
                  </a:rPr>
                  <a:t> </a:t>
                </a:r>
                <a:endParaRPr lang="zh-CN" altLang="en-US" sz="3000" dirty="0">
                  <a:solidFill>
                    <a:srgbClr val="00B0F0"/>
                  </a:solidFill>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6867742" y="1097647"/>
                <a:ext cx="1958625" cy="1032510"/>
              </a:xfrm>
              <a:prstGeom prst="rect">
                <a:avLst/>
              </a:prstGeom>
              <a:blipFill rotWithShape="1">
                <a:blip r:embed="rId3"/>
                <a:stretch>
                  <a:fillRect l="-11" t="-36" r="26" b="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1188835" y="1631477"/>
                <a:ext cx="2117443" cy="77782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zh-CN" altLang="en-US" sz="3000" dirty="0">
                    <a:latin typeface="楷体" panose="02010609060101010101" pitchFamily="49" charset="-122"/>
                    <a:ea typeface="楷体" panose="02010609060101010101" pitchFamily="49" charset="-122"/>
                  </a:rPr>
                  <a:t> </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num>
                      <m:den>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𝑧</m:t>
                            </m:r>
                          </m:e>
                          <m:sup>
                            <m:r>
                              <a:rPr lang="en-US" altLang="zh-CN" sz="3000" b="0" i="1" smtClean="0">
                                <a:latin typeface="Cambria Math" panose="02040503050406030204" pitchFamily="18" charset="0"/>
                                <a:ea typeface="楷体" panose="02010609060101010101" pitchFamily="49" charset="-122"/>
                              </a:rPr>
                              <m:t>2</m:t>
                            </m:r>
                          </m:sup>
                        </m:sSup>
                      </m:den>
                    </m:f>
                    <m:r>
                      <a:rPr lang="en-US" altLang="zh-CN" sz="3000" b="0" i="1" smtClean="0">
                        <a:latin typeface="Cambria Math" panose="02040503050406030204" pitchFamily="18" charset="0"/>
                        <a:ea typeface="Cambria Math" panose="02040503050406030204" pitchFamily="18" charset="0"/>
                      </a:rPr>
                      <m:t>∙</m:t>
                    </m:r>
                    <m:f>
                      <m:fPr>
                        <m:ctrlPr>
                          <a:rPr lang="en-US" altLang="zh-CN" sz="3000" b="0" i="1" smtClean="0">
                            <a:latin typeface="Cambria Math" panose="02040503050406030204" pitchFamily="18" charset="0"/>
                            <a:ea typeface="Cambria Math" panose="02040503050406030204" pitchFamily="18" charset="0"/>
                          </a:rPr>
                        </m:ctrlPr>
                      </m:fPr>
                      <m:num>
                        <m:r>
                          <a:rPr lang="en-US" altLang="zh-CN" sz="3000" b="0" i="1" smtClean="0">
                            <a:latin typeface="Cambria Math" panose="02040503050406030204" pitchFamily="18" charset="0"/>
                            <a:ea typeface="Cambria Math" panose="02040503050406030204" pitchFamily="18" charset="0"/>
                          </a:rPr>
                          <m:t>1</m:t>
                        </m:r>
                      </m:num>
                      <m:den>
                        <m:r>
                          <a:rPr lang="en-US" altLang="zh-CN" sz="3000" b="0" i="1" smtClean="0">
                            <a:latin typeface="Cambria Math" panose="02040503050406030204" pitchFamily="18" charset="0"/>
                            <a:ea typeface="Cambria Math" panose="02040503050406030204" pitchFamily="18" charset="0"/>
                          </a:rPr>
                          <m:t>1</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𝑧</m:t>
                        </m:r>
                      </m:den>
                    </m:f>
                  </m:oMath>
                </a14:m>
                <a:endParaRPr lang="zh-CN" altLang="en-US"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1188835" y="1631477"/>
                <a:ext cx="2117443" cy="777821"/>
              </a:xfrm>
              <a:prstGeom prst="rect">
                <a:avLst/>
              </a:prstGeom>
              <a:blipFill rotWithShape="1">
                <a:blip r:embed="rId4"/>
                <a:stretch>
                  <a:fillRect l="-5" t="-21" r="22"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标题 1"/>
              <p:cNvSpPr txBox="1"/>
              <p:nvPr/>
            </p:nvSpPr>
            <p:spPr>
              <a:xfrm>
                <a:off x="2934216" y="1613902"/>
                <a:ext cx="3052698" cy="77782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zh-CN" altLang="en-US" sz="3000" dirty="0">
                    <a:latin typeface="楷体" panose="02010609060101010101" pitchFamily="49" charset="-122"/>
                    <a:ea typeface="楷体" panose="02010609060101010101" pitchFamily="49" charset="-122"/>
                  </a:rPr>
                  <a:t> </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𝑧</m:t>
                            </m:r>
                          </m:e>
                          <m:sup>
                            <m:r>
                              <a:rPr lang="en-US" altLang="zh-CN" sz="3000" i="1">
                                <a:latin typeface="Cambria Math" panose="02040503050406030204" pitchFamily="18" charset="0"/>
                                <a:ea typeface="楷体" panose="02010609060101010101" pitchFamily="49" charset="-122"/>
                              </a:rPr>
                              <m:t>2</m:t>
                            </m:r>
                          </m:sup>
                        </m:sSup>
                      </m:den>
                    </m:f>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Cambria Math" panose="02040503050406030204" pitchFamily="18" charset="0"/>
                      </a:rPr>
                      <m:t>∙</m:t>
                    </m:r>
                    <m:f>
                      <m:fPr>
                        <m:ctrlPr>
                          <a:rPr lang="en-US" altLang="zh-CN" sz="3000" b="0" i="1" smtClean="0">
                            <a:latin typeface="Cambria Math" panose="02040503050406030204" pitchFamily="18" charset="0"/>
                            <a:ea typeface="Cambria Math" panose="02040503050406030204" pitchFamily="18" charset="0"/>
                          </a:rPr>
                        </m:ctrlPr>
                      </m:fPr>
                      <m:num>
                        <m:r>
                          <a:rPr lang="en-US" altLang="zh-CN" sz="3000" b="0" i="1" smtClean="0">
                            <a:latin typeface="Cambria Math" panose="02040503050406030204" pitchFamily="18" charset="0"/>
                            <a:ea typeface="Cambria Math" panose="02040503050406030204" pitchFamily="18" charset="0"/>
                          </a:rPr>
                          <m:t>1</m:t>
                        </m:r>
                      </m:num>
                      <m:den>
                        <m:r>
                          <a:rPr lang="en-US" altLang="zh-CN" sz="3000" b="0" i="1" smtClean="0">
                            <a:latin typeface="Cambria Math" panose="02040503050406030204" pitchFamily="18" charset="0"/>
                            <a:ea typeface="Cambria Math" panose="02040503050406030204" pitchFamily="18" charset="0"/>
                          </a:rPr>
                          <m:t>1</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𝑧</m:t>
                        </m:r>
                      </m:den>
                    </m:f>
                  </m:oMath>
                </a14:m>
                <a:endParaRPr lang="zh-CN" altLang="en-US" sz="3000" dirty="0">
                  <a:latin typeface="楷体" panose="02010609060101010101" pitchFamily="49" charset="-122"/>
                  <a:ea typeface="楷体" panose="02010609060101010101" pitchFamily="49" charset="-122"/>
                </a:endParaRPr>
              </a:p>
            </p:txBody>
          </p:sp>
        </mc:Choice>
        <mc:Fallback>
          <p:sp>
            <p:nvSpPr>
              <p:cNvPr id="5" name="标题 1"/>
              <p:cNvSpPr txBox="1">
                <a:spLocks noRot="1" noChangeAspect="1" noMove="1" noResize="1" noEditPoints="1" noAdjustHandles="1" noChangeArrowheads="1" noChangeShapeType="1" noTextEdit="1"/>
              </p:cNvSpPr>
              <p:nvPr/>
            </p:nvSpPr>
            <p:spPr>
              <a:xfrm>
                <a:off x="2934216" y="1613902"/>
                <a:ext cx="3052698" cy="777821"/>
              </a:xfrm>
              <a:prstGeom prst="rect">
                <a:avLst/>
              </a:prstGeom>
              <a:blipFill rotWithShape="1">
                <a:blip r:embed="rId5"/>
                <a:stretch>
                  <a:fillRect l="-17" t="-47" r="4" b="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1188834" y="2810643"/>
                <a:ext cx="4114685" cy="77782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zh-CN" altLang="en-US" sz="3000" dirty="0">
                    <a:latin typeface="楷体" panose="02010609060101010101" pitchFamily="49" charset="-122"/>
                    <a:ea typeface="楷体" panose="02010609060101010101" pitchFamily="49" charset="-122"/>
                  </a:rPr>
                  <a:t> </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楷体" panose="02010609060101010101" pitchFamily="49" charset="-122"/>
                      </a:rPr>
                      <m:t>+</m:t>
                    </m:r>
                    <m:f>
                      <m:fPr>
                        <m:ctrlPr>
                          <a:rPr lang="en-US" altLang="zh-CN" sz="3000" i="1" smtClean="0">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𝑧</m:t>
                            </m:r>
                          </m:e>
                          <m:sup>
                            <m:r>
                              <a:rPr lang="en-US" altLang="zh-CN" sz="3000" i="1">
                                <a:latin typeface="Cambria Math" panose="02040503050406030204" pitchFamily="18" charset="0"/>
                                <a:ea typeface="楷体" panose="02010609060101010101" pitchFamily="49" charset="-122"/>
                              </a:rPr>
                              <m:t>2</m:t>
                            </m:r>
                          </m:sup>
                        </m:sSup>
                      </m:den>
                    </m:f>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Cambria Math" panose="02040503050406030204" pitchFamily="18" charset="0"/>
                      </a:rPr>
                      <m:t>∙(</m:t>
                    </m:r>
                    <m:nary>
                      <m:naryPr>
                        <m:chr m:val="∑"/>
                        <m:ctrlPr>
                          <a:rPr lang="en-US" altLang="zh-CN" sz="3000" i="1" smtClean="0">
                            <a:solidFill>
                              <a:schemeClr val="tx1"/>
                            </a:solidFill>
                            <a:latin typeface="Cambria Math" panose="02040503050406030204" pitchFamily="18" charset="0"/>
                            <a:ea typeface="楷体" panose="02010609060101010101" pitchFamily="49" charset="-122"/>
                          </a:rPr>
                        </m:ctrlPr>
                      </m:naryPr>
                      <m:sub>
                        <m:r>
                          <m:rPr>
                            <m:brk m:alnAt="23"/>
                          </m:rPr>
                          <a:rPr lang="en-US" altLang="zh-CN" sz="3000" i="1">
                            <a:solidFill>
                              <a:schemeClr val="tx1"/>
                            </a:solidFill>
                            <a:latin typeface="Cambria Math" panose="02040503050406030204" pitchFamily="18" charset="0"/>
                            <a:ea typeface="楷体" panose="02010609060101010101" pitchFamily="49" charset="-122"/>
                          </a:rPr>
                          <m:t>𝑛</m:t>
                        </m:r>
                        <m:r>
                          <a:rPr lang="en-US" altLang="zh-CN" sz="3000" i="1">
                            <a:solidFill>
                              <a:schemeClr val="tx1"/>
                            </a:solidFill>
                            <a:latin typeface="Cambria Math" panose="02040503050406030204" pitchFamily="18" charset="0"/>
                            <a:ea typeface="楷体" panose="02010609060101010101" pitchFamily="49" charset="-122"/>
                          </a:rPr>
                          <m:t>=</m:t>
                        </m:r>
                        <m:r>
                          <a:rPr lang="en-US" altLang="zh-CN" sz="3000" i="1">
                            <a:solidFill>
                              <a:schemeClr val="tx1"/>
                            </a:solidFill>
                            <a:latin typeface="Cambria Math" panose="02040503050406030204" pitchFamily="18" charset="0"/>
                            <a:ea typeface="楷体" panose="02010609060101010101" pitchFamily="49" charset="-122"/>
                          </a:rPr>
                          <m:t>0</m:t>
                        </m:r>
                      </m:sub>
                      <m:sup>
                        <m:r>
                          <a:rPr lang="en-US" altLang="zh-CN" sz="3000" i="1">
                            <a:solidFill>
                              <a:schemeClr val="tx1"/>
                            </a:solidFill>
                            <a:latin typeface="Cambria Math" panose="02040503050406030204" pitchFamily="18" charset="0"/>
                            <a:ea typeface="Cambria Math" panose="02040503050406030204" pitchFamily="18" charset="0"/>
                          </a:rPr>
                          <m:t>∞</m:t>
                        </m:r>
                      </m:sup>
                      <m:e>
                        <m:sSup>
                          <m:sSupPr>
                            <m:ctrlPr>
                              <a:rPr lang="en-US" altLang="zh-CN" sz="3000" i="1">
                                <a:solidFill>
                                  <a:schemeClr val="tx1"/>
                                </a:solidFill>
                                <a:latin typeface="Cambria Math" panose="02040503050406030204" pitchFamily="18" charset="0"/>
                                <a:ea typeface="楷体" panose="02010609060101010101" pitchFamily="49" charset="-122"/>
                              </a:rPr>
                            </m:ctrlPr>
                          </m:sSupPr>
                          <m:e>
                            <m:r>
                              <a:rPr lang="en-US" altLang="zh-CN" sz="3000" i="1">
                                <a:solidFill>
                                  <a:schemeClr val="tx1"/>
                                </a:solidFill>
                                <a:latin typeface="Cambria Math" panose="02040503050406030204" pitchFamily="18" charset="0"/>
                                <a:ea typeface="楷体" panose="02010609060101010101" pitchFamily="49" charset="-122"/>
                              </a:rPr>
                              <m:t>𝑧</m:t>
                            </m:r>
                          </m:e>
                          <m:sup>
                            <m:r>
                              <a:rPr lang="en-US" altLang="zh-CN" sz="3000" i="1">
                                <a:solidFill>
                                  <a:schemeClr val="tx1"/>
                                </a:solidFill>
                                <a:latin typeface="Cambria Math" panose="02040503050406030204" pitchFamily="18" charset="0"/>
                                <a:ea typeface="楷体" panose="02010609060101010101" pitchFamily="49" charset="-122"/>
                              </a:rPr>
                              <m:t>𝑛</m:t>
                            </m:r>
                          </m:sup>
                        </m:sSup>
                      </m:e>
                    </m:nary>
                    <m:r>
                      <a:rPr lang="en-US" altLang="zh-CN" sz="3000" b="0" i="1" smtClean="0">
                        <a:solidFill>
                          <a:schemeClr val="tx1"/>
                        </a:solidFill>
                        <a:latin typeface="Cambria Math" panose="02040503050406030204" pitchFamily="18" charset="0"/>
                        <a:ea typeface="楷体" panose="02010609060101010101" pitchFamily="49" charset="-122"/>
                      </a:rPr>
                      <m:t>)</m:t>
                    </m:r>
                  </m:oMath>
                </a14:m>
                <a:endParaRPr lang="zh-CN" altLang="en-US" sz="30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1188834" y="2810643"/>
                <a:ext cx="4114685" cy="777821"/>
              </a:xfrm>
              <a:prstGeom prst="rect">
                <a:avLst/>
              </a:prstGeom>
              <a:blipFill rotWithShape="1">
                <a:blip r:embed="rId6"/>
                <a:stretch>
                  <a:fillRect l="-3" t="-17" r="15" b="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1188834" y="3694719"/>
                <a:ext cx="4749953" cy="77782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zh-CN" altLang="en-US" sz="3000" dirty="0">
                    <a:latin typeface="楷体" panose="02010609060101010101" pitchFamily="49" charset="-122"/>
                    <a:ea typeface="楷体" panose="02010609060101010101" pitchFamily="49" charset="-122"/>
                  </a:rPr>
                  <a:t> </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1</m:t>
                        </m:r>
                      </m:sub>
                      <m:sup>
                        <m:r>
                          <a:rPr lang="en-US" altLang="zh-CN" sz="3000" i="1">
                            <a:latin typeface="Cambria Math" panose="02040503050406030204" pitchFamily="18" charset="0"/>
                            <a:ea typeface="Cambria Math" panose="02040503050406030204" pitchFamily="18" charset="0"/>
                          </a:rPr>
                          <m:t>∞</m:t>
                        </m:r>
                      </m:sup>
                      <m:e>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𝑧</m:t>
                            </m:r>
                          </m:e>
                          <m:sup>
                            <m:r>
                              <a:rPr lang="en-US" altLang="zh-CN" sz="3000" i="1">
                                <a:latin typeface="Cambria Math" panose="02040503050406030204" pitchFamily="18" charset="0"/>
                                <a:ea typeface="楷体" panose="02010609060101010101" pitchFamily="49" charset="-122"/>
                              </a:rPr>
                              <m:t>𝑛</m:t>
                            </m:r>
                          </m:sup>
                        </m:sSup>
                      </m:e>
                    </m:nary>
                    <m:r>
                      <a:rPr lang="en-US" altLang="zh-CN" sz="3000" b="0" i="1" smtClean="0">
                        <a:latin typeface="Cambria Math" panose="02040503050406030204" pitchFamily="18" charset="0"/>
                        <a:ea typeface="楷体" panose="02010609060101010101" pitchFamily="49" charset="-122"/>
                      </a:rPr>
                      <m:t>+</m:t>
                    </m:r>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sub>
                      <m:sup>
                        <m:r>
                          <a:rPr lang="en-US" altLang="zh-CN" sz="3000" i="1">
                            <a:latin typeface="Cambria Math" panose="02040503050406030204" pitchFamily="18" charset="0"/>
                            <a:ea typeface="Cambria Math" panose="02040503050406030204" pitchFamily="18" charset="0"/>
                          </a:rPr>
                          <m:t>∞</m:t>
                        </m:r>
                      </m:sup>
                      <m:e>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𝑧</m:t>
                            </m:r>
                          </m:e>
                          <m:sup>
                            <m:r>
                              <a:rPr lang="en-US" altLang="zh-CN" sz="3000" i="1">
                                <a:latin typeface="Cambria Math" panose="02040503050406030204" pitchFamily="18" charset="0"/>
                                <a:ea typeface="楷体" panose="02010609060101010101" pitchFamily="49" charset="-122"/>
                              </a:rPr>
                              <m:t>𝑛</m:t>
                            </m:r>
                          </m:sup>
                        </m:sSup>
                      </m:e>
                    </m:nary>
                  </m:oMath>
                </a14:m>
                <a:endParaRPr lang="zh-CN" altLang="en-US" sz="3000" dirty="0">
                  <a:latin typeface="楷体" panose="02010609060101010101" pitchFamily="49" charset="-122"/>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1188834" y="3694719"/>
                <a:ext cx="4749953" cy="777821"/>
              </a:xfrm>
              <a:prstGeom prst="rect">
                <a:avLst/>
              </a:prstGeom>
              <a:blipFill rotWithShape="1">
                <a:blip r:embed="rId7"/>
                <a:stretch>
                  <a:fillRect l="-2" t="-37" r="6" b="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1236961" y="4578795"/>
                <a:ext cx="4749953" cy="77782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zh-CN" altLang="en-US" sz="3000" dirty="0">
                    <a:latin typeface="楷体" panose="02010609060101010101" pitchFamily="49" charset="-122"/>
                    <a:ea typeface="楷体" panose="02010609060101010101" pitchFamily="49" charset="-122"/>
                  </a:rPr>
                  <a:t> </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𝑧</m:t>
                            </m:r>
                          </m:e>
                          <m:sup>
                            <m:r>
                              <a:rPr lang="en-US" altLang="zh-CN" sz="3000" i="1">
                                <a:latin typeface="Cambria Math" panose="02040503050406030204" pitchFamily="18" charset="0"/>
                                <a:ea typeface="楷体" panose="02010609060101010101" pitchFamily="49" charset="-122"/>
                              </a:rPr>
                              <m:t>2</m:t>
                            </m:r>
                          </m:sup>
                        </m:sSup>
                      </m:den>
                    </m:f>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𝑧</m:t>
                        </m:r>
                      </m:den>
                    </m:f>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0</m:t>
                        </m:r>
                      </m:sub>
                      <m:sup>
                        <m:r>
                          <a:rPr lang="en-US" altLang="zh-CN" sz="3000" i="1">
                            <a:latin typeface="Cambria Math" panose="02040503050406030204" pitchFamily="18" charset="0"/>
                            <a:ea typeface="Cambria Math" panose="02040503050406030204" pitchFamily="18" charset="0"/>
                          </a:rPr>
                          <m:t>∞</m:t>
                        </m:r>
                      </m:sup>
                      <m:e>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𝑧</m:t>
                            </m:r>
                          </m:e>
                          <m:sup>
                            <m:r>
                              <a:rPr lang="en-US" altLang="zh-CN" sz="3000" i="1">
                                <a:latin typeface="Cambria Math" panose="02040503050406030204" pitchFamily="18" charset="0"/>
                                <a:ea typeface="楷体" panose="02010609060101010101" pitchFamily="49" charset="-122"/>
                              </a:rPr>
                              <m:t>𝑛</m:t>
                            </m:r>
                          </m:sup>
                        </m:sSup>
                      </m:e>
                    </m:nary>
                  </m:oMath>
                </a14:m>
                <a:endParaRPr lang="zh-CN" altLang="en-US" sz="30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1236961" y="4578795"/>
                <a:ext cx="4749953" cy="777821"/>
              </a:xfrm>
              <a:prstGeom prst="rect">
                <a:avLst/>
              </a:prstGeom>
              <a:blipFill rotWithShape="1">
                <a:blip r:embed="rId8"/>
                <a:stretch>
                  <a:fillRect l="-13" t="-57" r="3" b="50"/>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P spid="3" grpId="0"/>
      <p:bldP spid="5" grpId="0"/>
      <p:bldP spid="8" grpId="0"/>
      <p:bldP spid="9"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 name="标题 1"/>
              <p:cNvSpPr txBox="1"/>
              <p:nvPr/>
            </p:nvSpPr>
            <p:spPr>
              <a:xfrm>
                <a:off x="92687" y="399449"/>
                <a:ext cx="8903335" cy="117030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将</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𝑧</m:t>
                            </m:r>
                          </m:sup>
                        </m:sSup>
                      </m:num>
                      <m:den>
                        <m:r>
                          <a:rPr lang="en-US" altLang="zh-CN" sz="3000" b="0" i="1" smtClean="0">
                            <a:latin typeface="Cambria Math" panose="02040503050406030204" pitchFamily="18" charset="0"/>
                            <a:ea typeface="楷体" panose="02010609060101010101" pitchFamily="49" charset="-122"/>
                          </a:rPr>
                          <m:t> (</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den>
                    </m:f>
                  </m:oMath>
                </a14:m>
                <a:r>
                  <a:rPr lang="zh-CN" altLang="en-US" sz="3000" dirty="0">
                    <a:latin typeface="楷体" panose="02010609060101010101" pitchFamily="49" charset="-122"/>
                    <a:ea typeface="楷体" panose="02010609060101010101" pitchFamily="49" charset="-122"/>
                  </a:rPr>
                  <a:t>在</a:t>
                </a:r>
                <a14:m>
                  <m:oMath xmlns:m="http://schemas.openxmlformats.org/officeDocument/2006/math">
                    <m:r>
                      <a:rPr lang="en-US" altLang="zh-CN" sz="3000" b="0" i="1" dirty="0" smtClean="0">
                        <a:latin typeface="Cambria Math" panose="02040503050406030204" pitchFamily="18" charset="0"/>
                        <a:ea typeface="楷体" panose="02010609060101010101" pitchFamily="49" charset="-122"/>
                      </a:rPr>
                      <m:t>0</m:t>
                    </m:r>
                    <m:r>
                      <a:rPr lang="en-US" altLang="zh-CN" sz="3000" b="0" i="1" dirty="0" smtClean="0">
                        <a:latin typeface="Cambria Math" panose="02040503050406030204" pitchFamily="18" charset="0"/>
                        <a:ea typeface="楷体" panose="02010609060101010101" pitchFamily="49" charset="-122"/>
                      </a:rPr>
                      <m:t>&lt;</m:t>
                    </m:r>
                    <m:d>
                      <m:dPr>
                        <m:begChr m:val="|"/>
                        <m:endChr m:val="|"/>
                        <m:ctrlPr>
                          <a:rPr lang="en-US" altLang="zh-CN" sz="3000" b="0" i="1" dirty="0" smtClean="0">
                            <a:latin typeface="Cambria Math" panose="02040503050406030204" pitchFamily="18" charset="0"/>
                            <a:ea typeface="楷体" panose="02010609060101010101" pitchFamily="49" charset="-122"/>
                          </a:rPr>
                        </m:ctrlPr>
                      </m:dPr>
                      <m:e>
                        <m:r>
                          <a:rPr lang="en-US" altLang="zh-CN" sz="3000" b="0" i="1" dirty="0" smtClean="0">
                            <a:latin typeface="Cambria Math" panose="02040503050406030204" pitchFamily="18" charset="0"/>
                            <a:ea typeface="楷体" panose="02010609060101010101" pitchFamily="49" charset="-122"/>
                          </a:rPr>
                          <m:t>𝑧</m:t>
                        </m:r>
                        <m:r>
                          <a:rPr lang="en-US" altLang="zh-CN" sz="3000" b="0" i="1" dirty="0" smtClean="0">
                            <a:latin typeface="Cambria Math" panose="02040503050406030204" pitchFamily="18" charset="0"/>
                            <a:ea typeface="楷体" panose="02010609060101010101" pitchFamily="49" charset="-122"/>
                          </a:rPr>
                          <m:t>−</m:t>
                        </m:r>
                        <m:r>
                          <a:rPr lang="en-US" altLang="zh-CN" sz="3000" b="0" i="1" dirty="0" smtClean="0">
                            <a:latin typeface="Cambria Math" panose="02040503050406030204" pitchFamily="18" charset="0"/>
                            <a:ea typeface="楷体" panose="02010609060101010101" pitchFamily="49" charset="-122"/>
                          </a:rPr>
                          <m:t>1</m:t>
                        </m:r>
                      </m:e>
                    </m:d>
                    <m:r>
                      <a:rPr lang="en-US" altLang="zh-CN" sz="3000" b="0" i="1" dirty="0" smtClean="0">
                        <a:latin typeface="Cambria Math" panose="02040503050406030204" pitchFamily="18" charset="0"/>
                        <a:ea typeface="楷体" panose="02010609060101010101" pitchFamily="49" charset="-122"/>
                      </a:rPr>
                      <m:t>&lt;+</m:t>
                    </m:r>
                    <m:r>
                      <a:rPr lang="en-US" altLang="zh-CN" sz="3000" b="0" i="1" dirty="0" smtClean="0">
                        <a:latin typeface="Cambria Math" panose="02040503050406030204" pitchFamily="18" charset="0"/>
                        <a:ea typeface="Cambria Math" panose="02040503050406030204" pitchFamily="18" charset="0"/>
                      </a:rPr>
                      <m:t>∞</m:t>
                    </m:r>
                  </m:oMath>
                </a14:m>
                <a:r>
                  <a:rPr lang="zh-CN" altLang="en-US" sz="3000" dirty="0">
                    <a:latin typeface="楷体" panose="02010609060101010101" pitchFamily="49" charset="-122"/>
                    <a:ea typeface="楷体" panose="02010609060101010101" pitchFamily="49" charset="-122"/>
                  </a:rPr>
                  <a:t>内展开成洛朗级数</a:t>
                </a:r>
                <a:endParaRPr lang="zh-CN" altLang="en-US" sz="3000" dirty="0">
                  <a:latin typeface="楷体" panose="02010609060101010101" pitchFamily="49" charset="-122"/>
                  <a:ea typeface="楷体" panose="02010609060101010101" pitchFamily="49" charset="-122"/>
                </a:endParaRPr>
              </a:p>
            </p:txBody>
          </p:sp>
        </mc:Choice>
        <mc:Fallback>
          <p:sp>
            <p:nvSpPr>
              <p:cNvPr id="14" name="标题 1"/>
              <p:cNvSpPr txBox="1">
                <a:spLocks noRot="1" noChangeAspect="1" noMove="1" noResize="1" noEditPoints="1" noAdjustHandles="1" noChangeArrowheads="1" noChangeShapeType="1" noTextEdit="1"/>
              </p:cNvSpPr>
              <p:nvPr/>
            </p:nvSpPr>
            <p:spPr>
              <a:xfrm>
                <a:off x="92687" y="399449"/>
                <a:ext cx="8903335" cy="1170305"/>
              </a:xfrm>
              <a:prstGeom prst="rect">
                <a:avLst/>
              </a:prstGeom>
              <a:blipFill rotWithShape="1">
                <a:blip r:embed="rId1"/>
                <a:stretch>
                  <a:fillRect l="-7" t="-3" r="7" b="3"/>
                </a:stretch>
              </a:blipFill>
            </p:spPr>
            <p:txBody>
              <a:bodyPr/>
              <a:lstStyle/>
              <a:p>
                <a:r>
                  <a:rPr lang="zh-CN" altLang="en-US">
                    <a:noFill/>
                  </a:rPr>
                  <a:t> </a:t>
                </a:r>
              </a:p>
            </p:txBody>
          </p:sp>
        </mc:Fallback>
      </mc:AlternateContent>
      <p:grpSp>
        <p:nvGrpSpPr>
          <p:cNvPr id="4" name="组合 3"/>
          <p:cNvGrpSpPr/>
          <p:nvPr/>
        </p:nvGrpSpPr>
        <p:grpSpPr>
          <a:xfrm>
            <a:off x="0" y="82323"/>
            <a:ext cx="9088711" cy="516645"/>
            <a:chOff x="0" y="82323"/>
            <a:chExt cx="9088711" cy="516645"/>
          </a:xfrm>
        </p:grpSpPr>
        <mc:AlternateContent xmlns:mc="http://schemas.openxmlformats.org/markup-compatibility/2006">
          <mc:Choice xmlns:a14="http://schemas.microsoft.com/office/drawing/2010/main" Requires="a14">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3.3  </a:t>
                  </a:r>
                  <a14:m>
                    <m:oMath xmlns:m="http://schemas.openxmlformats.org/officeDocument/2006/math">
                      <m:r>
                        <a:rPr lang="en-US" altLang="zh-CN" sz="1800" b="0" i="1" smtClean="0">
                          <a:latin typeface="Cambria Math" panose="02040503050406030204" pitchFamily="18" charset="0"/>
                          <a:cs typeface="Cambria Math" panose="02040503050406030204" pitchFamily="18" charset="0"/>
                        </a:rPr>
                        <m:t>𝐿𝑎𝑢𝑟𝑒𝑛𝑡</m:t>
                      </m:r>
                    </m:oMath>
                  </a14:m>
                  <a:r>
                    <a:rPr lang="zh-CN" altLang="en-US" sz="1800" dirty="0">
                      <a:latin typeface="楷体" panose="02010609060101010101" pitchFamily="49" charset="-122"/>
                      <a:ea typeface="楷体" panose="02010609060101010101" pitchFamily="49" charset="-122"/>
                      <a:cs typeface="Cambria Math" panose="02040503050406030204" pitchFamily="18" charset="0"/>
                    </a:rPr>
                    <a:t>级数</a:t>
                  </a:r>
                  <a:endParaRPr lang="zh-CN" altLang="en-US" sz="18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6" name="标题 1"/>
                <p:cNvSpPr txBox="1">
                  <a:spLocks noRot="1" noChangeAspect="1" noMove="1" noResize="1" noEditPoints="1" noAdjustHandles="1" noChangeArrowheads="1" noChangeShapeType="1" noTextEdit="1"/>
                </p:cNvSpPr>
                <p:nvPr/>
              </p:nvSpPr>
              <p:spPr>
                <a:xfrm>
                  <a:off x="122036" y="82323"/>
                  <a:ext cx="4756181" cy="449306"/>
                </a:xfrm>
                <a:prstGeom prst="rect">
                  <a:avLst/>
                </a:prstGeom>
                <a:blipFill rotWithShape="1">
                  <a:blip r:embed="rId2"/>
                </a:blipFill>
              </p:spPr>
              <p:txBody>
                <a:bodyPr/>
                <a:lstStyle/>
                <a:p>
                  <a:r>
                    <a:rPr lang="zh-CN" altLang="en-US">
                      <a:noFill/>
                    </a:rPr>
                    <a:t> </a:t>
                  </a:r>
                </a:p>
              </p:txBody>
            </p:sp>
          </mc:Fallback>
        </mc:AlternateContent>
        <p:cxnSp>
          <p:nvCxnSpPr>
            <p:cNvPr id="7" name="直接连接符 6"/>
            <p:cNvCxnSpPr/>
            <p:nvPr/>
          </p:nvCxnSpPr>
          <p:spPr>
            <a:xfrm flipV="1">
              <a:off x="0" y="573451"/>
              <a:ext cx="9088711" cy="2551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8" name="标题 1"/>
              <p:cNvSpPr txBox="1"/>
              <p:nvPr/>
            </p:nvSpPr>
            <p:spPr>
              <a:xfrm>
                <a:off x="6015790" y="1097647"/>
                <a:ext cx="2810578" cy="103251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 xmlns:m="http://schemas.openxmlformats.org/officeDocument/2006/math">
                    <m:nary>
                      <m:naryPr>
                        <m:chr m:val="∑"/>
                        <m:ctrlPr>
                          <a:rPr lang="en-US" altLang="zh-CN" sz="3000" i="1" smtClean="0">
                            <a:solidFill>
                              <a:srgbClr val="00B0F0"/>
                            </a:solidFill>
                            <a:latin typeface="Cambria Math" panose="02040503050406030204" pitchFamily="18" charset="0"/>
                            <a:ea typeface="楷体" panose="02010609060101010101" pitchFamily="49" charset="-122"/>
                          </a:rPr>
                        </m:ctrlPr>
                      </m:naryPr>
                      <m:sub>
                        <m:r>
                          <m:rPr>
                            <m:brk m:alnAt="23"/>
                          </m:rPr>
                          <a:rPr lang="en-US" altLang="zh-CN" sz="3000" i="1">
                            <a:solidFill>
                              <a:srgbClr val="00B0F0"/>
                            </a:solidFill>
                            <a:latin typeface="Cambria Math" panose="02040503050406030204" pitchFamily="18" charset="0"/>
                            <a:ea typeface="楷体" panose="02010609060101010101" pitchFamily="49" charset="-122"/>
                          </a:rPr>
                          <m:t>𝑛</m:t>
                        </m:r>
                        <m:r>
                          <a:rPr lang="en-US" altLang="zh-CN" sz="3000" i="1">
                            <a:solidFill>
                              <a:srgbClr val="00B0F0"/>
                            </a:solidFill>
                            <a:latin typeface="Cambria Math" panose="02040503050406030204" pitchFamily="18" charset="0"/>
                            <a:ea typeface="楷体" panose="02010609060101010101" pitchFamily="49" charset="-122"/>
                          </a:rPr>
                          <m:t>=</m:t>
                        </m:r>
                        <m:r>
                          <a:rPr lang="en-US" altLang="zh-CN" sz="3000" i="1">
                            <a:solidFill>
                              <a:srgbClr val="00B0F0"/>
                            </a:solidFill>
                            <a:latin typeface="Cambria Math" panose="02040503050406030204" pitchFamily="18" charset="0"/>
                            <a:ea typeface="楷体" panose="02010609060101010101" pitchFamily="49" charset="-122"/>
                          </a:rPr>
                          <m:t>0</m:t>
                        </m:r>
                      </m:sub>
                      <m:sup>
                        <m:r>
                          <a:rPr lang="en-US" altLang="zh-CN" sz="3000" i="1">
                            <a:solidFill>
                              <a:srgbClr val="00B0F0"/>
                            </a:solidFill>
                            <a:latin typeface="Cambria Math" panose="02040503050406030204" pitchFamily="18" charset="0"/>
                            <a:ea typeface="Cambria Math" panose="02040503050406030204" pitchFamily="18" charset="0"/>
                          </a:rPr>
                          <m:t>∞</m:t>
                        </m:r>
                      </m:sup>
                      <m:e>
                        <m:sSub>
                          <m:sSubPr>
                            <m:ctrlPr>
                              <a:rPr lang="en-US" altLang="zh-CN" sz="3000" i="1" smtClean="0">
                                <a:solidFill>
                                  <a:srgbClr val="00B0F0"/>
                                </a:solidFill>
                                <a:latin typeface="Cambria Math" panose="02040503050406030204" pitchFamily="18" charset="0"/>
                                <a:ea typeface="Cambria Math" panose="02040503050406030204" pitchFamily="18" charset="0"/>
                              </a:rPr>
                            </m:ctrlPr>
                          </m:sSubPr>
                          <m:e>
                            <m:r>
                              <a:rPr lang="en-US" altLang="zh-CN" sz="3000" b="0" i="1" smtClean="0">
                                <a:solidFill>
                                  <a:srgbClr val="00B0F0"/>
                                </a:solidFill>
                                <a:latin typeface="Cambria Math" panose="02040503050406030204" pitchFamily="18" charset="0"/>
                                <a:ea typeface="Cambria Math" panose="02040503050406030204" pitchFamily="18" charset="0"/>
                              </a:rPr>
                              <m:t>𝑎</m:t>
                            </m:r>
                          </m:e>
                          <m:sub>
                            <m:r>
                              <a:rPr lang="en-US" altLang="zh-CN" sz="3000" b="0" i="1" smtClean="0">
                                <a:solidFill>
                                  <a:srgbClr val="00B0F0"/>
                                </a:solidFill>
                                <a:latin typeface="Cambria Math" panose="02040503050406030204" pitchFamily="18" charset="0"/>
                                <a:ea typeface="Cambria Math" panose="02040503050406030204" pitchFamily="18" charset="0"/>
                              </a:rPr>
                              <m:t>𝑛</m:t>
                            </m:r>
                          </m:sub>
                        </m:sSub>
                        <m:r>
                          <a:rPr lang="en-US" altLang="zh-CN" sz="3000" b="0" i="1" smtClean="0">
                            <a:solidFill>
                              <a:srgbClr val="00B0F0"/>
                            </a:solidFill>
                            <a:latin typeface="Cambria Math" panose="02040503050406030204" pitchFamily="18" charset="0"/>
                            <a:ea typeface="Cambria Math" panose="02040503050406030204" pitchFamily="18" charset="0"/>
                          </a:rPr>
                          <m:t>(</m:t>
                        </m:r>
                        <m:sSup>
                          <m:sSupPr>
                            <m:ctrlPr>
                              <a:rPr lang="en-US" altLang="zh-CN" sz="3000" i="1">
                                <a:solidFill>
                                  <a:srgbClr val="00B0F0"/>
                                </a:solidFill>
                                <a:latin typeface="Cambria Math" panose="02040503050406030204" pitchFamily="18" charset="0"/>
                                <a:ea typeface="楷体" panose="02010609060101010101" pitchFamily="49" charset="-122"/>
                              </a:rPr>
                            </m:ctrlPr>
                          </m:sSupPr>
                          <m:e>
                            <m:r>
                              <a:rPr lang="en-US" altLang="zh-CN" sz="3000" b="0" i="1" smtClean="0">
                                <a:solidFill>
                                  <a:srgbClr val="00B0F0"/>
                                </a:solidFill>
                                <a:latin typeface="Cambria Math" panose="02040503050406030204" pitchFamily="18" charset="0"/>
                                <a:ea typeface="楷体" panose="02010609060101010101" pitchFamily="49" charset="-122"/>
                              </a:rPr>
                              <m:t>𝑧</m:t>
                            </m:r>
                            <m:r>
                              <a:rPr lang="en-US" altLang="zh-CN" sz="3000" b="0" i="1" smtClean="0">
                                <a:solidFill>
                                  <a:srgbClr val="00B0F0"/>
                                </a:solidFill>
                                <a:latin typeface="Cambria Math" panose="02040503050406030204" pitchFamily="18" charset="0"/>
                                <a:ea typeface="楷体" panose="02010609060101010101" pitchFamily="49" charset="-122"/>
                              </a:rPr>
                              <m:t>−</m:t>
                            </m:r>
                            <m:r>
                              <a:rPr lang="en-US" altLang="zh-CN" sz="3000" b="0" i="1" smtClean="0">
                                <a:solidFill>
                                  <a:srgbClr val="00B0F0"/>
                                </a:solidFill>
                                <a:latin typeface="Cambria Math" panose="02040503050406030204" pitchFamily="18" charset="0"/>
                                <a:ea typeface="楷体" panose="02010609060101010101" pitchFamily="49" charset="-122"/>
                              </a:rPr>
                              <m:t>1</m:t>
                            </m:r>
                            <m:r>
                              <a:rPr lang="en-US" altLang="zh-CN" sz="3000" b="0" i="1" smtClean="0">
                                <a:solidFill>
                                  <a:srgbClr val="00B0F0"/>
                                </a:solidFill>
                                <a:latin typeface="Cambria Math" panose="02040503050406030204" pitchFamily="18" charset="0"/>
                                <a:ea typeface="楷体" panose="02010609060101010101" pitchFamily="49" charset="-122"/>
                              </a:rPr>
                              <m:t>)</m:t>
                            </m:r>
                          </m:e>
                          <m:sup>
                            <m:r>
                              <a:rPr lang="en-US" altLang="zh-CN" sz="3000" b="0" i="1" smtClean="0">
                                <a:solidFill>
                                  <a:srgbClr val="00B0F0"/>
                                </a:solidFill>
                                <a:latin typeface="Cambria Math" panose="02040503050406030204" pitchFamily="18" charset="0"/>
                                <a:ea typeface="楷体" panose="02010609060101010101" pitchFamily="49" charset="-122"/>
                              </a:rPr>
                              <m:t>𝑛</m:t>
                            </m:r>
                          </m:sup>
                        </m:sSup>
                      </m:e>
                    </m:nary>
                  </m:oMath>
                </a14:m>
                <a:r>
                  <a:rPr lang="zh-CN" altLang="en-US" sz="3000" dirty="0">
                    <a:solidFill>
                      <a:srgbClr val="00B0F0"/>
                    </a:solidFill>
                    <a:latin typeface="楷体" panose="02010609060101010101" pitchFamily="49" charset="-122"/>
                    <a:ea typeface="楷体" panose="02010609060101010101" pitchFamily="49" charset="-122"/>
                  </a:rPr>
                  <a:t> </a:t>
                </a:r>
                <a:endParaRPr lang="zh-CN" altLang="en-US" sz="3000" dirty="0">
                  <a:solidFill>
                    <a:srgbClr val="00B0F0"/>
                  </a:solidFill>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6015790" y="1097647"/>
                <a:ext cx="2810578" cy="1032510"/>
              </a:xfrm>
              <a:prstGeom prst="rect">
                <a:avLst/>
              </a:prstGeom>
              <a:blipFill rotWithShape="1">
                <a:blip r:embed="rId3"/>
                <a:stretch>
                  <a:fillRect l="-15" t="-36" r="18" b="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1345221" y="1413310"/>
                <a:ext cx="1571234" cy="117030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sup>
                        </m:sSup>
                      </m:num>
                      <m:den>
                        <m:r>
                          <a:rPr lang="en-US" altLang="zh-CN" sz="3000" b="0" i="1" smtClean="0">
                            <a:latin typeface="Cambria Math" panose="02040503050406030204" pitchFamily="18" charset="0"/>
                            <a:ea typeface="楷体" panose="02010609060101010101" pitchFamily="49" charset="-122"/>
                          </a:rPr>
                          <m:t> (</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den>
                    </m:f>
                  </m:oMath>
                </a14:m>
                <a:r>
                  <a:rPr lang="zh-CN" altLang="en-US" sz="3000" dirty="0">
                    <a:latin typeface="楷体" panose="02010609060101010101" pitchFamily="49" charset="-122"/>
                    <a:ea typeface="楷体" panose="02010609060101010101" pitchFamily="49" charset="-122"/>
                  </a:rPr>
                  <a:t> </a:t>
                </a:r>
                <a:endParaRPr lang="zh-CN" altLang="en-US" sz="3000" dirty="0">
                  <a:latin typeface="楷体" panose="02010609060101010101" pitchFamily="49" charset="-122"/>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1345221" y="1413310"/>
                <a:ext cx="1571234" cy="1170305"/>
              </a:xfrm>
              <a:prstGeom prst="rect">
                <a:avLst/>
              </a:prstGeom>
              <a:blipFill rotWithShape="1">
                <a:blip r:embed="rId4"/>
                <a:stretch>
                  <a:fillRect l="-19" t="-37" r="34" b="3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2720029" y="1469995"/>
                <a:ext cx="2573865" cy="117030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𝑒</m:t>
                        </m:r>
                      </m:num>
                      <m:den>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den>
                    </m:f>
                    <m:r>
                      <a:rPr lang="en-US" altLang="zh-CN" sz="3000" b="0" i="1" smtClean="0">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1</m:t>
                        </m:r>
                      </m:sup>
                    </m:sSup>
                  </m:oMath>
                </a14:m>
                <a:r>
                  <a:rPr lang="zh-CN" altLang="en-US" sz="3000" dirty="0">
                    <a:latin typeface="楷体" panose="02010609060101010101" pitchFamily="49" charset="-122"/>
                    <a:ea typeface="楷体" panose="02010609060101010101" pitchFamily="49" charset="-122"/>
                  </a:rPr>
                  <a:t> </a:t>
                </a:r>
                <a:endParaRPr lang="zh-CN" altLang="en-US" sz="30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2720029" y="1469995"/>
                <a:ext cx="2573865" cy="1170305"/>
              </a:xfrm>
              <a:prstGeom prst="rect">
                <a:avLst/>
              </a:prstGeom>
              <a:blipFill rotWithShape="1">
                <a:blip r:embed="rId5"/>
                <a:stretch>
                  <a:fillRect l="-13" t="-52" r="21" b="5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1345221" y="2583615"/>
                <a:ext cx="3318219" cy="117030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𝑒</m:t>
                        </m:r>
                      </m:num>
                      <m:den>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den>
                    </m:f>
                    <m:r>
                      <a:rPr lang="en-US" altLang="zh-CN" sz="3000" b="0" i="1" smtClean="0">
                        <a:latin typeface="Cambria Math" panose="02040503050406030204" pitchFamily="18" charset="0"/>
                        <a:ea typeface="Cambria Math" panose="02040503050406030204" pitchFamily="18" charset="0"/>
                      </a:rPr>
                      <m:t>∙</m:t>
                    </m:r>
                  </m:oMath>
                </a14:m>
                <a:r>
                  <a:rPr lang="en-US" altLang="zh-CN" sz="3000" dirty="0">
                    <a:ea typeface="楷体" panose="02010609060101010101" pitchFamily="49" charset="-122"/>
                  </a:rPr>
                  <a:t> </a:t>
                </a:r>
                <a14:m>
                  <m:oMath xmlns:m="http://schemas.openxmlformats.org/officeDocument/2006/math">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sub>
                      <m:sup>
                        <m:r>
                          <a:rPr lang="en-US" altLang="zh-CN" sz="3000" i="1">
                            <a:latin typeface="Cambria Math" panose="02040503050406030204" pitchFamily="18" charset="0"/>
                            <a:ea typeface="Cambria Math" panose="02040503050406030204" pitchFamily="18" charset="0"/>
                          </a:rPr>
                          <m:t>∞</m:t>
                        </m:r>
                      </m:sup>
                      <m:e>
                        <m:f>
                          <m:fPr>
                            <m:ctrlPr>
                              <a:rPr lang="en-US" altLang="zh-CN" sz="3000" i="1" smtClean="0">
                                <a:latin typeface="Cambria Math" panose="02040503050406030204" pitchFamily="18" charset="0"/>
                                <a:ea typeface="Cambria Math" panose="02040503050406030204" pitchFamily="18" charset="0"/>
                              </a:rPr>
                            </m:ctrlPr>
                          </m:fPr>
                          <m:num>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𝑧</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1</m:t>
                                </m:r>
                                <m:r>
                                  <a:rPr lang="en-US" altLang="zh-CN" sz="3000" b="0" i="1" smtClean="0">
                                    <a:latin typeface="Cambria Math" panose="02040503050406030204" pitchFamily="18" charset="0"/>
                                    <a:ea typeface="Cambria Math" panose="02040503050406030204" pitchFamily="18" charset="0"/>
                                  </a:rPr>
                                  <m:t>)</m:t>
                                </m:r>
                              </m:e>
                              <m:sup>
                                <m:r>
                                  <a:rPr lang="en-US" altLang="zh-CN" sz="3000" b="0" i="1" smtClean="0">
                                    <a:latin typeface="Cambria Math" panose="02040503050406030204" pitchFamily="18" charset="0"/>
                                    <a:ea typeface="Cambria Math" panose="02040503050406030204" pitchFamily="18" charset="0"/>
                                  </a:rPr>
                                  <m:t>𝑛</m:t>
                                </m:r>
                              </m:sup>
                            </m:sSup>
                          </m:num>
                          <m:den>
                            <m:r>
                              <a:rPr lang="en-US" altLang="zh-CN" sz="3000" b="0" i="1" smtClean="0">
                                <a:latin typeface="Cambria Math" panose="02040503050406030204" pitchFamily="18" charset="0"/>
                                <a:ea typeface="Cambria Math" panose="02040503050406030204" pitchFamily="18" charset="0"/>
                              </a:rPr>
                              <m:t>𝑛</m:t>
                            </m:r>
                            <m:r>
                              <a:rPr lang="en-US" altLang="zh-CN" sz="3000" b="0" i="1" smtClean="0">
                                <a:latin typeface="Cambria Math" panose="02040503050406030204" pitchFamily="18" charset="0"/>
                                <a:ea typeface="Cambria Math" panose="02040503050406030204" pitchFamily="18" charset="0"/>
                              </a:rPr>
                              <m:t>!</m:t>
                            </m:r>
                          </m:den>
                        </m:f>
                      </m:e>
                    </m:nary>
                  </m:oMath>
                </a14:m>
                <a:endParaRPr lang="zh-CN" altLang="en-US" sz="3000" dirty="0">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1345221" y="2583615"/>
                <a:ext cx="3318219" cy="1170305"/>
              </a:xfrm>
              <a:prstGeom prst="rect">
                <a:avLst/>
              </a:prstGeom>
              <a:blipFill rotWithShape="1">
                <a:blip r:embed="rId6"/>
                <a:stretch>
                  <a:fillRect l="-9" t="-37" b="3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1345221" y="3753920"/>
                <a:ext cx="3727293" cy="117030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𝑒</m:t>
                    </m:r>
                    <m:r>
                      <a:rPr lang="en-US" altLang="zh-CN" sz="3000" b="0" i="1" smtClean="0">
                        <a:latin typeface="Cambria Math" panose="02040503050406030204" pitchFamily="18" charset="0"/>
                        <a:ea typeface="Cambria Math" panose="02040503050406030204" pitchFamily="18" charset="0"/>
                      </a:rPr>
                      <m:t>∙</m:t>
                    </m:r>
                  </m:oMath>
                </a14:m>
                <a:r>
                  <a:rPr lang="en-US" altLang="zh-CN" sz="3000" dirty="0">
                    <a:ea typeface="楷体" panose="02010609060101010101" pitchFamily="49" charset="-122"/>
                  </a:rPr>
                  <a:t> </a:t>
                </a:r>
                <a14:m>
                  <m:oMath xmlns:m="http://schemas.openxmlformats.org/officeDocument/2006/math">
                    <m:nary>
                      <m:naryPr>
                        <m:chr m:val="∑"/>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sub>
                      <m:sup>
                        <m:r>
                          <a:rPr lang="en-US" altLang="zh-CN" sz="3000" i="1">
                            <a:latin typeface="Cambria Math" panose="02040503050406030204" pitchFamily="18" charset="0"/>
                            <a:ea typeface="Cambria Math" panose="02040503050406030204" pitchFamily="18" charset="0"/>
                          </a:rPr>
                          <m:t>∞</m:t>
                        </m:r>
                      </m:sup>
                      <m:e>
                        <m:f>
                          <m:fPr>
                            <m:ctrlPr>
                              <a:rPr lang="en-US" altLang="zh-CN" sz="3000" i="1" smtClean="0">
                                <a:latin typeface="Cambria Math" panose="02040503050406030204" pitchFamily="18" charset="0"/>
                                <a:ea typeface="Cambria Math" panose="02040503050406030204" pitchFamily="18" charset="0"/>
                              </a:rPr>
                            </m:ctrlPr>
                          </m:fPr>
                          <m:num>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𝑧</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1</m:t>
                                </m:r>
                                <m:r>
                                  <a:rPr lang="en-US" altLang="zh-CN" sz="3000" b="0" i="1" smtClean="0">
                                    <a:latin typeface="Cambria Math" panose="02040503050406030204" pitchFamily="18" charset="0"/>
                                    <a:ea typeface="Cambria Math" panose="02040503050406030204" pitchFamily="18" charset="0"/>
                                  </a:rPr>
                                  <m:t>)</m:t>
                                </m:r>
                              </m:e>
                              <m:sup>
                                <m:r>
                                  <a:rPr lang="en-US" altLang="zh-CN" sz="3000" b="0" i="1" smtClean="0">
                                    <a:latin typeface="Cambria Math" panose="02040503050406030204" pitchFamily="18" charset="0"/>
                                    <a:ea typeface="Cambria Math" panose="02040503050406030204" pitchFamily="18" charset="0"/>
                                  </a:rPr>
                                  <m:t>𝑛</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1</m:t>
                                </m:r>
                              </m:sup>
                            </m:sSup>
                          </m:num>
                          <m:den>
                            <m:r>
                              <a:rPr lang="en-US" altLang="zh-CN" sz="3000" b="0" i="1" smtClean="0">
                                <a:latin typeface="Cambria Math" panose="02040503050406030204" pitchFamily="18" charset="0"/>
                                <a:ea typeface="Cambria Math" panose="02040503050406030204" pitchFamily="18" charset="0"/>
                              </a:rPr>
                              <m:t>𝑛</m:t>
                            </m:r>
                            <m:r>
                              <a:rPr lang="en-US" altLang="zh-CN" sz="3000" b="0" i="1" smtClean="0">
                                <a:latin typeface="Cambria Math" panose="02040503050406030204" pitchFamily="18" charset="0"/>
                                <a:ea typeface="Cambria Math" panose="02040503050406030204" pitchFamily="18" charset="0"/>
                              </a:rPr>
                              <m:t>!</m:t>
                            </m:r>
                          </m:den>
                        </m:f>
                      </m:e>
                    </m:nary>
                  </m:oMath>
                </a14:m>
                <a:endParaRPr lang="zh-CN" altLang="en-US" sz="3000" dirty="0">
                  <a:latin typeface="楷体" panose="02010609060101010101" pitchFamily="49" charset="-122"/>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1345221" y="3753920"/>
                <a:ext cx="3727293" cy="1170305"/>
              </a:xfrm>
              <a:prstGeom prst="rect">
                <a:avLst/>
              </a:prstGeom>
              <a:blipFill rotWithShape="1">
                <a:blip r:embed="rId7"/>
                <a:stretch>
                  <a:fillRect l="-8" t="-37" r="4" b="3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8" grpId="0"/>
      <p:bldP spid="9" grpId="0"/>
      <p:bldP spid="10" grpId="0"/>
      <p:bldP spid="11" grpId="0"/>
      <p:bldP spid="12" grpId="0"/>
    </p:bldLst>
  </p:timing>
</p:sld>
</file>

<file path=ppt/tags/tag1.xml><?xml version="1.0" encoding="utf-8"?>
<p:tagLst xmlns:p="http://schemas.openxmlformats.org/presentationml/2006/main">
  <p:tag name="KSO_WM_UNIT_PLACING_PICTURE_USER_VIEWPORT" val="{&quot;height&quot;:1485,&quot;width&quot;:14400}"/>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PP_MARK_KEY" val="0ee7b631-8c05-4458-95ba-eda01aea3ec1"/>
  <p:tag name="COMMONDATA" val="eyJoZGlkIjoiMTAyMzJkOGNiMDEyZDQzM2FkNGM4ODJmZGE4NDczMD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5237</Words>
  <Application>WPS 演示</Application>
  <PresentationFormat>全屏显示(4:3)</PresentationFormat>
  <Paragraphs>306</Paragraphs>
  <Slides>21</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21</vt:i4>
      </vt:variant>
    </vt:vector>
  </HeadingPairs>
  <TitlesOfParts>
    <vt:vector size="33" baseType="lpstr">
      <vt:lpstr>Arial</vt:lpstr>
      <vt:lpstr>宋体</vt:lpstr>
      <vt:lpstr>Wingdings</vt:lpstr>
      <vt:lpstr>楷体</vt:lpstr>
      <vt:lpstr>Cambria Math</vt:lpstr>
      <vt:lpstr>等线</vt:lpstr>
      <vt:lpstr>微软雅黑</vt:lpstr>
      <vt:lpstr>Arial Unicode MS</vt:lpstr>
      <vt:lpstr>等线 Light</vt:lpstr>
      <vt:lpstr>Calibri</vt:lpstr>
      <vt:lpstr>Office 主题​​</vt:lpstr>
      <vt:lpstr>1_Office 主题​​</vt:lpstr>
      <vt:lpstr>复变函数与积分变换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二、 级数的计算       </vt:lpstr>
      <vt:lpstr>PowerPoint 演示文稿</vt:lpstr>
      <vt:lpstr>PowerPoint 演示文稿</vt:lpstr>
      <vt:lpstr>PowerPoint 演示文稿</vt:lpstr>
      <vt:lpstr>PowerPoint 演示文稿</vt:lpstr>
      <vt:lpstr>PowerPoint 演示文稿</vt:lpstr>
      <vt:lpstr>PowerPoint 演示文稿</vt:lpstr>
      <vt:lpstr>     注：       </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复变函数与积分变换</dc:title>
  <dc:creator>dym</dc:creator>
  <cp:lastModifiedBy>DhyWay</cp:lastModifiedBy>
  <cp:revision>84</cp:revision>
  <dcterms:created xsi:type="dcterms:W3CDTF">2020-09-10T08:53:00Z</dcterms:created>
  <dcterms:modified xsi:type="dcterms:W3CDTF">2025-11-03T02:46:23Z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B8179A35068243FEADB84801A514DAAF</vt:lpwstr>
  </property>
  <property fmtid="{D5CDD505-2E9C-101B-9397-08002B2CF9AE}" pid="3" name="KSOProductBuildVer">
    <vt:lpwstr>2052-12.1.0.23542</vt:lpwstr>
  </property>
</Properties>
</file>