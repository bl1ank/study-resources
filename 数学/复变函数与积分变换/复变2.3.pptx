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sldIdLst>
    <p:sldId id="256" r:id="rId4"/>
    <p:sldId id="259" r:id="rId5"/>
    <p:sldId id="262" r:id="rId6"/>
    <p:sldId id="290" r:id="rId7"/>
    <p:sldId id="264" r:id="rId8"/>
    <p:sldId id="342" r:id="rId9"/>
    <p:sldId id="265" r:id="rId10"/>
    <p:sldId id="271" r:id="rId11"/>
    <p:sldId id="273" r:id="rId12"/>
    <p:sldId id="311" r:id="rId13"/>
    <p:sldId id="283" r:id="rId14"/>
    <p:sldId id="312" r:id="rId15"/>
    <p:sldId id="274" r:id="rId16"/>
    <p:sldId id="276" r:id="rId17"/>
    <p:sldId id="284" r:id="rId18"/>
    <p:sldId id="275" r:id="rId19"/>
    <p:sldId id="313" r:id="rId20"/>
    <p:sldId id="277" r:id="rId21"/>
    <p:sldId id="278" r:id="rId22"/>
    <p:sldId id="286" r:id="rId23"/>
    <p:sldId id="279" r:id="rId24"/>
    <p:sldId id="317" r:id="rId25"/>
    <p:sldId id="287" r:id="rId26"/>
    <p:sldId id="280" r:id="rId27"/>
    <p:sldId id="281" r:id="rId28"/>
    <p:sldId id="288" r:id="rId29"/>
    <p:sldId id="282" r:id="rId30"/>
    <p:sldId id="320" r:id="rId31"/>
    <p:sldId id="289" r:id="rId32"/>
    <p:sldId id="321" r:id="rId33"/>
    <p:sldId id="322" r:id="rId34"/>
    <p:sldId id="323" r:id="rId35"/>
    <p:sldId id="344" r:id="rId36"/>
  </p:sldIdLst>
  <p:sldSz cx="9144000" cy="6858000" type="screen4x3"/>
  <p:notesSz cx="6858000" cy="9144000"/>
  <p:custDataLst>
    <p:tags r:id="rId4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98" autoAdjust="0"/>
    <p:restoredTop sz="94660"/>
  </p:normalViewPr>
  <p:slideViewPr>
    <p:cSldViewPr snapToGrid="0">
      <p:cViewPr varScale="1">
        <p:scale>
          <a:sx n="99" d="100"/>
          <a:sy n="99" d="100"/>
        </p:scale>
        <p:origin x="417"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0" Type="http://schemas.openxmlformats.org/officeDocument/2006/relationships/tags" Target="tags/tag1.xml"/><Relationship Id="rId4" Type="http://schemas.openxmlformats.org/officeDocument/2006/relationships/slide" Target="slides/slide1.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4" Type="http://schemas.openxmlformats.org/officeDocument/2006/relationships/image" Target="../media/image11.wmf"/><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4"/>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4"/>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B83175-4722-4A10-8460-97CF65A54AB8}" type="datetimeFigureOut">
              <a:rPr lang="zh-CN" altLang="en-US" smtClean="0"/>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54CBFD-70A7-4979-A18C-0C8BAF40B62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B83175-4722-4A10-8460-97CF65A54AB8}" type="datetimeFigureOut">
              <a:rPr lang="zh-CN" altLang="en-US" smtClean="0"/>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54CBFD-70A7-4979-A18C-0C8BAF40B62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9" Type="http://schemas.openxmlformats.org/officeDocument/2006/relationships/image" Target="../media/image12.png"/><Relationship Id="rId8" Type="http://schemas.openxmlformats.org/officeDocument/2006/relationships/image" Target="../media/image11.wmf"/><Relationship Id="rId7" Type="http://schemas.openxmlformats.org/officeDocument/2006/relationships/oleObject" Target="../embeddings/oleObject4.bin"/><Relationship Id="rId6" Type="http://schemas.openxmlformats.org/officeDocument/2006/relationships/image" Target="../media/image10.wmf"/><Relationship Id="rId5" Type="http://schemas.openxmlformats.org/officeDocument/2006/relationships/oleObject" Target="../embeddings/oleObject3.bin"/><Relationship Id="rId4" Type="http://schemas.openxmlformats.org/officeDocument/2006/relationships/image" Target="../media/image9.wmf"/><Relationship Id="rId3" Type="http://schemas.openxmlformats.org/officeDocument/2006/relationships/oleObject" Target="../embeddings/oleObject2.bin"/><Relationship Id="rId2" Type="http://schemas.openxmlformats.org/officeDocument/2006/relationships/image" Target="../media/image8.wmf"/><Relationship Id="rId14" Type="http://schemas.openxmlformats.org/officeDocument/2006/relationships/vmlDrawing" Target="../drawings/vmlDrawing1.vml"/><Relationship Id="rId13" Type="http://schemas.openxmlformats.org/officeDocument/2006/relationships/slideLayout" Target="../slideLayouts/slideLayout2.xml"/><Relationship Id="rId12" Type="http://schemas.openxmlformats.org/officeDocument/2006/relationships/image" Target="../media/image15.png"/><Relationship Id="rId11" Type="http://schemas.openxmlformats.org/officeDocument/2006/relationships/image" Target="../media/image14.png"/><Relationship Id="rId10" Type="http://schemas.openxmlformats.org/officeDocument/2006/relationships/image" Target="../media/image13.png"/><Relationship Id="rId1"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11.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s>
</file>

<file path=ppt/slides/_rels/slide12.xml.rels><?xml version="1.0" encoding="UTF-8" standalone="yes"?>
<Relationships xmlns="http://schemas.openxmlformats.org/package/2006/relationships"><Relationship Id="rId9" Type="http://schemas.openxmlformats.org/officeDocument/2006/relationships/image" Target="../media/image42.png"/><Relationship Id="rId8" Type="http://schemas.openxmlformats.org/officeDocument/2006/relationships/image" Target="../media/image41.png"/><Relationship Id="rId7" Type="http://schemas.openxmlformats.org/officeDocument/2006/relationships/image" Target="../media/image40.png"/><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 Id="rId3" Type="http://schemas.openxmlformats.org/officeDocument/2006/relationships/image" Target="../media/image36.png"/><Relationship Id="rId2" Type="http://schemas.openxmlformats.org/officeDocument/2006/relationships/image" Target="../media/image35.png"/><Relationship Id="rId10" Type="http://schemas.openxmlformats.org/officeDocument/2006/relationships/slideLayout" Target="../slideLayouts/slideLayout13.xml"/><Relationship Id="rId1" Type="http://schemas.openxmlformats.org/officeDocument/2006/relationships/image" Target="../media/image34.png"/></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image" Target="../media/image43.png"/></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51.png"/><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image" Target="../media/image48.png"/></Relationships>
</file>

<file path=ppt/slides/_rels/slide15.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image" Target="../media/image52.png"/></Relationships>
</file>

<file path=ppt/slides/_rels/slide1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62.png"/><Relationship Id="rId4" Type="http://schemas.openxmlformats.org/officeDocument/2006/relationships/image" Target="../media/image61.png"/><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image" Target="../media/image58.png"/></Relationships>
</file>

<file path=ppt/slides/_rels/slide17.xml.rels><?xml version="1.0" encoding="UTF-8" standalone="yes"?>
<Relationships xmlns="http://schemas.openxmlformats.org/package/2006/relationships"><Relationship Id="rId9" Type="http://schemas.openxmlformats.org/officeDocument/2006/relationships/image" Target="../media/image71.png"/><Relationship Id="rId8" Type="http://schemas.openxmlformats.org/officeDocument/2006/relationships/image" Target="../media/image70.png"/><Relationship Id="rId7" Type="http://schemas.openxmlformats.org/officeDocument/2006/relationships/image" Target="../media/image69.png"/><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 Id="rId3" Type="http://schemas.openxmlformats.org/officeDocument/2006/relationships/image" Target="../media/image65.png"/><Relationship Id="rId2" Type="http://schemas.openxmlformats.org/officeDocument/2006/relationships/image" Target="../media/image64.png"/><Relationship Id="rId10" Type="http://schemas.openxmlformats.org/officeDocument/2006/relationships/slideLayout" Target="../slideLayouts/slideLayout13.xml"/><Relationship Id="rId1" Type="http://schemas.openxmlformats.org/officeDocument/2006/relationships/image" Target="../media/image63.png"/></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image" Target="../media/image72.png"/></Relationships>
</file>

<file path=ppt/slides/_rels/slide1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image" Target="../media/image75.pn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image" Target="../media/image81.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5.png"/><Relationship Id="rId1" Type="http://schemas.openxmlformats.org/officeDocument/2006/relationships/image" Target="../media/image84.png"/></Relationships>
</file>

<file path=ppt/slides/_rels/slide22.xml.rels><?xml version="1.0" encoding="UTF-8" standalone="yes"?>
<Relationships xmlns="http://schemas.openxmlformats.org/package/2006/relationships"><Relationship Id="rId8" Type="http://schemas.openxmlformats.org/officeDocument/2006/relationships/slideLayout" Target="../slideLayouts/slideLayout13.xml"/><Relationship Id="rId7" Type="http://schemas.openxmlformats.org/officeDocument/2006/relationships/image" Target="../media/image92.png"/><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image" Target="../media/image89.png"/><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image" Target="../media/image86.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3.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5.png"/><Relationship Id="rId1" Type="http://schemas.openxmlformats.org/officeDocument/2006/relationships/image" Target="../media/image94.png"/></Relationships>
</file>

<file path=ppt/slides/_rels/slide25.xml.rels><?xml version="1.0" encoding="UTF-8" standalone="yes"?>
<Relationships xmlns="http://schemas.openxmlformats.org/package/2006/relationships"><Relationship Id="rId9" Type="http://schemas.openxmlformats.org/officeDocument/2006/relationships/image" Target="../media/image104.png"/><Relationship Id="rId8" Type="http://schemas.openxmlformats.org/officeDocument/2006/relationships/image" Target="../media/image103.png"/><Relationship Id="rId7" Type="http://schemas.openxmlformats.org/officeDocument/2006/relationships/image" Target="../media/image102.png"/><Relationship Id="rId6" Type="http://schemas.openxmlformats.org/officeDocument/2006/relationships/image" Target="../media/image101.png"/><Relationship Id="rId5" Type="http://schemas.openxmlformats.org/officeDocument/2006/relationships/image" Target="../media/image100.png"/><Relationship Id="rId4" Type="http://schemas.openxmlformats.org/officeDocument/2006/relationships/image" Target="../media/image99.png"/><Relationship Id="rId3" Type="http://schemas.openxmlformats.org/officeDocument/2006/relationships/image" Target="../media/image98.png"/><Relationship Id="rId2" Type="http://schemas.openxmlformats.org/officeDocument/2006/relationships/image" Target="../media/image97.png"/><Relationship Id="rId16" Type="http://schemas.openxmlformats.org/officeDocument/2006/relationships/slideLayout" Target="../slideLayouts/slideLayout2.xml"/><Relationship Id="rId15" Type="http://schemas.openxmlformats.org/officeDocument/2006/relationships/image" Target="../media/image110.png"/><Relationship Id="rId14" Type="http://schemas.openxmlformats.org/officeDocument/2006/relationships/image" Target="../media/image109.png"/><Relationship Id="rId13" Type="http://schemas.openxmlformats.org/officeDocument/2006/relationships/image" Target="../media/image108.png"/><Relationship Id="rId12" Type="http://schemas.openxmlformats.org/officeDocument/2006/relationships/image" Target="../media/image107.png"/><Relationship Id="rId11" Type="http://schemas.openxmlformats.org/officeDocument/2006/relationships/image" Target="../media/image106.png"/><Relationship Id="rId10" Type="http://schemas.openxmlformats.org/officeDocument/2006/relationships/image" Target="../media/image105.png"/><Relationship Id="rId1" Type="http://schemas.openxmlformats.org/officeDocument/2006/relationships/image" Target="../media/image96.png"/></Relationships>
</file>

<file path=ppt/slides/_rels/slide2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15.png"/><Relationship Id="rId4" Type="http://schemas.openxmlformats.org/officeDocument/2006/relationships/image" Target="../media/image114.png"/><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image" Target="../media/image111.png"/></Relationships>
</file>

<file path=ppt/slides/_rels/slide27.xml.rels><?xml version="1.0" encoding="UTF-8" standalone="yes"?>
<Relationships xmlns="http://schemas.openxmlformats.org/package/2006/relationships"><Relationship Id="rId9" Type="http://schemas.openxmlformats.org/officeDocument/2006/relationships/image" Target="../media/image124.png"/><Relationship Id="rId8" Type="http://schemas.openxmlformats.org/officeDocument/2006/relationships/image" Target="../media/image123.png"/><Relationship Id="rId7" Type="http://schemas.openxmlformats.org/officeDocument/2006/relationships/image" Target="../media/image122.png"/><Relationship Id="rId6" Type="http://schemas.openxmlformats.org/officeDocument/2006/relationships/image" Target="../media/image121.png"/><Relationship Id="rId5" Type="http://schemas.openxmlformats.org/officeDocument/2006/relationships/image" Target="../media/image120.png"/><Relationship Id="rId4" Type="http://schemas.openxmlformats.org/officeDocument/2006/relationships/image" Target="../media/image119.png"/><Relationship Id="rId3" Type="http://schemas.openxmlformats.org/officeDocument/2006/relationships/image" Target="../media/image118.png"/><Relationship Id="rId2" Type="http://schemas.openxmlformats.org/officeDocument/2006/relationships/image" Target="../media/image117.png"/><Relationship Id="rId11" Type="http://schemas.openxmlformats.org/officeDocument/2006/relationships/slideLayout" Target="../slideLayouts/slideLayout2.xml"/><Relationship Id="rId10" Type="http://schemas.openxmlformats.org/officeDocument/2006/relationships/image" Target="../media/image125.png"/><Relationship Id="rId1" Type="http://schemas.openxmlformats.org/officeDocument/2006/relationships/image" Target="../media/image116.png"/></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128.png"/><Relationship Id="rId2" Type="http://schemas.openxmlformats.org/officeDocument/2006/relationships/image" Target="../media/image127.png"/><Relationship Id="rId1" Type="http://schemas.openxmlformats.org/officeDocument/2006/relationships/image" Target="../media/image126.png"/></Relationships>
</file>

<file path=ppt/slides/_rels/slide2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34.png"/><Relationship Id="rId5" Type="http://schemas.openxmlformats.org/officeDocument/2006/relationships/image" Target="../media/image133.png"/><Relationship Id="rId4" Type="http://schemas.openxmlformats.org/officeDocument/2006/relationships/image" Target="../media/image132.png"/><Relationship Id="rId3" Type="http://schemas.openxmlformats.org/officeDocument/2006/relationships/image" Target="../media/image131.png"/><Relationship Id="rId2" Type="http://schemas.openxmlformats.org/officeDocument/2006/relationships/image" Target="../media/image130.png"/><Relationship Id="rId1" Type="http://schemas.openxmlformats.org/officeDocument/2006/relationships/image" Target="../media/image129.png"/></Relationships>
</file>

<file path=ppt/slides/_rels/slide30.xml.rels><?xml version="1.0" encoding="UTF-8" standalone="yes"?>
<Relationships xmlns="http://schemas.openxmlformats.org/package/2006/relationships"><Relationship Id="rId8" Type="http://schemas.openxmlformats.org/officeDocument/2006/relationships/slideLayout" Target="../slideLayouts/slideLayout13.xml"/><Relationship Id="rId7" Type="http://schemas.openxmlformats.org/officeDocument/2006/relationships/image" Target="../media/image141.png"/><Relationship Id="rId6" Type="http://schemas.openxmlformats.org/officeDocument/2006/relationships/image" Target="../media/image140.png"/><Relationship Id="rId5" Type="http://schemas.openxmlformats.org/officeDocument/2006/relationships/image" Target="../media/image139.png"/><Relationship Id="rId4" Type="http://schemas.openxmlformats.org/officeDocument/2006/relationships/image" Target="../media/image138.png"/><Relationship Id="rId3" Type="http://schemas.openxmlformats.org/officeDocument/2006/relationships/image" Target="../media/image137.png"/><Relationship Id="rId2" Type="http://schemas.openxmlformats.org/officeDocument/2006/relationships/image" Target="../media/image136.png"/><Relationship Id="rId1" Type="http://schemas.openxmlformats.org/officeDocument/2006/relationships/image" Target="../media/image135.png"/></Relationships>
</file>

<file path=ppt/slides/_rels/slide31.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image" Target="../media/image145.png"/><Relationship Id="rId3" Type="http://schemas.openxmlformats.org/officeDocument/2006/relationships/image" Target="../media/image144.png"/><Relationship Id="rId2" Type="http://schemas.openxmlformats.org/officeDocument/2006/relationships/image" Target="../media/image143.png"/><Relationship Id="rId1" Type="http://schemas.openxmlformats.org/officeDocument/2006/relationships/image" Target="../media/image142.png"/></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148.png"/><Relationship Id="rId2" Type="http://schemas.openxmlformats.org/officeDocument/2006/relationships/image" Target="../media/image147.png"/><Relationship Id="rId1" Type="http://schemas.openxmlformats.org/officeDocument/2006/relationships/image" Target="../media/image14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p:cNvSpPr>
            <a:spLocks noGrp="1" noRot="1" noChangeAspect="1" noMove="1" noResize="1" noEditPoints="1" noAdjustHandles="1" noChangeArrowheads="1" noChangeShapeType="1" noTextEdit="1"/>
          </p:cNvSpPr>
          <p:nvPr/>
        </p:nvSpPr>
        <p:spPr>
          <a:xfrm>
            <a:off x="0" y="857250"/>
            <a:ext cx="9144000" cy="51435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Rectangle 13"/>
          <p:cNvSpPr>
            <a:spLocks noGrp="1" noRot="1" noChangeAspect="1" noMove="1" noResize="1" noEditPoints="1" noAdjustHandles="1" noChangeArrowheads="1" noChangeShapeType="1" noTextEdit="1"/>
          </p:cNvSpPr>
          <p:nvPr/>
        </p:nvSpPr>
        <p:spPr>
          <a:xfrm>
            <a:off x="2286" y="1670811"/>
            <a:ext cx="9141714" cy="2470655"/>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6" name="Picture 15"/>
          <p:cNvPicPr>
            <a:picLocks noGrp="1" noRot="1" noChangeAspect="1" noMove="1" noResize="1" noEditPoints="1" noAdjustHandles="1" noChangeArrowheads="1" noChangeShapeType="1" noCrop="1"/>
          </p:cNvPicPr>
          <p:nvPr/>
        </p:nvPicPr>
        <p:blipFill>
          <a:blip r:embed="rId1">
            <a:extLst>
              <a:ext uri="{28A0092B-C50C-407E-A947-70E740481C1C}">
                <a14:useLocalDpi xmlns:a14="http://schemas.microsoft.com/office/drawing/2010/main" val="0"/>
              </a:ext>
            </a:extLst>
          </a:blip>
          <a:srcRect l="8235" r="8214" b="45501"/>
          <a:stretch>
            <a:fillRect/>
          </a:stretch>
        </p:blipFill>
        <p:spPr>
          <a:xfrm flipV="1">
            <a:off x="1" y="857250"/>
            <a:ext cx="9143999" cy="3355020"/>
          </a:xfrm>
          <a:custGeom>
            <a:avLst/>
            <a:gdLst>
              <a:gd name="connsiteX0" fmla="*/ 0 w 12191999"/>
              <a:gd name="connsiteY0" fmla="*/ 4473360 h 4473360"/>
              <a:gd name="connsiteX1" fmla="*/ 12191999 w 12191999"/>
              <a:gd name="connsiteY1" fmla="*/ 4473360 h 4473360"/>
              <a:gd name="connsiteX2" fmla="*/ 12191999 w 12191999"/>
              <a:gd name="connsiteY2" fmla="*/ 0 h 4473360"/>
              <a:gd name="connsiteX3" fmla="*/ 0 w 12191999"/>
              <a:gd name="connsiteY3" fmla="*/ 0 h 4473360"/>
            </a:gdLst>
            <a:ahLst/>
            <a:cxnLst>
              <a:cxn ang="0">
                <a:pos x="connsiteX0" y="connsiteY0"/>
              </a:cxn>
              <a:cxn ang="0">
                <a:pos x="connsiteX1" y="connsiteY1"/>
              </a:cxn>
              <a:cxn ang="0">
                <a:pos x="connsiteX2" y="connsiteY2"/>
              </a:cxn>
              <a:cxn ang="0">
                <a:pos x="connsiteX3" y="connsiteY3"/>
              </a:cxn>
            </a:cxnLst>
            <a:rect l="l" t="t" r="r" b="b"/>
            <a:pathLst>
              <a:path w="12191999" h="4473360">
                <a:moveTo>
                  <a:pt x="0" y="4473360"/>
                </a:moveTo>
                <a:lnTo>
                  <a:pt x="12191999" y="4473360"/>
                </a:lnTo>
                <a:lnTo>
                  <a:pt x="12191999" y="0"/>
                </a:lnTo>
                <a:lnTo>
                  <a:pt x="0" y="0"/>
                </a:lnTo>
                <a:close/>
              </a:path>
            </a:pathLst>
          </a:custGeom>
        </p:spPr>
      </p:pic>
      <p:sp>
        <p:nvSpPr>
          <p:cNvPr id="2" name="标题 1"/>
          <p:cNvSpPr>
            <a:spLocks noGrp="1"/>
          </p:cNvSpPr>
          <p:nvPr>
            <p:ph type="ctrTitle"/>
          </p:nvPr>
        </p:nvSpPr>
        <p:spPr>
          <a:xfrm>
            <a:off x="565444" y="2414587"/>
            <a:ext cx="8013113" cy="1008851"/>
          </a:xfrm>
        </p:spPr>
        <p:txBody>
          <a:bodyPr anchor="ctr">
            <a:noAutofit/>
          </a:bodyPr>
          <a:lstStyle/>
          <a:p>
            <a:r>
              <a:rPr lang="zh-CN" altLang="en-US" sz="4200" b="1">
                <a:solidFill>
                  <a:srgbClr val="FFFFFF"/>
                </a:solidFill>
                <a:latin typeface="楷体" panose="02010609060101010101" pitchFamily="49" charset="-122"/>
                <a:ea typeface="楷体" panose="02010609060101010101" pitchFamily="49" charset="-122"/>
              </a:rPr>
              <a:t>复变函数与积分变换</a:t>
            </a:r>
            <a:endParaRPr lang="zh-CN" altLang="en-US" sz="4200" b="1">
              <a:solidFill>
                <a:srgbClr val="FFFFFF"/>
              </a:solidFill>
              <a:latin typeface="楷体" panose="02010609060101010101" pitchFamily="49" charset="-122"/>
              <a:ea typeface="楷体" panose="02010609060101010101" pitchFamily="49" charset="-122"/>
            </a:endParaRPr>
          </a:p>
        </p:txBody>
      </p:sp>
      <p:sp>
        <p:nvSpPr>
          <p:cNvPr id="3" name="副标题 2"/>
          <p:cNvSpPr>
            <a:spLocks noGrp="1"/>
          </p:cNvSpPr>
          <p:nvPr>
            <p:ph type="subTitle" idx="1"/>
          </p:nvPr>
        </p:nvSpPr>
        <p:spPr>
          <a:xfrm>
            <a:off x="878682" y="4212271"/>
            <a:ext cx="7101908" cy="649229"/>
          </a:xfrm>
        </p:spPr>
        <p:txBody>
          <a:bodyPr anchor="ctr">
            <a:normAutofit/>
          </a:bodyPr>
          <a:lstStyle/>
          <a:p>
            <a:r>
              <a:rPr lang="zh-CN" altLang="en-US" sz="2100" dirty="0">
                <a:solidFill>
                  <a:srgbClr val="000000"/>
                </a:solidFill>
              </a:rPr>
              <a:t>狄艳媚</a:t>
            </a:r>
            <a:endParaRPr lang="zh-CN" altLang="en-US" sz="2100" dirty="0">
              <a:solidFill>
                <a:srgbClr val="000000"/>
              </a:solidFill>
            </a:endParaRPr>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915025"/>
            <a:ext cx="9144000" cy="9429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2386339" y="718320"/>
            <a:ext cx="4031456" cy="576263"/>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375" b="1" dirty="0">
                <a:latin typeface="楷体" panose="02010609060101010101" pitchFamily="49" charset="-122"/>
                <a:ea typeface="楷体" panose="02010609060101010101" pitchFamily="49" charset="-122"/>
              </a:rPr>
              <a:t>2.3</a:t>
            </a:r>
            <a:r>
              <a:rPr lang="zh-CN" altLang="en-US" sz="3375" b="1" dirty="0">
                <a:latin typeface="楷体" panose="02010609060101010101" pitchFamily="49" charset="-122"/>
                <a:ea typeface="楷体" panose="02010609060101010101" pitchFamily="49" charset="-122"/>
              </a:rPr>
              <a:t>  初等函数</a:t>
            </a:r>
            <a:endParaRPr lang="zh-CN" altLang="en-US" sz="3375" b="1" dirty="0">
              <a:latin typeface="楷体" panose="02010609060101010101" pitchFamily="49" charset="-122"/>
              <a:ea typeface="楷体" panose="02010609060101010101" pitchFamily="49" charset="-122"/>
            </a:endParaRPr>
          </a:p>
        </p:txBody>
      </p:sp>
      <p:sp>
        <p:nvSpPr>
          <p:cNvPr id="10" name="标题 1"/>
          <p:cNvSpPr txBox="1"/>
          <p:nvPr/>
        </p:nvSpPr>
        <p:spPr>
          <a:xfrm>
            <a:off x="165271" y="1392214"/>
            <a:ext cx="8714899" cy="1376839"/>
          </a:xfrm>
          <a:prstGeom prst="rect">
            <a:avLst/>
          </a:prstGeom>
        </p:spPr>
        <p:txBody>
          <a:bodyPr vert="horz" lIns="68580" tIns="34290" rIns="68580" bIns="3429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2400" dirty="0">
                <a:latin typeface="楷体" panose="02010609060101010101" pitchFamily="49" charset="-122"/>
                <a:ea typeface="楷体" panose="02010609060101010101" pitchFamily="49" charset="-122"/>
              </a:rPr>
              <a:t>    </a:t>
            </a:r>
            <a:r>
              <a:rPr lang="zh-CN" altLang="en-US" sz="3100" dirty="0">
                <a:latin typeface="楷体" panose="02010609060101010101" pitchFamily="49" charset="-122"/>
                <a:ea typeface="楷体" panose="02010609060101010101" pitchFamily="49" charset="-122"/>
              </a:rPr>
              <a:t>将微积分中的基本初等函数保持实的性质延拓到复数中。学习时，应注意：</a:t>
            </a:r>
            <a:endParaRPr lang="en-US" altLang="zh-CN" sz="3100" dirty="0">
              <a:latin typeface="楷体" panose="02010609060101010101" pitchFamily="49" charset="-122"/>
              <a:ea typeface="楷体" panose="02010609060101010101" pitchFamily="49" charset="-122"/>
            </a:endParaRPr>
          </a:p>
        </p:txBody>
      </p:sp>
      <p:sp>
        <p:nvSpPr>
          <p:cNvPr id="7" name="标题 1"/>
          <p:cNvSpPr txBox="1"/>
          <p:nvPr/>
        </p:nvSpPr>
        <p:spPr>
          <a:xfrm>
            <a:off x="821656" y="2656289"/>
            <a:ext cx="5072665" cy="827923"/>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3000" dirty="0">
                <a:latin typeface="楷体" panose="02010609060101010101" pitchFamily="49" charset="-122"/>
                <a:ea typeface="楷体" panose="02010609060101010101" pitchFamily="49" charset="-122"/>
              </a:rPr>
              <a:t>1</a:t>
            </a:r>
            <a:r>
              <a:rPr lang="zh-CN" altLang="en-US" sz="3000" dirty="0">
                <a:latin typeface="楷体" panose="02010609060101010101" pitchFamily="49" charset="-122"/>
                <a:ea typeface="楷体" panose="02010609060101010101" pitchFamily="49" charset="-122"/>
              </a:rPr>
              <a:t>、各类函数的定义及特性；</a:t>
            </a:r>
            <a:endParaRPr lang="en-US" altLang="zh-CN" sz="3000" dirty="0">
              <a:latin typeface="楷体" panose="02010609060101010101" pitchFamily="49" charset="-122"/>
              <a:ea typeface="楷体" panose="02010609060101010101" pitchFamily="49" charset="-122"/>
            </a:endParaRPr>
          </a:p>
        </p:txBody>
      </p:sp>
      <p:sp>
        <p:nvSpPr>
          <p:cNvPr id="8" name="标题 1"/>
          <p:cNvSpPr txBox="1"/>
          <p:nvPr/>
        </p:nvSpPr>
        <p:spPr>
          <a:xfrm>
            <a:off x="858715" y="3424665"/>
            <a:ext cx="5218486" cy="608463"/>
          </a:xfrm>
          <a:prstGeom prst="rect">
            <a:avLst/>
          </a:prstGeom>
        </p:spPr>
        <p:txBody>
          <a:bodyPr vert="horz" lIns="68580" tIns="34290" rIns="68580" bIns="3429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3000" dirty="0">
                <a:latin typeface="楷体" panose="02010609060101010101" pitchFamily="49" charset="-122"/>
                <a:ea typeface="楷体" panose="02010609060101010101" pitchFamily="49" charset="-122"/>
              </a:rPr>
              <a:t>2</a:t>
            </a:r>
            <a:r>
              <a:rPr lang="zh-CN" altLang="en-US" sz="3000" dirty="0">
                <a:latin typeface="楷体" panose="02010609060101010101" pitchFamily="49" charset="-122"/>
                <a:ea typeface="楷体" panose="02010609060101010101" pitchFamily="49" charset="-122"/>
              </a:rPr>
              <a:t>、与实变函数的对比</a:t>
            </a:r>
            <a:r>
              <a:rPr lang="en-US" altLang="zh-CN" sz="3000" dirty="0">
                <a:latin typeface="楷体" panose="02010609060101010101" pitchFamily="49" charset="-122"/>
                <a:ea typeface="楷体" panose="02010609060101010101" pitchFamily="49" charset="-122"/>
              </a:rPr>
              <a:t>.</a:t>
            </a:r>
            <a:endParaRPr lang="en-US" altLang="zh-CN" sz="3000" dirty="0">
              <a:latin typeface="楷体" panose="02010609060101010101" pitchFamily="49" charset="-122"/>
              <a:ea typeface="楷体" panose="02010609060101010101" pitchFamily="49" charset="-122"/>
            </a:endParaRPr>
          </a:p>
        </p:txBody>
      </p:sp>
      <p:sp>
        <p:nvSpPr>
          <p:cNvPr id="2" name="标题 1"/>
          <p:cNvSpPr txBox="1"/>
          <p:nvPr/>
        </p:nvSpPr>
        <p:spPr>
          <a:xfrm>
            <a:off x="214549" y="4166767"/>
            <a:ext cx="8714900" cy="2127183"/>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楷体" panose="02010609060101010101" pitchFamily="49" charset="-122"/>
                <a:ea typeface="楷体" panose="02010609060101010101" pitchFamily="49" charset="-122"/>
              </a:rPr>
              <a:t>延拓：是指在保证自变量在原定义域中时函数取值不变的情况下，将函数定义域扩大；并尽可能多地继承函数原有地性质</a:t>
            </a:r>
            <a:endParaRPr lang="zh-CN" altLang="en-US" sz="3000" dirty="0">
              <a:latin typeface="楷体" panose="02010609060101010101" pitchFamily="49" charset="-122"/>
              <a:ea typeface="楷体" panose="02010609060101010101" pitchFamily="49" charset="-122"/>
            </a:endParaRPr>
          </a:p>
        </p:txBody>
      </p:sp>
      <p:sp>
        <p:nvSpPr>
          <p:cNvPr id="4"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2.3 </a:t>
            </a:r>
            <a:r>
              <a:rPr lang="zh-CN" altLang="en-US" sz="1800" b="1" dirty="0">
                <a:latin typeface="楷体" panose="02010609060101010101" pitchFamily="49" charset="-122"/>
                <a:ea typeface="楷体" panose="02010609060101010101" pitchFamily="49" charset="-122"/>
              </a:rPr>
              <a:t>初等函数</a:t>
            </a:r>
            <a:endParaRPr lang="zh-CN" altLang="en-US" sz="1800" b="1" dirty="0">
              <a:latin typeface="楷体" panose="02010609060101010101" pitchFamily="49" charset="-122"/>
              <a:ea typeface="楷体" panose="02010609060101010101" pitchFamily="49" charset="-122"/>
            </a:endParaRPr>
          </a:p>
        </p:txBody>
      </p:sp>
      <p:cxnSp>
        <p:nvCxnSpPr>
          <p:cNvPr id="9" name="直接连接符 8"/>
          <p:cNvCxnSpPr/>
          <p:nvPr/>
        </p:nvCxnSpPr>
        <p:spPr>
          <a:xfrm flipV="1">
            <a:off x="55289" y="531629"/>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P spid="7" grpId="0"/>
      <p:bldP spid="8" grpId="0"/>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1062735" y="1220003"/>
            <a:ext cx="802025" cy="3578965"/>
          </a:xfrm>
        </p:spPr>
        <p:txBody>
          <a:bodyPr>
            <a:normAutofit/>
          </a:bodyPr>
          <a:lstStyle/>
          <a:p>
            <a:r>
              <a:rPr lang="zh-CN" altLang="en-US" sz="4500" dirty="0">
                <a:latin typeface="楷体" panose="02010609060101010101" pitchFamily="49" charset="-122"/>
                <a:ea typeface="楷体" panose="02010609060101010101" pitchFamily="49" charset="-122"/>
              </a:rPr>
              <a:t>主</a:t>
            </a:r>
            <a:br>
              <a:rPr lang="en-US" altLang="zh-CN" sz="4500" dirty="0">
                <a:latin typeface="楷体" panose="02010609060101010101" pitchFamily="49" charset="-122"/>
                <a:ea typeface="楷体" panose="02010609060101010101" pitchFamily="49" charset="-122"/>
              </a:rPr>
            </a:br>
            <a:r>
              <a:rPr lang="zh-CN" altLang="en-US" sz="4500" dirty="0">
                <a:latin typeface="楷体" panose="02010609060101010101" pitchFamily="49" charset="-122"/>
                <a:ea typeface="楷体" panose="02010609060101010101" pitchFamily="49" charset="-122"/>
              </a:rPr>
              <a:t>要</a:t>
            </a:r>
            <a:br>
              <a:rPr lang="en-US" altLang="zh-CN" sz="4500" dirty="0">
                <a:latin typeface="楷体" panose="02010609060101010101" pitchFamily="49" charset="-122"/>
                <a:ea typeface="楷体" panose="02010609060101010101" pitchFamily="49" charset="-122"/>
              </a:rPr>
            </a:br>
            <a:r>
              <a:rPr lang="zh-CN" altLang="en-US" sz="4500" dirty="0">
                <a:latin typeface="楷体" panose="02010609060101010101" pitchFamily="49" charset="-122"/>
                <a:ea typeface="楷体" panose="02010609060101010101" pitchFamily="49" charset="-122"/>
              </a:rPr>
              <a:t>内</a:t>
            </a:r>
            <a:br>
              <a:rPr lang="en-US" altLang="zh-CN" sz="4500" dirty="0">
                <a:latin typeface="楷体" panose="02010609060101010101" pitchFamily="49" charset="-122"/>
                <a:ea typeface="楷体" panose="02010609060101010101" pitchFamily="49" charset="-122"/>
              </a:rPr>
            </a:br>
            <a:r>
              <a:rPr lang="zh-CN" altLang="en-US" sz="4500" dirty="0">
                <a:latin typeface="楷体" panose="02010609060101010101" pitchFamily="49" charset="-122"/>
                <a:ea typeface="楷体" panose="02010609060101010101" pitchFamily="49" charset="-122"/>
              </a:rPr>
              <a:t>容</a:t>
            </a:r>
            <a:endParaRPr lang="zh-CN" altLang="en-US" sz="4500" dirty="0">
              <a:latin typeface="楷体" panose="02010609060101010101" pitchFamily="49" charset="-122"/>
              <a:ea typeface="楷体" panose="02010609060101010101" pitchFamily="49" charset="-122"/>
            </a:endParaRPr>
          </a:p>
        </p:txBody>
      </p:sp>
      <p:sp>
        <p:nvSpPr>
          <p:cNvPr id="7" name="标题 1"/>
          <p:cNvSpPr txBox="1"/>
          <p:nvPr/>
        </p:nvSpPr>
        <p:spPr>
          <a:xfrm>
            <a:off x="2357921" y="1167645"/>
            <a:ext cx="3559996" cy="416104"/>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b="1" dirty="0">
                <a:latin typeface="楷体" panose="02010609060101010101" pitchFamily="49" charset="-122"/>
                <a:ea typeface="楷体" panose="02010609060101010101" pitchFamily="49" charset="-122"/>
              </a:rPr>
              <a:t>指数函数</a:t>
            </a:r>
            <a:endParaRPr lang="zh-CN" altLang="en-US" sz="3000" b="1" dirty="0">
              <a:latin typeface="楷体" panose="02010609060101010101" pitchFamily="49" charset="-122"/>
              <a:ea typeface="楷体" panose="02010609060101010101" pitchFamily="49" charset="-122"/>
            </a:endParaRPr>
          </a:p>
        </p:txBody>
      </p:sp>
      <p:sp>
        <p:nvSpPr>
          <p:cNvPr id="9" name="左大括号 8"/>
          <p:cNvSpPr/>
          <p:nvPr/>
        </p:nvSpPr>
        <p:spPr>
          <a:xfrm>
            <a:off x="1864760" y="1470485"/>
            <a:ext cx="493161" cy="3078000"/>
          </a:xfrm>
          <a:prstGeom prst="leftBrace">
            <a:avLst/>
          </a:prstGeom>
          <a:ln w="38100">
            <a:solidFill>
              <a:schemeClr val="tx1"/>
            </a:solidFill>
          </a:ln>
          <a:scene3d>
            <a:camera prst="orthographicFront"/>
            <a:lightRig rig="threePt" dir="t"/>
          </a:scene3d>
          <a:sp3d>
            <a:bevelT prst="relaxedInset"/>
          </a:sp3d>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sz="135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11" name="标题 1"/>
          <p:cNvSpPr txBox="1"/>
          <p:nvPr/>
        </p:nvSpPr>
        <p:spPr>
          <a:xfrm>
            <a:off x="2425341" y="3093335"/>
            <a:ext cx="4071778" cy="671673"/>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b="1" dirty="0">
                <a:latin typeface="楷体" panose="02010609060101010101" pitchFamily="49" charset="-122"/>
                <a:ea typeface="楷体" panose="02010609060101010101" pitchFamily="49" charset="-122"/>
              </a:rPr>
              <a:t>三角函数</a:t>
            </a:r>
            <a:endParaRPr lang="zh-CN" altLang="en-US" sz="3000" b="1" dirty="0">
              <a:latin typeface="楷体" panose="02010609060101010101" pitchFamily="49" charset="-122"/>
              <a:ea typeface="楷体" panose="02010609060101010101" pitchFamily="49" charset="-122"/>
            </a:endParaRPr>
          </a:p>
        </p:txBody>
      </p:sp>
      <p:sp>
        <p:nvSpPr>
          <p:cNvPr id="14" name="标题 1"/>
          <p:cNvSpPr txBox="1"/>
          <p:nvPr/>
        </p:nvSpPr>
        <p:spPr>
          <a:xfrm>
            <a:off x="2357921" y="2194248"/>
            <a:ext cx="3559996" cy="416104"/>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b="1" dirty="0">
                <a:latin typeface="楷体" panose="02010609060101010101" pitchFamily="49" charset="-122"/>
                <a:ea typeface="楷体" panose="02010609060101010101" pitchFamily="49" charset="-122"/>
              </a:rPr>
              <a:t>对数函数</a:t>
            </a:r>
            <a:endParaRPr lang="zh-CN" altLang="en-US" sz="3000" b="1" dirty="0">
              <a:latin typeface="楷体" panose="02010609060101010101" pitchFamily="49" charset="-122"/>
              <a:ea typeface="楷体" panose="02010609060101010101" pitchFamily="49" charset="-122"/>
            </a:endParaRPr>
          </a:p>
        </p:txBody>
      </p:sp>
      <p:sp>
        <p:nvSpPr>
          <p:cNvPr id="2" name="标题 1"/>
          <p:cNvSpPr txBox="1"/>
          <p:nvPr/>
        </p:nvSpPr>
        <p:spPr>
          <a:xfrm>
            <a:off x="2425341" y="4101161"/>
            <a:ext cx="3559996" cy="671673"/>
          </a:xfrm>
          <a:prstGeom prst="rect">
            <a:avLst/>
          </a:prstGeom>
        </p:spPr>
        <p:txBody>
          <a:bodyPr vert="horz" lIns="68580" tIns="34290" rIns="68580" bIns="3429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b="1" dirty="0">
                <a:latin typeface="楷体" panose="02010609060101010101" pitchFamily="49" charset="-122"/>
                <a:ea typeface="楷体" panose="02010609060101010101" pitchFamily="49" charset="-122"/>
              </a:rPr>
              <a:t>幂函数</a:t>
            </a:r>
            <a:endParaRPr lang="zh-CN" altLang="en-US" sz="3000" b="1" dirty="0">
              <a:latin typeface="楷体" panose="02010609060101010101" pitchFamily="49" charset="-122"/>
              <a:ea typeface="楷体" panose="02010609060101010101" pitchFamily="49" charset="-122"/>
            </a:endParaRPr>
          </a:p>
        </p:txBody>
      </p:sp>
      <p:sp>
        <p:nvSpPr>
          <p:cNvPr id="10"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2.3 </a:t>
            </a:r>
            <a:r>
              <a:rPr lang="zh-CN" altLang="en-US" sz="1800" b="1" dirty="0">
                <a:latin typeface="楷体" panose="02010609060101010101" pitchFamily="49" charset="-122"/>
                <a:ea typeface="楷体" panose="02010609060101010101" pitchFamily="49" charset="-122"/>
              </a:rPr>
              <a:t>初等函数</a:t>
            </a:r>
            <a:endParaRPr lang="zh-CN" altLang="en-US" sz="1800" b="1" dirty="0">
              <a:latin typeface="楷体" panose="02010609060101010101" pitchFamily="49" charset="-122"/>
              <a:ea typeface="楷体" panose="02010609060101010101" pitchFamily="49" charset="-122"/>
            </a:endParaRPr>
          </a:p>
        </p:txBody>
      </p:sp>
      <p:cxnSp>
        <p:nvCxnSpPr>
          <p:cNvPr id="12" name="直接连接符 11"/>
          <p:cNvCxnSpPr/>
          <p:nvPr/>
        </p:nvCxnSpPr>
        <p:spPr>
          <a:xfrm flipV="1">
            <a:off x="55289" y="531629"/>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9"/>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7" grpId="0"/>
      <p:bldP spid="9" grpId="0" animBg="1"/>
      <p:bldP spid="11" grpId="0"/>
      <p:bldP spid="14" grpId="0"/>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p:nvPr/>
        </p:nvSpPr>
        <p:spPr>
          <a:xfrm>
            <a:off x="238470" y="557146"/>
            <a:ext cx="2254987" cy="738663"/>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b="1" dirty="0">
                <a:latin typeface="楷体" panose="02010609060101010101" pitchFamily="49" charset="-122"/>
                <a:ea typeface="楷体" panose="02010609060101010101" pitchFamily="49" charset="-122"/>
              </a:rPr>
              <a:t>教学目标：</a:t>
            </a:r>
            <a:endParaRPr lang="zh-CN" altLang="en-US" sz="3000" b="1" dirty="0">
              <a:latin typeface="楷体" panose="02010609060101010101" pitchFamily="49" charset="-122"/>
              <a:ea typeface="楷体" panose="02010609060101010101" pitchFamily="49" charset="-122"/>
            </a:endParaRPr>
          </a:p>
        </p:txBody>
      </p:sp>
      <p:sp>
        <p:nvSpPr>
          <p:cNvPr id="6" name="文本框 5"/>
          <p:cNvSpPr txBox="1"/>
          <p:nvPr/>
        </p:nvSpPr>
        <p:spPr>
          <a:xfrm>
            <a:off x="629495" y="1366726"/>
            <a:ext cx="8181473" cy="1015663"/>
          </a:xfrm>
          <a:prstGeom prst="rect">
            <a:avLst/>
          </a:prstGeom>
          <a:noFill/>
        </p:spPr>
        <p:txBody>
          <a:bodyPr wrap="square" rtlCol="0">
            <a:spAutoFit/>
          </a:bodyPr>
          <a:lstStyle/>
          <a:p>
            <a:r>
              <a:rPr lang="zh-CN" altLang="zh-CN" sz="3000" kern="100" dirty="0">
                <a:latin typeface="楷体" panose="02010609060101010101" pitchFamily="49" charset="-122"/>
                <a:ea typeface="楷体" panose="02010609060101010101" pitchFamily="49" charset="-122"/>
                <a:cs typeface="Times New Roman" panose="02020603050405020304" pitchFamily="18" charset="0"/>
              </a:rPr>
              <a:t>熟知各个复初等函数的定义及性质，并会应用这些初等函数解决问题</a:t>
            </a:r>
            <a:endParaRPr lang="zh-CN" altLang="en-US" sz="3000" dirty="0">
              <a:latin typeface="楷体" panose="02010609060101010101" pitchFamily="49" charset="-122"/>
              <a:ea typeface="楷体" panose="02010609060101010101" pitchFamily="49" charset="-122"/>
            </a:endParaRPr>
          </a:p>
        </p:txBody>
      </p:sp>
      <p:sp>
        <p:nvSpPr>
          <p:cNvPr id="10" name="标题 1"/>
          <p:cNvSpPr txBox="1"/>
          <p:nvPr/>
        </p:nvSpPr>
        <p:spPr>
          <a:xfrm>
            <a:off x="238469" y="2394521"/>
            <a:ext cx="2254987" cy="738663"/>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b="1" dirty="0">
                <a:latin typeface="楷体" panose="02010609060101010101" pitchFamily="49" charset="-122"/>
                <a:ea typeface="楷体" panose="02010609060101010101" pitchFamily="49" charset="-122"/>
              </a:rPr>
              <a:t>重难点：</a:t>
            </a:r>
            <a:endParaRPr lang="zh-CN" altLang="en-US" sz="3000" b="1" dirty="0">
              <a:latin typeface="楷体" panose="02010609060101010101" pitchFamily="49" charset="-122"/>
              <a:ea typeface="楷体" panose="02010609060101010101" pitchFamily="49" charset="-122"/>
            </a:endParaRPr>
          </a:p>
        </p:txBody>
      </p:sp>
      <p:sp>
        <p:nvSpPr>
          <p:cNvPr id="12" name="文本框 11"/>
          <p:cNvSpPr txBox="1"/>
          <p:nvPr/>
        </p:nvSpPr>
        <p:spPr>
          <a:xfrm>
            <a:off x="629498" y="3361464"/>
            <a:ext cx="6731668" cy="553998"/>
          </a:xfrm>
          <a:prstGeom prst="rect">
            <a:avLst/>
          </a:prstGeom>
          <a:noFill/>
        </p:spPr>
        <p:txBody>
          <a:bodyPr wrap="square" rtlCol="0">
            <a:spAutoFit/>
          </a:bodyPr>
          <a:lstStyle/>
          <a:p>
            <a:r>
              <a:rPr lang="zh-CN" altLang="en-US" sz="3000" dirty="0">
                <a:latin typeface="楷体" panose="02010609060101010101" pitchFamily="49" charset="-122"/>
                <a:ea typeface="楷体" panose="02010609060101010101" pitchFamily="49" charset="-122"/>
                <a:cs typeface="楷体" panose="02010609060101010101" pitchFamily="49" charset="-122"/>
              </a:rPr>
              <a:t>重点</a:t>
            </a:r>
            <a:r>
              <a:rPr lang="en-US" altLang="zh-CN" sz="3000" dirty="0">
                <a:latin typeface="楷体" panose="02010609060101010101" pitchFamily="49" charset="-122"/>
                <a:ea typeface="楷体" panose="02010609060101010101" pitchFamily="49" charset="-122"/>
                <a:cs typeface="楷体" panose="02010609060101010101" pitchFamily="49" charset="-122"/>
              </a:rPr>
              <a:t>—</a:t>
            </a:r>
            <a:r>
              <a:rPr lang="zh-CN" altLang="en-US" sz="3000" dirty="0">
                <a:latin typeface="楷体" panose="02010609060101010101" pitchFamily="49" charset="-122"/>
                <a:ea typeface="楷体" panose="02010609060101010101" pitchFamily="49" charset="-122"/>
                <a:cs typeface="楷体" panose="02010609060101010101" pitchFamily="49" charset="-122"/>
              </a:rPr>
              <a:t>各个复初等函数的定义及性质；</a:t>
            </a:r>
            <a:endParaRPr lang="zh-CN" altLang="en-US" sz="3000" dirty="0">
              <a:latin typeface="楷体" panose="02010609060101010101" pitchFamily="49" charset="-122"/>
              <a:ea typeface="楷体" panose="02010609060101010101" pitchFamily="49" charset="-122"/>
              <a:cs typeface="楷体" panose="02010609060101010101" pitchFamily="49" charset="-122"/>
            </a:endParaRPr>
          </a:p>
        </p:txBody>
      </p:sp>
      <p:sp>
        <p:nvSpPr>
          <p:cNvPr id="13" name="文本框 12"/>
          <p:cNvSpPr txBox="1"/>
          <p:nvPr/>
        </p:nvSpPr>
        <p:spPr>
          <a:xfrm>
            <a:off x="633707" y="4143742"/>
            <a:ext cx="5509261" cy="553998"/>
          </a:xfrm>
          <a:prstGeom prst="rect">
            <a:avLst/>
          </a:prstGeom>
          <a:noFill/>
        </p:spPr>
        <p:txBody>
          <a:bodyPr wrap="square" rtlCol="0">
            <a:spAutoFit/>
          </a:bodyPr>
          <a:lstStyle/>
          <a:p>
            <a:r>
              <a:rPr lang="zh-CN" altLang="en-US" sz="3000" dirty="0">
                <a:latin typeface="楷体" panose="02010609060101010101" pitchFamily="49" charset="-122"/>
                <a:ea typeface="楷体" panose="02010609060101010101" pitchFamily="49" charset="-122"/>
                <a:cs typeface="楷体" panose="02010609060101010101" pitchFamily="49" charset="-122"/>
              </a:rPr>
              <a:t>难点</a:t>
            </a:r>
            <a:r>
              <a:rPr lang="en-US" altLang="zh-CN" sz="3000" dirty="0">
                <a:latin typeface="楷体" panose="02010609060101010101" pitchFamily="49" charset="-122"/>
                <a:ea typeface="楷体" panose="02010609060101010101" pitchFamily="49" charset="-122"/>
                <a:cs typeface="楷体" panose="02010609060101010101" pitchFamily="49" charset="-122"/>
              </a:rPr>
              <a:t>—</a:t>
            </a:r>
            <a:r>
              <a:rPr lang="zh-CN" altLang="en-US" sz="3000" dirty="0">
                <a:latin typeface="楷体" panose="02010609060101010101" pitchFamily="49" charset="-122"/>
                <a:ea typeface="楷体" panose="02010609060101010101" pitchFamily="49" charset="-122"/>
                <a:cs typeface="楷体" panose="02010609060101010101" pitchFamily="49" charset="-122"/>
              </a:rPr>
              <a:t>复对数函数（多值性）</a:t>
            </a:r>
            <a:endParaRPr lang="zh-CN" altLang="en-US" sz="3000" dirty="0">
              <a:latin typeface="楷体" panose="02010609060101010101" pitchFamily="49" charset="-122"/>
              <a:ea typeface="楷体" panose="02010609060101010101" pitchFamily="49" charset="-122"/>
              <a:cs typeface="楷体" panose="02010609060101010101" pitchFamily="49" charset="-122"/>
            </a:endParaRPr>
          </a:p>
        </p:txBody>
      </p:sp>
      <p:sp>
        <p:nvSpPr>
          <p:cNvPr id="15" name="文本框 14"/>
          <p:cNvSpPr txBox="1"/>
          <p:nvPr/>
        </p:nvSpPr>
        <p:spPr>
          <a:xfrm>
            <a:off x="1847695" y="4819353"/>
            <a:ext cx="4295273" cy="553998"/>
          </a:xfrm>
          <a:prstGeom prst="rect">
            <a:avLst/>
          </a:prstGeom>
          <a:noFill/>
        </p:spPr>
        <p:txBody>
          <a:bodyPr wrap="square" rtlCol="0">
            <a:spAutoFit/>
          </a:bodyPr>
          <a:lstStyle/>
          <a:p>
            <a:r>
              <a:rPr lang="zh-CN" altLang="en-US" sz="3000" dirty="0">
                <a:latin typeface="楷体" panose="02010609060101010101" pitchFamily="49" charset="-122"/>
                <a:ea typeface="楷体" panose="02010609060101010101" pitchFamily="49" charset="-122"/>
              </a:rPr>
              <a:t>复三角函数定义及性质</a:t>
            </a:r>
            <a:endParaRPr lang="zh-CN" altLang="en-US" sz="3000" dirty="0">
              <a:latin typeface="楷体" panose="02010609060101010101" pitchFamily="49" charset="-122"/>
              <a:ea typeface="楷体" panose="02010609060101010101" pitchFamily="49" charset="-122"/>
            </a:endParaRPr>
          </a:p>
        </p:txBody>
      </p:sp>
      <p:sp>
        <p:nvSpPr>
          <p:cNvPr id="8"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2.3 </a:t>
            </a:r>
            <a:r>
              <a:rPr lang="zh-CN" altLang="en-US" sz="1800" b="1" dirty="0">
                <a:latin typeface="楷体" panose="02010609060101010101" pitchFamily="49" charset="-122"/>
                <a:ea typeface="楷体" panose="02010609060101010101" pitchFamily="49" charset="-122"/>
              </a:rPr>
              <a:t>初等函数</a:t>
            </a:r>
            <a:endParaRPr lang="zh-CN" altLang="en-US" sz="1800" b="1" dirty="0">
              <a:latin typeface="楷体" panose="02010609060101010101" pitchFamily="49" charset="-122"/>
              <a:ea typeface="楷体" panose="02010609060101010101" pitchFamily="49" charset="-122"/>
            </a:endParaRPr>
          </a:p>
        </p:txBody>
      </p:sp>
      <p:cxnSp>
        <p:nvCxnSpPr>
          <p:cNvPr id="9" name="直接连接符 8"/>
          <p:cNvCxnSpPr/>
          <p:nvPr/>
        </p:nvCxnSpPr>
        <p:spPr>
          <a:xfrm flipV="1">
            <a:off x="55289" y="531629"/>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 grpId="0"/>
      <p:bldP spid="6" grpId="1"/>
      <p:bldP spid="10" grpId="0"/>
      <p:bldP spid="12" grpId="0"/>
      <p:bldP spid="12" grpId="1"/>
      <p:bldP spid="13" grpId="0"/>
      <p:bldP spid="13" grpId="1"/>
      <p:bldP spid="15" grpId="0"/>
      <p:bldP spid="15"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4376" y="537436"/>
            <a:ext cx="3337175" cy="942975"/>
          </a:xfrm>
        </p:spPr>
        <p:txBody>
          <a:bodyPr>
            <a:normAutofit/>
          </a:bodyPr>
          <a:lstStyle/>
          <a:p>
            <a:r>
              <a:rPr lang="zh-CN" altLang="en-US" sz="3000" b="1" dirty="0">
                <a:latin typeface="楷体" panose="02010609060101010101" pitchFamily="49" charset="-122"/>
                <a:ea typeface="楷体" panose="02010609060101010101" pitchFamily="49" charset="-122"/>
              </a:rPr>
              <a:t>一、指数函数</a:t>
            </a:r>
            <a:endParaRPr lang="zh-CN" altLang="en-US" sz="3000" b="1" dirty="0">
              <a:latin typeface="楷体" panose="02010609060101010101" pitchFamily="49" charset="-122"/>
              <a:ea typeface="楷体" panose="02010609060101010101" pitchFamily="49" charset="-122"/>
            </a:endParaRPr>
          </a:p>
        </p:txBody>
      </p:sp>
      <p:sp>
        <p:nvSpPr>
          <p:cNvPr id="6" name="文本框 5"/>
          <p:cNvSpPr txBox="1"/>
          <p:nvPr/>
        </p:nvSpPr>
        <p:spPr>
          <a:xfrm>
            <a:off x="194376" y="1339804"/>
            <a:ext cx="1933296" cy="553998"/>
          </a:xfrm>
          <a:prstGeom prst="rect">
            <a:avLst/>
          </a:prstGeom>
          <a:noFill/>
        </p:spPr>
        <p:txBody>
          <a:bodyPr wrap="square" rtlCol="0">
            <a:spAutoFit/>
          </a:bodyPr>
          <a:lstStyle/>
          <a:p>
            <a:r>
              <a:rPr lang="zh-CN" altLang="en-US" sz="3000" dirty="0">
                <a:latin typeface="楷体" panose="02010609060101010101" pitchFamily="49" charset="-122"/>
                <a:ea typeface="楷体" panose="02010609060101010101" pitchFamily="49" charset="-122"/>
                <a:cs typeface="楷体" panose="02010609060101010101" pitchFamily="49" charset="-122"/>
              </a:rPr>
              <a:t>题外话：</a:t>
            </a:r>
            <a:endParaRPr lang="zh-CN" altLang="en-US" sz="3000" dirty="0">
              <a:latin typeface="楷体" panose="02010609060101010101" pitchFamily="49" charset="-122"/>
              <a:ea typeface="楷体" panose="02010609060101010101" pitchFamily="49" charset="-122"/>
              <a:cs typeface="楷体" panose="02010609060101010101" pitchFamily="49" charset="-122"/>
            </a:endParaRPr>
          </a:p>
        </p:txBody>
      </p:sp>
      <p:sp>
        <p:nvSpPr>
          <p:cNvPr id="7" name="文本框 6"/>
          <p:cNvSpPr txBox="1"/>
          <p:nvPr/>
        </p:nvSpPr>
        <p:spPr>
          <a:xfrm>
            <a:off x="632875" y="1959080"/>
            <a:ext cx="8688229" cy="553998"/>
          </a:xfrm>
          <a:prstGeom prst="rect">
            <a:avLst/>
          </a:prstGeom>
          <a:noFill/>
        </p:spPr>
        <p:txBody>
          <a:bodyPr wrap="square" rtlCol="0">
            <a:spAutoFit/>
          </a:bodyPr>
          <a:lstStyle/>
          <a:p>
            <a:r>
              <a:rPr lang="zh-CN" altLang="en-US" sz="3000" dirty="0">
                <a:latin typeface="楷体" panose="02010609060101010101" pitchFamily="49" charset="-122"/>
                <a:ea typeface="楷体" panose="02010609060101010101" pitchFamily="49" charset="-122"/>
                <a:cs typeface="楷体" panose="02010609060101010101" pitchFamily="49" charset="-122"/>
              </a:rPr>
              <a:t>我们解决问题的一般方法</a:t>
            </a:r>
            <a:endParaRPr lang="zh-CN" altLang="en-US" sz="3000" dirty="0">
              <a:latin typeface="楷体" panose="02010609060101010101" pitchFamily="49" charset="-122"/>
              <a:ea typeface="楷体" panose="02010609060101010101" pitchFamily="49" charset="-122"/>
              <a:cs typeface="楷体" panose="02010609060101010101" pitchFamily="49" charset="-122"/>
            </a:endParaRPr>
          </a:p>
        </p:txBody>
      </p:sp>
      <p:sp>
        <p:nvSpPr>
          <p:cNvPr id="8" name="文本框 7"/>
          <p:cNvSpPr txBox="1"/>
          <p:nvPr/>
        </p:nvSpPr>
        <p:spPr>
          <a:xfrm>
            <a:off x="632875" y="2578356"/>
            <a:ext cx="4632633" cy="553998"/>
          </a:xfrm>
          <a:prstGeom prst="rect">
            <a:avLst/>
          </a:prstGeom>
          <a:noFill/>
        </p:spPr>
        <p:txBody>
          <a:bodyPr wrap="square" rtlCol="0">
            <a:spAutoFit/>
          </a:bodyPr>
          <a:lstStyle/>
          <a:p>
            <a:pPr marL="457200" indent="-457200">
              <a:buFont typeface="Arial" panose="020B0604020202020204" pitchFamily="34" charset="0"/>
              <a:buChar char="•"/>
            </a:pPr>
            <a:r>
              <a:rPr lang="zh-CN" altLang="en-US" sz="3000" dirty="0">
                <a:latin typeface="楷体" panose="02010609060101010101" pitchFamily="49" charset="-122"/>
                <a:ea typeface="楷体" panose="02010609060101010101" pitchFamily="49" charset="-122"/>
                <a:cs typeface="楷体" panose="02010609060101010101" pitchFamily="49" charset="-122"/>
              </a:rPr>
              <a:t>由特殊现象到一般规律；</a:t>
            </a:r>
            <a:endParaRPr lang="zh-CN" altLang="en-US" sz="3000" dirty="0">
              <a:latin typeface="楷体" panose="02010609060101010101" pitchFamily="49" charset="-122"/>
              <a:ea typeface="楷体" panose="02010609060101010101" pitchFamily="49" charset="-122"/>
              <a:cs typeface="楷体" panose="02010609060101010101" pitchFamily="49" charset="-122"/>
            </a:endParaRPr>
          </a:p>
        </p:txBody>
      </p:sp>
      <p:sp>
        <p:nvSpPr>
          <p:cNvPr id="10" name="文本框 9"/>
          <p:cNvSpPr txBox="1"/>
          <p:nvPr/>
        </p:nvSpPr>
        <p:spPr>
          <a:xfrm>
            <a:off x="671099" y="3307637"/>
            <a:ext cx="5046797" cy="553998"/>
          </a:xfrm>
          <a:prstGeom prst="rect">
            <a:avLst/>
          </a:prstGeom>
          <a:noFill/>
        </p:spPr>
        <p:txBody>
          <a:bodyPr wrap="square" rtlCol="0">
            <a:spAutoFit/>
          </a:bodyPr>
          <a:lstStyle/>
          <a:p>
            <a:pPr marL="457200" indent="-457200">
              <a:buFont typeface="Arial" panose="020B0604020202020204" pitchFamily="34" charset="0"/>
              <a:buChar char="•"/>
            </a:pPr>
            <a:r>
              <a:rPr lang="zh-CN" altLang="en-US" sz="3000" dirty="0">
                <a:latin typeface="楷体" panose="02010609060101010101" pitchFamily="49" charset="-122"/>
                <a:ea typeface="楷体" panose="02010609060101010101" pitchFamily="49" charset="-122"/>
                <a:cs typeface="楷体" panose="02010609060101010101" pitchFamily="49" charset="-122"/>
              </a:rPr>
              <a:t>再由一般规律到特殊情况</a:t>
            </a:r>
            <a:endParaRPr lang="zh-CN" altLang="en-US" sz="3000" dirty="0">
              <a:latin typeface="楷体" panose="02010609060101010101" pitchFamily="49" charset="-122"/>
              <a:ea typeface="楷体" panose="02010609060101010101" pitchFamily="49" charset="-122"/>
              <a:cs typeface="楷体" panose="02010609060101010101" pitchFamily="49" charset="-122"/>
            </a:endParaRPr>
          </a:p>
        </p:txBody>
      </p:sp>
      <p:sp>
        <p:nvSpPr>
          <p:cNvPr id="14" name="文本框 13"/>
          <p:cNvSpPr txBox="1"/>
          <p:nvPr/>
        </p:nvSpPr>
        <p:spPr>
          <a:xfrm>
            <a:off x="565597" y="4036918"/>
            <a:ext cx="8516779" cy="1938992"/>
          </a:xfrm>
          <a:prstGeom prst="rect">
            <a:avLst/>
          </a:prstGeom>
          <a:noFill/>
        </p:spPr>
        <p:txBody>
          <a:bodyPr wrap="square" rtlCol="0">
            <a:spAutoFit/>
          </a:bodyPr>
          <a:lstStyle/>
          <a:p>
            <a:r>
              <a:rPr lang="zh-CN" altLang="en-US" sz="3000" dirty="0">
                <a:latin typeface="楷体" panose="02010609060101010101" pitchFamily="49" charset="-122"/>
                <a:ea typeface="楷体" panose="02010609060101010101" pitchFamily="49" charset="-122"/>
                <a:cs typeface="楷体" panose="02010609060101010101" pitchFamily="49" charset="-122"/>
              </a:rPr>
              <a:t>实数集是复数集的子集，因此实的指数函数是复指数函数的特殊情况。那实指数函数的性质必然也在复数域内成立，保持实指数函数的这些性质，我们怎么定义复指数函数？</a:t>
            </a:r>
            <a:endParaRPr lang="zh-CN" altLang="en-US" sz="3000" dirty="0">
              <a:latin typeface="楷体" panose="02010609060101010101" pitchFamily="49" charset="-122"/>
              <a:ea typeface="楷体" panose="02010609060101010101" pitchFamily="49" charset="-122"/>
              <a:cs typeface="楷体" panose="02010609060101010101" pitchFamily="49" charset="-122"/>
            </a:endParaRPr>
          </a:p>
        </p:txBody>
      </p:sp>
      <p:sp>
        <p:nvSpPr>
          <p:cNvPr id="9"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2.3 </a:t>
            </a:r>
            <a:r>
              <a:rPr lang="zh-CN" altLang="en-US" sz="1800" b="1" dirty="0">
                <a:latin typeface="楷体" panose="02010609060101010101" pitchFamily="49" charset="-122"/>
                <a:ea typeface="楷体" panose="02010609060101010101" pitchFamily="49" charset="-122"/>
              </a:rPr>
              <a:t>初等函数</a:t>
            </a:r>
            <a:endParaRPr lang="zh-CN" altLang="en-US" sz="1800" b="1" dirty="0">
              <a:latin typeface="楷体" panose="02010609060101010101" pitchFamily="49" charset="-122"/>
              <a:ea typeface="楷体" panose="02010609060101010101" pitchFamily="49" charset="-122"/>
            </a:endParaRPr>
          </a:p>
        </p:txBody>
      </p:sp>
      <p:cxnSp>
        <p:nvCxnSpPr>
          <p:cNvPr id="11" name="直接连接符 10"/>
          <p:cNvCxnSpPr/>
          <p:nvPr/>
        </p:nvCxnSpPr>
        <p:spPr>
          <a:xfrm flipV="1">
            <a:off x="55289" y="531629"/>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文本框 2"/>
              <p:cNvSpPr txBox="1"/>
              <p:nvPr/>
            </p:nvSpPr>
            <p:spPr>
              <a:xfrm>
                <a:off x="140732" y="646911"/>
                <a:ext cx="8862536" cy="1015663"/>
              </a:xfrm>
              <a:prstGeom prst="rect">
                <a:avLst/>
              </a:prstGeom>
              <a:noFill/>
            </p:spPr>
            <p:txBody>
              <a:bodyPr wrap="square" rtlCol="0">
                <a:spAutoFit/>
              </a:bodyPr>
              <a:lstStyle/>
              <a:p>
                <a:r>
                  <a:rPr lang="en-US" altLang="zh-CN" sz="3000" dirty="0">
                    <a:latin typeface="楷体" panose="02010609060101010101" pitchFamily="49" charset="-122"/>
                    <a:ea typeface="楷体" panose="02010609060101010101" pitchFamily="49" charset="-122"/>
                    <a:cs typeface="楷体" panose="02010609060101010101" pitchFamily="49" charset="-122"/>
                    <a:sym typeface="+mn-ea"/>
                  </a:rPr>
                  <a:t>  </a:t>
                </a:r>
                <a:r>
                  <a:rPr lang="zh-CN" altLang="en-US" sz="3000" dirty="0">
                    <a:latin typeface="楷体" panose="02010609060101010101" pitchFamily="49" charset="-122"/>
                    <a:ea typeface="楷体" panose="02010609060101010101" pitchFamily="49" charset="-122"/>
                    <a:cs typeface="楷体" panose="02010609060101010101" pitchFamily="49" charset="-122"/>
                    <a:sym typeface="+mn-ea"/>
                  </a:rPr>
                  <a:t>由上节例</a:t>
                </a:r>
                <a:r>
                  <a:rPr lang="en-US" altLang="zh-CN" sz="3000" dirty="0">
                    <a:latin typeface="楷体" panose="02010609060101010101" pitchFamily="49" charset="-122"/>
                    <a:ea typeface="楷体" panose="02010609060101010101" pitchFamily="49" charset="-122"/>
                    <a:cs typeface="楷体" panose="02010609060101010101" pitchFamily="49" charset="-122"/>
                    <a:sym typeface="+mn-ea"/>
                  </a:rPr>
                  <a:t>7</a:t>
                </a:r>
                <a:r>
                  <a:rPr lang="zh-CN" altLang="en-US" sz="3000" dirty="0">
                    <a:latin typeface="楷体" panose="02010609060101010101" pitchFamily="49" charset="-122"/>
                    <a:ea typeface="楷体" panose="02010609060101010101" pitchFamily="49" charset="-122"/>
                    <a:cs typeface="楷体" panose="02010609060101010101" pitchFamily="49" charset="-122"/>
                    <a:sym typeface="+mn-ea"/>
                  </a:rPr>
                  <a:t>可知</a:t>
                </a:r>
                <a14:m>
                  <m:oMath xmlns:m="http://schemas.openxmlformats.org/officeDocument/2006/math">
                    <m:r>
                      <a:rPr lang="en-US" altLang="zh-CN" sz="3000" i="1">
                        <a:latin typeface="Cambria Math" panose="02040503050406030204" pitchFamily="18" charset="0"/>
                        <a:ea typeface="楷体" panose="02010609060101010101" pitchFamily="49" charset="-122"/>
                        <a:cs typeface="Cambria Math" panose="02040503050406030204" pitchFamily="18" charset="0"/>
                      </a:rPr>
                      <m:t>𝑓</m:t>
                    </m:r>
                    <m:r>
                      <a:rPr lang="en-US" altLang="zh-CN" sz="3000" i="1">
                        <a:latin typeface="Cambria Math" panose="02040503050406030204" pitchFamily="18" charset="0"/>
                        <a:ea typeface="MS Mincho" panose="02020609040205080304" charset="-128"/>
                        <a:cs typeface="Cambria Math" panose="02040503050406030204" pitchFamily="18" charset="0"/>
                      </a:rPr>
                      <m:t>(</m:t>
                    </m:r>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r>
                      <a:rPr lang="en-US" altLang="zh-CN" sz="3000" i="1">
                        <a:latin typeface="Cambria Math" panose="02040503050406030204" pitchFamily="18" charset="0"/>
                        <a:ea typeface="MS Mincho" panose="02020609040205080304" charset="-128"/>
                        <a:cs typeface="Cambria Math" panose="02040503050406030204" pitchFamily="18" charset="0"/>
                      </a:rPr>
                      <m:t>)=</m:t>
                    </m:r>
                    <m:sSup>
                      <m:sSup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sSupPr>
                      <m:e>
                        <m:r>
                          <a:rPr lang="en-US" altLang="zh-CN" sz="3000" i="1">
                            <a:latin typeface="Cambria Math" panose="02040503050406030204" pitchFamily="18" charset="0"/>
                            <a:ea typeface="楷体" panose="02010609060101010101" pitchFamily="49" charset="-122"/>
                            <a:cs typeface="Cambria Math" panose="02040503050406030204" pitchFamily="18" charset="0"/>
                          </a:rPr>
                          <m:t>𝑒</m:t>
                        </m:r>
                      </m:e>
                      <m:sup>
                        <m:r>
                          <a:rPr lang="en-US" altLang="zh-CN" sz="3000" i="1">
                            <a:latin typeface="Cambria Math" panose="02040503050406030204" pitchFamily="18" charset="0"/>
                            <a:ea typeface="楷体" panose="02010609060101010101" pitchFamily="49" charset="-122"/>
                            <a:cs typeface="Cambria Math" panose="02040503050406030204" pitchFamily="18" charset="0"/>
                          </a:rPr>
                          <m:t>𝑥</m:t>
                        </m:r>
                      </m:sup>
                    </m:sSup>
                    <m:r>
                      <a:rPr lang="en-US" altLang="zh-CN" sz="3000" i="1">
                        <a:latin typeface="Cambria Math" panose="02040503050406030204" pitchFamily="18" charset="0"/>
                        <a:ea typeface="MS Mincho" panose="02020609040205080304" charset="-128"/>
                        <a:cs typeface="Cambria Math" panose="02040503050406030204" pitchFamily="18" charset="0"/>
                      </a:rPr>
                      <m:t>(</m:t>
                    </m:r>
                    <m:r>
                      <a:rPr lang="en-US" altLang="zh-CN" sz="3000" i="1">
                        <a:latin typeface="Cambria Math" panose="02040503050406030204" pitchFamily="18" charset="0"/>
                        <a:ea typeface="楷体" panose="02010609060101010101" pitchFamily="49" charset="-122"/>
                        <a:cs typeface="Cambria Math" panose="02040503050406030204" pitchFamily="18" charset="0"/>
                      </a:rPr>
                      <m:t>𝑐𝑜𝑠𝑦</m:t>
                    </m:r>
                    <m:r>
                      <a:rPr lang="en-US" altLang="zh-CN" sz="3000" i="1">
                        <a:latin typeface="Cambria Math" panose="02040503050406030204" pitchFamily="18" charset="0"/>
                        <a:ea typeface="MS Mincho" panose="02020609040205080304" charset="-128"/>
                        <a:cs typeface="Cambria Math" panose="02040503050406030204" pitchFamily="18" charset="0"/>
                      </a:rPr>
                      <m:t>+</m:t>
                    </m:r>
                    <m:r>
                      <a:rPr lang="en-US" altLang="zh-CN" sz="3000" i="1">
                        <a:latin typeface="Cambria Math" panose="02040503050406030204" pitchFamily="18" charset="0"/>
                        <a:ea typeface="楷体" panose="02010609060101010101" pitchFamily="49" charset="-122"/>
                        <a:cs typeface="Cambria Math" panose="02040503050406030204" pitchFamily="18" charset="0"/>
                      </a:rPr>
                      <m:t>𝑖𝑠𝑖𝑛𝑦</m:t>
                    </m:r>
                    <m:r>
                      <a:rPr lang="en-US" altLang="zh-CN" sz="3000" i="1">
                        <a:latin typeface="Cambria Math" panose="02040503050406030204" pitchFamily="18" charset="0"/>
                        <a:ea typeface="MS Mincho" panose="02020609040205080304" charset="-128"/>
                        <a:cs typeface="Cambria Math" panose="02040503050406030204" pitchFamily="18" charset="0"/>
                      </a:rPr>
                      <m:t>) </m:t>
                    </m:r>
                  </m:oMath>
                </a14:m>
                <a:r>
                  <a:rPr lang="zh-CN" altLang="en-US" sz="3000" dirty="0">
                    <a:latin typeface="楷体" panose="02010609060101010101" pitchFamily="49" charset="-122"/>
                    <a:ea typeface="楷体" panose="02010609060101010101" pitchFamily="49" charset="-122"/>
                    <a:cs typeface="楷体" panose="02010609060101010101" pitchFamily="49" charset="-122"/>
                    <a:sym typeface="+mn-ea"/>
                  </a:rPr>
                  <a:t>在复平面处处解析且</a:t>
                </a:r>
                <a14:m>
                  <m:oMath xmlns:m="http://schemas.openxmlformats.org/officeDocument/2006/math">
                    <m:sSup>
                      <m:sSup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sSupPr>
                      <m:e>
                        <m:r>
                          <a:rPr lang="en-US" altLang="zh-CN" sz="3000" i="1">
                            <a:latin typeface="Cambria Math" panose="02040503050406030204" pitchFamily="18" charset="0"/>
                            <a:ea typeface="楷体" panose="02010609060101010101" pitchFamily="49" charset="-122"/>
                            <a:cs typeface="Cambria Math" panose="02040503050406030204" pitchFamily="18" charset="0"/>
                          </a:rPr>
                          <m:t>𝑓</m:t>
                        </m:r>
                      </m:e>
                      <m:sup>
                        <m:r>
                          <a:rPr lang="en-US" altLang="zh-CN" sz="3000" i="1">
                            <a:latin typeface="Cambria Math" panose="02040503050406030204" pitchFamily="18" charset="0"/>
                            <a:ea typeface="MS Mincho" panose="02020609040205080304" charset="-128"/>
                            <a:cs typeface="Cambria Math" panose="02040503050406030204" pitchFamily="18" charset="0"/>
                          </a:rPr>
                          <m:t>′</m:t>
                        </m:r>
                      </m:sup>
                    </m:sSup>
                    <m:d>
                      <m:d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d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e>
                    </m:d>
                    <m:r>
                      <a:rPr lang="en-US" altLang="zh-CN" sz="3000" i="1">
                        <a:latin typeface="Cambria Math" panose="02040503050406030204" pitchFamily="18" charset="0"/>
                        <a:ea typeface="MS Mincho" panose="02020609040205080304" charset="-128"/>
                        <a:cs typeface="Cambria Math" panose="02040503050406030204" pitchFamily="18" charset="0"/>
                      </a:rPr>
                      <m:t>=</m:t>
                    </m:r>
                    <m:r>
                      <a:rPr lang="en-US" altLang="zh-CN" sz="3000" i="1">
                        <a:latin typeface="Cambria Math" panose="02040503050406030204" pitchFamily="18" charset="0"/>
                        <a:ea typeface="楷体" panose="02010609060101010101" pitchFamily="49" charset="-122"/>
                        <a:cs typeface="Cambria Math" panose="02040503050406030204" pitchFamily="18" charset="0"/>
                      </a:rPr>
                      <m:t>𝑓</m:t>
                    </m:r>
                    <m:r>
                      <a:rPr lang="en-US" altLang="zh-CN" sz="3000" i="1">
                        <a:latin typeface="Cambria Math" panose="02040503050406030204" pitchFamily="18" charset="0"/>
                        <a:ea typeface="MS Mincho" panose="02020609040205080304" charset="-128"/>
                        <a:cs typeface="Cambria Math" panose="02040503050406030204" pitchFamily="18" charset="0"/>
                      </a:rPr>
                      <m:t>(</m:t>
                    </m:r>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r>
                      <a:rPr lang="en-US" altLang="zh-CN" sz="3000" i="1">
                        <a:latin typeface="Cambria Math" panose="02040503050406030204" pitchFamily="18" charset="0"/>
                        <a:ea typeface="MS Mincho" panose="02020609040205080304" charset="-128"/>
                        <a:cs typeface="Cambria Math" panose="02040503050406030204" pitchFamily="18" charset="0"/>
                      </a:rPr>
                      <m:t>)</m:t>
                    </m:r>
                  </m:oMath>
                </a14:m>
                <a:r>
                  <a:rPr lang="zh-CN" altLang="en-US" sz="3000" dirty="0">
                    <a:latin typeface="楷体" panose="02010609060101010101" pitchFamily="49" charset="-122"/>
                    <a:ea typeface="楷体" panose="02010609060101010101" pitchFamily="49" charset="-122"/>
                    <a:cs typeface="楷体" panose="02010609060101010101" pitchFamily="49" charset="-122"/>
                    <a:sym typeface="+mn-ea"/>
                  </a:rPr>
                  <a:t>，所以有：</a:t>
                </a:r>
                <a:endParaRPr lang="en-US" altLang="zh-CN" sz="3000" dirty="0">
                  <a:latin typeface="楷体" panose="02010609060101010101" pitchFamily="49" charset="-122"/>
                  <a:cs typeface="楷体" panose="02010609060101010101" pitchFamily="49" charset="-122"/>
                </a:endParaRPr>
              </a:p>
            </p:txBody>
          </p:sp>
        </mc:Choice>
        <mc:Fallback>
          <p:sp>
            <p:nvSpPr>
              <p:cNvPr id="3" name="文本框 2"/>
              <p:cNvSpPr txBox="1">
                <a:spLocks noRot="1" noChangeAspect="1" noMove="1" noResize="1" noEditPoints="1" noAdjustHandles="1" noChangeArrowheads="1" noChangeShapeType="1" noTextEdit="1"/>
              </p:cNvSpPr>
              <p:nvPr/>
            </p:nvSpPr>
            <p:spPr>
              <a:xfrm>
                <a:off x="140732" y="646911"/>
                <a:ext cx="8862536" cy="1015663"/>
              </a:xfrm>
              <a:prstGeom prst="rect">
                <a:avLst/>
              </a:prstGeom>
              <a:blipFill rotWithShape="1">
                <a:blip r:embed="rId1"/>
                <a:stretch>
                  <a:fillRect l="-4" t="-47" r="3" b="1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p:cNvSpPr txBox="1"/>
              <p:nvPr/>
            </p:nvSpPr>
            <p:spPr>
              <a:xfrm>
                <a:off x="140732" y="1658919"/>
                <a:ext cx="8862536" cy="1161600"/>
              </a:xfrm>
              <a:prstGeom prst="rect">
                <a:avLst/>
              </a:prstGeom>
              <a:noFill/>
            </p:spPr>
            <p:txBody>
              <a:bodyPr wrap="square" rtlCol="0">
                <a:spAutoFit/>
              </a:bodyPr>
              <a:lstStyle/>
              <a:p>
                <a:pPr>
                  <a:lnSpc>
                    <a:spcPct val="120000"/>
                  </a:lnSpc>
                </a:pPr>
                <a:r>
                  <a:rPr lang="zh-CN" altLang="en-US" sz="3000" b="1" dirty="0">
                    <a:solidFill>
                      <a:srgbClr val="FF0000"/>
                    </a:solidFill>
                    <a:latin typeface="楷体" panose="02010609060101010101" pitchFamily="49" charset="-122"/>
                    <a:ea typeface="楷体" panose="02010609060101010101" pitchFamily="49" charset="-122"/>
                    <a:sym typeface="+mn-ea"/>
                  </a:rPr>
                  <a:t>定义：</a:t>
                </a:r>
                <a:r>
                  <a:rPr lang="zh-CN" altLang="en-US" sz="3000" dirty="0">
                    <a:latin typeface="楷体" panose="02010609060101010101" pitchFamily="49" charset="-122"/>
                    <a:ea typeface="楷体" panose="02010609060101010101" pitchFamily="49" charset="-122"/>
                    <a:sym typeface="+mn-ea"/>
                  </a:rPr>
                  <a:t>对</a:t>
                </a:r>
                <a14:m>
                  <m:oMath xmlns:m="http://schemas.openxmlformats.org/officeDocument/2006/math">
                    <m:r>
                      <a:rPr lang="zh-CN" altLang="en-US" sz="3000" i="1">
                        <a:latin typeface="Cambria Math" panose="02040503050406030204" pitchFamily="18" charset="0"/>
                        <a:ea typeface="楷体" panose="02010609060101010101" pitchFamily="49" charset="-122"/>
                      </a:rPr>
                      <m:t>复数</m:t>
                    </m:r>
                    <m:r>
                      <a:rPr lang="en-US" altLang="zh-CN" sz="3000" i="1">
                        <a:latin typeface="Cambria Math" panose="02040503050406030204" pitchFamily="18" charset="0"/>
                        <a:ea typeface="楷体" panose="02010609060101010101" pitchFamily="49" charset="-122"/>
                      </a:rPr>
                      <m:t>𝑧</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𝑥</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𝑖𝑦</m:t>
                    </m:r>
                    <m:r>
                      <a:rPr lang="en-US" altLang="zh-CN" sz="3000" i="1">
                        <a:latin typeface="Cambria Math" panose="02040503050406030204" pitchFamily="18" charset="0"/>
                        <a:ea typeface="楷体" panose="02010609060101010101" pitchFamily="49" charset="-122"/>
                      </a:rPr>
                      <m:t> </m:t>
                    </m:r>
                  </m:oMath>
                </a14:m>
                <a:r>
                  <a:rPr lang="zh-CN" altLang="en-US" sz="3000" dirty="0">
                    <a:latin typeface="楷体" panose="02010609060101010101" pitchFamily="49" charset="-122"/>
                    <a:ea typeface="楷体" panose="02010609060101010101" pitchFamily="49" charset="-122"/>
                    <a:sym typeface="+mn-ea"/>
                  </a:rPr>
                  <a:t>规定</a:t>
                </a:r>
                <a:r>
                  <a:rPr lang="zh-CN" altLang="en-US" sz="3000" dirty="0">
                    <a:solidFill>
                      <a:srgbClr val="FF0000"/>
                    </a:solidFill>
                    <a:latin typeface="楷体" panose="02010609060101010101" pitchFamily="49" charset="-122"/>
                    <a:ea typeface="楷体" panose="02010609060101010101" pitchFamily="49" charset="-122"/>
                    <a:sym typeface="+mn-ea"/>
                  </a:rPr>
                  <a:t>指数函数</a:t>
                </a:r>
                <a:r>
                  <a:rPr lang="zh-CN" altLang="en-US" sz="3000" dirty="0">
                    <a:latin typeface="楷体" panose="02010609060101010101" pitchFamily="49" charset="-122"/>
                    <a:ea typeface="楷体" panose="02010609060101010101" pitchFamily="49" charset="-122"/>
                    <a:sym typeface="+mn-ea"/>
                  </a:rPr>
                  <a:t>为</a:t>
                </a:r>
                <a14:m>
                  <m:oMath xmlns:m="http://schemas.openxmlformats.org/officeDocument/2006/math">
                    <m:sSup>
                      <m:sSupPr>
                        <m:ctrlPr>
                          <a:rPr lang="en-US" altLang="zh-CN" sz="3000" i="1">
                            <a:solidFill>
                              <a:srgbClr val="FF0000"/>
                            </a:solidFill>
                            <a:latin typeface="Cambria Math" panose="02040503050406030204" pitchFamily="18" charset="0"/>
                            <a:ea typeface="楷体" panose="02010609060101010101" pitchFamily="49" charset="-122"/>
                          </a:rPr>
                        </m:ctrlPr>
                      </m:sSupPr>
                      <m:e>
                        <m:r>
                          <a:rPr lang="en-US" altLang="zh-CN" sz="3000" i="1">
                            <a:solidFill>
                              <a:srgbClr val="FF0000"/>
                            </a:solidFill>
                            <a:latin typeface="Cambria Math" panose="02040503050406030204" pitchFamily="18" charset="0"/>
                            <a:ea typeface="楷体" panose="02010609060101010101" pitchFamily="49" charset="-122"/>
                          </a:rPr>
                          <m:t>𝑒</m:t>
                        </m:r>
                      </m:e>
                      <m:sup>
                        <m:r>
                          <a:rPr lang="en-US" altLang="zh-CN" sz="3000" i="1">
                            <a:solidFill>
                              <a:srgbClr val="FF0000"/>
                            </a:solidFill>
                            <a:latin typeface="Cambria Math" panose="02040503050406030204" pitchFamily="18" charset="0"/>
                            <a:ea typeface="楷体" panose="02010609060101010101" pitchFamily="49" charset="-122"/>
                          </a:rPr>
                          <m:t>𝑧</m:t>
                        </m:r>
                      </m:sup>
                    </m:sSup>
                    <m:r>
                      <a:rPr lang="en-US" altLang="zh-CN" sz="3000" i="1">
                        <a:solidFill>
                          <a:srgbClr val="FF0000"/>
                        </a:solidFill>
                        <a:latin typeface="Cambria Math" panose="02040503050406030204" pitchFamily="18" charset="0"/>
                        <a:ea typeface="楷体" panose="02010609060101010101" pitchFamily="49" charset="-122"/>
                      </a:rPr>
                      <m:t>=</m:t>
                    </m:r>
                    <m:sSup>
                      <m:sSupPr>
                        <m:ctrlPr>
                          <a:rPr lang="en-US" altLang="zh-CN" sz="3000" i="1">
                            <a:solidFill>
                              <a:srgbClr val="FF0000"/>
                            </a:solidFill>
                            <a:latin typeface="Cambria Math" panose="02040503050406030204" pitchFamily="18" charset="0"/>
                            <a:ea typeface="楷体" panose="02010609060101010101" pitchFamily="49" charset="-122"/>
                          </a:rPr>
                        </m:ctrlPr>
                      </m:sSupPr>
                      <m:e>
                        <m:r>
                          <a:rPr lang="en-US" altLang="zh-CN" sz="3000" i="1">
                            <a:solidFill>
                              <a:srgbClr val="FF0000"/>
                            </a:solidFill>
                            <a:latin typeface="Cambria Math" panose="02040503050406030204" pitchFamily="18" charset="0"/>
                            <a:ea typeface="楷体" panose="02010609060101010101" pitchFamily="49" charset="-122"/>
                          </a:rPr>
                          <m:t>𝑒</m:t>
                        </m:r>
                      </m:e>
                      <m:sup>
                        <m:r>
                          <a:rPr lang="en-US" altLang="zh-CN" sz="3000" i="1">
                            <a:solidFill>
                              <a:srgbClr val="FF0000"/>
                            </a:solidFill>
                            <a:latin typeface="Cambria Math" panose="02040503050406030204" pitchFamily="18" charset="0"/>
                            <a:ea typeface="楷体" panose="02010609060101010101" pitchFamily="49" charset="-122"/>
                          </a:rPr>
                          <m:t>𝑥</m:t>
                        </m:r>
                        <m:r>
                          <a:rPr lang="en-US" altLang="zh-CN" sz="3000" i="1">
                            <a:solidFill>
                              <a:srgbClr val="FF0000"/>
                            </a:solidFill>
                            <a:latin typeface="Cambria Math" panose="02040503050406030204" pitchFamily="18" charset="0"/>
                            <a:ea typeface="楷体" panose="02010609060101010101" pitchFamily="49" charset="-122"/>
                          </a:rPr>
                          <m:t>+</m:t>
                        </m:r>
                        <m:r>
                          <a:rPr lang="en-US" altLang="zh-CN" sz="3000" i="1">
                            <a:solidFill>
                              <a:srgbClr val="FF0000"/>
                            </a:solidFill>
                            <a:latin typeface="Cambria Math" panose="02040503050406030204" pitchFamily="18" charset="0"/>
                            <a:ea typeface="楷体" panose="02010609060101010101" pitchFamily="49" charset="-122"/>
                          </a:rPr>
                          <m:t>𝑖𝑦</m:t>
                        </m:r>
                      </m:sup>
                    </m:sSup>
                  </m:oMath>
                </a14:m>
                <a:endParaRPr lang="en-US" altLang="zh-CN" sz="3000" i="1" dirty="0">
                  <a:solidFill>
                    <a:srgbClr val="FF0000"/>
                  </a:solidFill>
                  <a:latin typeface="Cambria Math" panose="02040503050406030204" pitchFamily="18" charset="0"/>
                  <a:ea typeface="楷体" panose="02010609060101010101" pitchFamily="49" charset="-122"/>
                </a:endParaRPr>
              </a:p>
              <a:p>
                <a:pPr>
                  <a:lnSpc>
                    <a:spcPct val="120000"/>
                  </a:lnSpc>
                </a:pPr>
                <a14:m>
                  <m:oMath xmlns:m="http://schemas.openxmlformats.org/officeDocument/2006/math">
                    <m:r>
                      <a:rPr lang="en-US" altLang="zh-CN" sz="3000" i="1">
                        <a:solidFill>
                          <a:srgbClr val="FF0000"/>
                        </a:solidFill>
                        <a:latin typeface="Cambria Math" panose="02040503050406030204" pitchFamily="18" charset="0"/>
                        <a:ea typeface="楷体" panose="02010609060101010101" pitchFamily="49" charset="-122"/>
                      </a:rPr>
                      <m:t>=</m:t>
                    </m:r>
                    <m:sSup>
                      <m:sSupPr>
                        <m:ctrlPr>
                          <a:rPr lang="en-US" altLang="zh-CN" sz="3000" i="1">
                            <a:solidFill>
                              <a:srgbClr val="FF0000"/>
                            </a:solidFill>
                            <a:latin typeface="Cambria Math" panose="02040503050406030204" pitchFamily="18" charset="0"/>
                            <a:ea typeface="楷体" panose="02010609060101010101" pitchFamily="49" charset="-122"/>
                          </a:rPr>
                        </m:ctrlPr>
                      </m:sSupPr>
                      <m:e>
                        <m:r>
                          <a:rPr lang="en-US" altLang="zh-CN" sz="3000" i="1">
                            <a:solidFill>
                              <a:srgbClr val="FF0000"/>
                            </a:solidFill>
                            <a:latin typeface="Cambria Math" panose="02040503050406030204" pitchFamily="18" charset="0"/>
                            <a:ea typeface="楷体" panose="02010609060101010101" pitchFamily="49" charset="-122"/>
                          </a:rPr>
                          <m:t>𝑒</m:t>
                        </m:r>
                      </m:e>
                      <m:sup>
                        <m:r>
                          <a:rPr lang="en-US" altLang="zh-CN" sz="3000" i="1">
                            <a:solidFill>
                              <a:srgbClr val="FF0000"/>
                            </a:solidFill>
                            <a:latin typeface="Cambria Math" panose="02040503050406030204" pitchFamily="18" charset="0"/>
                            <a:ea typeface="楷体" panose="02010609060101010101" pitchFamily="49" charset="-122"/>
                          </a:rPr>
                          <m:t>𝑥</m:t>
                        </m:r>
                      </m:sup>
                    </m:sSup>
                    <m:r>
                      <a:rPr lang="en-US" altLang="zh-CN" sz="3000" i="1">
                        <a:solidFill>
                          <a:srgbClr val="FF0000"/>
                        </a:solidFill>
                        <a:latin typeface="Cambria Math" panose="02040503050406030204" pitchFamily="18" charset="0"/>
                        <a:ea typeface="楷体" panose="02010609060101010101" pitchFamily="49" charset="-122"/>
                      </a:rPr>
                      <m:t>(</m:t>
                    </m:r>
                    <m:r>
                      <a:rPr lang="en-US" altLang="zh-CN" sz="3000" i="1">
                        <a:solidFill>
                          <a:srgbClr val="FF0000"/>
                        </a:solidFill>
                        <a:latin typeface="Cambria Math" panose="02040503050406030204" pitchFamily="18" charset="0"/>
                        <a:ea typeface="楷体" panose="02010609060101010101" pitchFamily="49" charset="-122"/>
                      </a:rPr>
                      <m:t>𝑐𝑜𝑠𝑦</m:t>
                    </m:r>
                    <m:r>
                      <a:rPr lang="en-US" altLang="zh-CN" sz="3000" i="1">
                        <a:solidFill>
                          <a:srgbClr val="FF0000"/>
                        </a:solidFill>
                        <a:latin typeface="Cambria Math" panose="02040503050406030204" pitchFamily="18" charset="0"/>
                        <a:ea typeface="楷体" panose="02010609060101010101" pitchFamily="49" charset="-122"/>
                      </a:rPr>
                      <m:t>+</m:t>
                    </m:r>
                    <m:r>
                      <a:rPr lang="en-US" altLang="zh-CN" sz="3000" i="1">
                        <a:solidFill>
                          <a:srgbClr val="FF0000"/>
                        </a:solidFill>
                        <a:latin typeface="Cambria Math" panose="02040503050406030204" pitchFamily="18" charset="0"/>
                        <a:ea typeface="楷体" panose="02010609060101010101" pitchFamily="49" charset="-122"/>
                      </a:rPr>
                      <m:t>𝑖𝑠𝑖𝑛𝑦</m:t>
                    </m:r>
                    <m:r>
                      <a:rPr lang="en-US" altLang="zh-CN" sz="3000" i="1">
                        <a:solidFill>
                          <a:srgbClr val="FF0000"/>
                        </a:solidFill>
                        <a:latin typeface="Cambria Math" panose="02040503050406030204" pitchFamily="18" charset="0"/>
                        <a:ea typeface="楷体" panose="02010609060101010101" pitchFamily="49" charset="-122"/>
                      </a:rPr>
                      <m:t>)</m:t>
                    </m:r>
                  </m:oMath>
                </a14:m>
                <a:r>
                  <a:rPr lang="en-US" altLang="zh-CN" sz="3000" dirty="0">
                    <a:latin typeface="楷体" panose="02010609060101010101" pitchFamily="49" charset="-122"/>
                    <a:cs typeface="楷体" panose="02010609060101010101" pitchFamily="49" charset="-122"/>
                  </a:rPr>
                  <a:t> </a:t>
                </a:r>
                <a:endParaRPr lang="en-US" altLang="zh-CN" sz="3000" dirty="0">
                  <a:latin typeface="楷体" panose="02010609060101010101" pitchFamily="49" charset="-122"/>
                  <a:cs typeface="楷体" panose="02010609060101010101" pitchFamily="49" charset="-122"/>
                </a:endParaRPr>
              </a:p>
            </p:txBody>
          </p:sp>
        </mc:Choice>
        <mc:Fallback>
          <p:sp>
            <p:nvSpPr>
              <p:cNvPr id="4" name="文本框 3"/>
              <p:cNvSpPr txBox="1">
                <a:spLocks noRot="1" noChangeAspect="1" noMove="1" noResize="1" noEditPoints="1" noAdjustHandles="1" noChangeArrowheads="1" noChangeShapeType="1" noTextEdit="1"/>
              </p:cNvSpPr>
              <p:nvPr/>
            </p:nvSpPr>
            <p:spPr>
              <a:xfrm>
                <a:off x="140732" y="1658919"/>
                <a:ext cx="8862536" cy="1161600"/>
              </a:xfrm>
              <a:prstGeom prst="rect">
                <a:avLst/>
              </a:prstGeom>
              <a:blipFill rotWithShape="1">
                <a:blip r:embed="rId2"/>
                <a:stretch>
                  <a:fillRect l="-4" t="-26" r="3" b="4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文本框 10"/>
              <p:cNvSpPr txBox="1"/>
              <p:nvPr/>
            </p:nvSpPr>
            <p:spPr>
              <a:xfrm>
                <a:off x="140732" y="2795003"/>
                <a:ext cx="8862536" cy="1760855"/>
              </a:xfrm>
              <a:prstGeom prst="rect">
                <a:avLst/>
              </a:prstGeom>
              <a:noFill/>
            </p:spPr>
            <p:txBody>
              <a:bodyPr wrap="square" rtlCol="0">
                <a:spAutoFit/>
              </a:bodyPr>
              <a:lstStyle/>
              <a:p>
                <a:pPr>
                  <a:lnSpc>
                    <a:spcPct val="120000"/>
                  </a:lnSpc>
                </a:pPr>
                <a:r>
                  <a:rPr lang="zh-CN" altLang="en-US" sz="3000" dirty="0">
                    <a:ea typeface="楷体" panose="02010609060101010101" pitchFamily="49" charset="-122"/>
                    <a:sym typeface="+mn-ea"/>
                  </a:rPr>
                  <a:t>注：</a:t>
                </a:r>
                <a:r>
                  <a:rPr lang="en-US" altLang="zh-CN" sz="3000" dirty="0">
                    <a:latin typeface="楷体" panose="02010609060101010101" pitchFamily="49" charset="-122"/>
                    <a:ea typeface="楷体" panose="02010609060101010101" pitchFamily="49" charset="-122"/>
                    <a:sym typeface="+mn-ea"/>
                  </a:rPr>
                  <a:t>(1)</a:t>
                </a:r>
                <a:r>
                  <a:rPr lang="zh-CN" altLang="en-US" sz="3000" dirty="0">
                    <a:latin typeface="楷体" panose="02010609060101010101" pitchFamily="49" charset="-122"/>
                    <a:ea typeface="楷体" panose="02010609060101010101" pitchFamily="49" charset="-122"/>
                    <a:sym typeface="+mn-ea"/>
                  </a:rPr>
                  <a:t>考虑比如</a:t>
                </a:r>
                <a14:m>
                  <m:oMath xmlns:m="http://schemas.openxmlformats.org/officeDocument/2006/math">
                    <m:sSup>
                      <m:sSupPr>
                        <m:ctrlPr>
                          <a:rPr lang="en-US" altLang="zh-CN" sz="3000" i="1" smtClean="0">
                            <a:latin typeface="Cambria Math" panose="02040503050406030204" pitchFamily="18" charset="0"/>
                            <a:ea typeface="楷体" panose="02010609060101010101" pitchFamily="49" charset="-122"/>
                            <a:sym typeface="+mn-ea"/>
                          </a:rPr>
                        </m:ctrlPr>
                      </m:sSupPr>
                      <m:e>
                        <m:r>
                          <a:rPr lang="en-US" altLang="zh-CN" sz="3000" b="0" i="1" smtClean="0">
                            <a:latin typeface="Cambria Math" panose="02040503050406030204" pitchFamily="18" charset="0"/>
                            <a:ea typeface="楷体" panose="02010609060101010101" pitchFamily="49" charset="-122"/>
                            <a:sym typeface="+mn-ea"/>
                          </a:rPr>
                          <m:t>𝑒</m:t>
                        </m:r>
                      </m:e>
                      <m:sup>
                        <m:r>
                          <a:rPr lang="en-US" altLang="zh-CN" sz="3000" b="0" i="1" smtClean="0">
                            <a:latin typeface="Cambria Math" panose="02040503050406030204" pitchFamily="18" charset="0"/>
                            <a:ea typeface="楷体" panose="02010609060101010101" pitchFamily="49" charset="-122"/>
                            <a:sym typeface="+mn-ea"/>
                          </a:rPr>
                          <m:t>1</m:t>
                        </m:r>
                        <m:r>
                          <a:rPr lang="en-US" altLang="zh-CN" sz="3000" b="0" i="1" smtClean="0">
                            <a:latin typeface="Cambria Math" panose="02040503050406030204" pitchFamily="18" charset="0"/>
                            <a:ea typeface="楷体" panose="02010609060101010101" pitchFamily="49" charset="-122"/>
                            <a:sym typeface="+mn-ea"/>
                          </a:rPr>
                          <m:t>/</m:t>
                        </m:r>
                        <m:r>
                          <a:rPr lang="en-US" altLang="zh-CN" sz="3000" b="0" i="1" smtClean="0">
                            <a:latin typeface="Cambria Math" panose="02040503050406030204" pitchFamily="18" charset="0"/>
                            <a:ea typeface="楷体" panose="02010609060101010101" pitchFamily="49" charset="-122"/>
                            <a:sym typeface="+mn-ea"/>
                          </a:rPr>
                          <m:t>3</m:t>
                        </m:r>
                      </m:sup>
                    </m:sSup>
                  </m:oMath>
                </a14:m>
                <a:r>
                  <a:rPr lang="en-US" altLang="zh-CN" sz="3000" dirty="0">
                    <a:latin typeface="楷体" panose="02010609060101010101" pitchFamily="49" charset="-122"/>
                    <a:ea typeface="楷体" panose="02010609060101010101" pitchFamily="49" charset="-122"/>
                    <a:sym typeface="+mn-ea"/>
                  </a:rPr>
                  <a:t>, </a:t>
                </a:r>
                <a:r>
                  <a:rPr lang="zh-CN" altLang="en-US" sz="3000" dirty="0">
                    <a:latin typeface="楷体" panose="02010609060101010101" pitchFamily="49" charset="-122"/>
                    <a:ea typeface="楷体" panose="02010609060101010101" pitchFamily="49" charset="-122"/>
                    <a:sym typeface="+mn-ea"/>
                  </a:rPr>
                  <a:t>形式上它也可以理解为</a:t>
                </a:r>
                <a14:m>
                  <m:oMath xmlns:m="http://schemas.openxmlformats.org/officeDocument/2006/math">
                    <m:sSup>
                      <m:sSupPr>
                        <m:ctrlPr>
                          <a:rPr lang="en-US" altLang="zh-CN" sz="3000" i="1" dirty="0">
                            <a:latin typeface="Cambria Math" panose="02040503050406030204" pitchFamily="18" charset="0"/>
                            <a:ea typeface="楷体" panose="02010609060101010101" pitchFamily="49" charset="-122"/>
                            <a:cs typeface="Cambria Math" panose="02040503050406030204" pitchFamily="18" charset="0"/>
                            <a:sym typeface="+mn-ea"/>
                          </a:rPr>
                        </m:ctrlPr>
                      </m:sSupPr>
                      <m:e>
                        <m:r>
                          <a:rPr lang="en-US" altLang="zh-CN" sz="3000" i="1" dirty="0">
                            <a:latin typeface="Cambria Math" panose="02040503050406030204" pitchFamily="18" charset="0"/>
                            <a:ea typeface="楷体" panose="02010609060101010101" pitchFamily="49" charset="-122"/>
                            <a:cs typeface="Cambria Math" panose="02040503050406030204" pitchFamily="18" charset="0"/>
                            <a:sym typeface="+mn-ea"/>
                          </a:rPr>
                          <m:t>𝑧</m:t>
                        </m:r>
                      </m:e>
                      <m:sup>
                        <m:r>
                          <a:rPr lang="en-US" altLang="zh-CN" sz="3000" i="1" dirty="0">
                            <a:latin typeface="Cambria Math" panose="02040503050406030204" pitchFamily="18" charset="0"/>
                            <a:ea typeface="楷体" panose="02010609060101010101" pitchFamily="49" charset="-122"/>
                            <a:cs typeface="Cambria Math" panose="02040503050406030204" pitchFamily="18" charset="0"/>
                            <a:sym typeface="+mn-ea"/>
                          </a:rPr>
                          <m:t>1</m:t>
                        </m:r>
                        <m:r>
                          <a:rPr lang="en-US" altLang="zh-CN" sz="3000" i="1" dirty="0">
                            <a:latin typeface="Cambria Math" panose="02040503050406030204" pitchFamily="18" charset="0"/>
                            <a:ea typeface="楷体" panose="02010609060101010101" pitchFamily="49" charset="-122"/>
                            <a:cs typeface="Cambria Math" panose="02040503050406030204" pitchFamily="18" charset="0"/>
                            <a:sym typeface="+mn-ea"/>
                          </a:rPr>
                          <m:t>/</m:t>
                        </m:r>
                        <m:r>
                          <a:rPr lang="en-US" altLang="zh-CN" sz="3000" i="1" dirty="0">
                            <a:latin typeface="Cambria Math" panose="02040503050406030204" pitchFamily="18" charset="0"/>
                            <a:ea typeface="楷体" panose="02010609060101010101" pitchFamily="49" charset="-122"/>
                            <a:cs typeface="Cambria Math" panose="02040503050406030204" pitchFamily="18" charset="0"/>
                            <a:sym typeface="+mn-ea"/>
                          </a:rPr>
                          <m:t>3</m:t>
                        </m:r>
                      </m:sup>
                    </m:sSup>
                  </m:oMath>
                </a14:m>
                <a:r>
                  <a:rPr lang="zh-CN" altLang="en-US" sz="3000" dirty="0">
                    <a:latin typeface="Cambria Math" panose="02040503050406030204" pitchFamily="18" charset="0"/>
                    <a:ea typeface="楷体" panose="02010609060101010101" pitchFamily="49" charset="-122"/>
                    <a:cs typeface="Cambria Math" panose="02040503050406030204" pitchFamily="18" charset="0"/>
                    <a:sym typeface="+mn-ea"/>
                  </a:rPr>
                  <a:t>再取</a:t>
                </a:r>
                <a14:m>
                  <m:oMath xmlns:m="http://schemas.openxmlformats.org/officeDocument/2006/math">
                    <m:r>
                      <a:rPr lang="en-US" altLang="zh-CN" sz="3000" i="1" dirty="0">
                        <a:latin typeface="Cambria Math" panose="02040503050406030204" pitchFamily="18" charset="0"/>
                        <a:ea typeface="楷体" panose="02010609060101010101" pitchFamily="49" charset="-122"/>
                        <a:cs typeface="Cambria Math" panose="02040503050406030204" pitchFamily="18" charset="0"/>
                        <a:sym typeface="+mn-ea"/>
                      </a:rPr>
                      <m:t>𝑧</m:t>
                    </m:r>
                    <m:r>
                      <a:rPr lang="en-US" altLang="zh-CN" sz="3000" i="1" dirty="0">
                        <a:latin typeface="Cambria Math" panose="02040503050406030204" pitchFamily="18" charset="0"/>
                        <a:ea typeface="楷体" panose="02010609060101010101" pitchFamily="49" charset="-122"/>
                        <a:cs typeface="Cambria Math" panose="02040503050406030204" pitchFamily="18" charset="0"/>
                        <a:sym typeface="+mn-ea"/>
                      </a:rPr>
                      <m:t>=</m:t>
                    </m:r>
                    <m:r>
                      <a:rPr lang="en-US" altLang="zh-CN" sz="3000" i="1" dirty="0">
                        <a:latin typeface="Cambria Math" panose="02040503050406030204" pitchFamily="18" charset="0"/>
                        <a:ea typeface="楷体" panose="02010609060101010101" pitchFamily="49" charset="-122"/>
                        <a:cs typeface="Cambria Math" panose="02040503050406030204" pitchFamily="18" charset="0"/>
                        <a:sym typeface="+mn-ea"/>
                      </a:rPr>
                      <m:t>𝑒</m:t>
                    </m:r>
                  </m:oMath>
                </a14:m>
                <a:r>
                  <a:rPr lang="en-US" sz="3000" dirty="0">
                    <a:latin typeface="楷体" panose="02010609060101010101" pitchFamily="49" charset="-122"/>
                    <a:ea typeface="楷体" panose="02010609060101010101" pitchFamily="49" charset="-122"/>
                    <a:sym typeface="+mn-ea"/>
                  </a:rPr>
                  <a:t>,</a:t>
                </a:r>
                <a:r>
                  <a:rPr lang="zh-CN" altLang="en-US" sz="3000" dirty="0">
                    <a:latin typeface="楷体" panose="02010609060101010101" pitchFamily="49" charset="-122"/>
                    <a:ea typeface="楷体" panose="02010609060101010101" pitchFamily="49" charset="-122"/>
                    <a:sym typeface="+mn-ea"/>
                  </a:rPr>
                  <a:t>从而有三个值</a:t>
                </a:r>
                <a:r>
                  <a:rPr lang="en-US" altLang="zh-CN" sz="3000" dirty="0">
                    <a:latin typeface="楷体" panose="02010609060101010101" pitchFamily="49" charset="-122"/>
                    <a:ea typeface="楷体" panose="02010609060101010101" pitchFamily="49" charset="-122"/>
                    <a:sym typeface="+mn-ea"/>
                  </a:rPr>
                  <a:t>.</a:t>
                </a:r>
                <a:r>
                  <a:rPr lang="zh-CN" altLang="en-US" sz="3000" dirty="0">
                    <a:latin typeface="楷体" panose="02010609060101010101" pitchFamily="49" charset="-122"/>
                    <a:ea typeface="楷体" panose="02010609060101010101" pitchFamily="49" charset="-122"/>
                    <a:sym typeface="+mn-ea"/>
                  </a:rPr>
                  <a:t>而此处我们显然并不如此定义</a:t>
                </a:r>
                <a:r>
                  <a:rPr lang="en-US" altLang="zh-CN" sz="3000" dirty="0">
                    <a:latin typeface="楷体" panose="02010609060101010101" pitchFamily="49" charset="-122"/>
                    <a:ea typeface="楷体" panose="02010609060101010101" pitchFamily="49" charset="-122"/>
                    <a:sym typeface="+mn-ea"/>
                  </a:rPr>
                  <a:t>,</a:t>
                </a:r>
                <a:r>
                  <a:rPr lang="zh-CN" altLang="en-US" sz="3000" dirty="0">
                    <a:latin typeface="楷体" panose="02010609060101010101" pitchFamily="49" charset="-122"/>
                    <a:ea typeface="楷体" panose="02010609060101010101" pitchFamily="49" charset="-122"/>
                    <a:sym typeface="+mn-ea"/>
                  </a:rPr>
                  <a:t>为了加以区别也记</a:t>
                </a:r>
                <a14:m>
                  <m:oMath xmlns:m="http://schemas.openxmlformats.org/officeDocument/2006/math">
                    <m:sSup>
                      <m:sSupPr>
                        <m:ctrlPr>
                          <a:rPr lang="en-US" altLang="zh-CN" sz="3000" i="1">
                            <a:solidFill>
                              <a:schemeClr val="tx1"/>
                            </a:solidFill>
                            <a:latin typeface="Cambria Math" panose="02040503050406030204" pitchFamily="18" charset="0"/>
                            <a:ea typeface="楷体" panose="02010609060101010101" pitchFamily="49" charset="-122"/>
                          </a:rPr>
                        </m:ctrlPr>
                      </m:sSupPr>
                      <m:e>
                        <m:r>
                          <a:rPr lang="en-US" altLang="zh-CN" sz="3000" i="1">
                            <a:solidFill>
                              <a:schemeClr val="tx1"/>
                            </a:solidFill>
                            <a:latin typeface="Cambria Math" panose="02040503050406030204" pitchFamily="18" charset="0"/>
                            <a:ea typeface="楷体" panose="02010609060101010101" pitchFamily="49" charset="-122"/>
                          </a:rPr>
                          <m:t>𝑒</m:t>
                        </m:r>
                      </m:e>
                      <m:sup>
                        <m:r>
                          <a:rPr lang="en-US" altLang="zh-CN" sz="3000" i="1">
                            <a:solidFill>
                              <a:schemeClr val="tx1"/>
                            </a:solidFill>
                            <a:latin typeface="Cambria Math" panose="02040503050406030204" pitchFamily="18" charset="0"/>
                            <a:ea typeface="楷体" panose="02010609060101010101" pitchFamily="49" charset="-122"/>
                          </a:rPr>
                          <m:t>𝑧</m:t>
                        </m:r>
                      </m:sup>
                    </m:sSup>
                  </m:oMath>
                </a14:m>
                <a:r>
                  <a:rPr lang="zh-CN" altLang="en-US" sz="3000" dirty="0">
                    <a:latin typeface="楷体" panose="02010609060101010101" pitchFamily="49" charset="-122"/>
                    <a:ea typeface="楷体" panose="02010609060101010101" pitchFamily="49" charset="-122"/>
                    <a:sym typeface="+mn-ea"/>
                  </a:rPr>
                  <a:t>为</a:t>
                </a:r>
                <a14:m>
                  <m:oMath xmlns:m="http://schemas.openxmlformats.org/officeDocument/2006/math">
                    <m:r>
                      <a:rPr lang="en-US" altLang="zh-CN" sz="3000" i="1" dirty="0">
                        <a:latin typeface="Cambria Math" panose="02040503050406030204" pitchFamily="18" charset="0"/>
                        <a:ea typeface="楷体" panose="02010609060101010101" pitchFamily="49" charset="-122"/>
                        <a:cs typeface="Cambria Math" panose="02040503050406030204" pitchFamily="18" charset="0"/>
                        <a:sym typeface="+mn-ea"/>
                      </a:rPr>
                      <m:t>𝑒𝑥𝑝</m:t>
                    </m:r>
                    <m:r>
                      <a:rPr lang="en-US" altLang="zh-CN" sz="3000" i="1" dirty="0">
                        <a:latin typeface="Cambria Math" panose="02040503050406030204" pitchFamily="18" charset="0"/>
                        <a:ea typeface="楷体" panose="02010609060101010101" pitchFamily="49" charset="-122"/>
                        <a:cs typeface="Cambria Math" panose="02040503050406030204" pitchFamily="18" charset="0"/>
                        <a:sym typeface="+mn-ea"/>
                      </a:rPr>
                      <m:t>(</m:t>
                    </m:r>
                    <m:r>
                      <a:rPr lang="en-US" altLang="zh-CN" sz="3000" i="1" dirty="0">
                        <a:latin typeface="Cambria Math" panose="02040503050406030204" pitchFamily="18" charset="0"/>
                        <a:ea typeface="楷体" panose="02010609060101010101" pitchFamily="49" charset="-122"/>
                        <a:cs typeface="Cambria Math" panose="02040503050406030204" pitchFamily="18" charset="0"/>
                        <a:sym typeface="+mn-ea"/>
                      </a:rPr>
                      <m:t>𝑧</m:t>
                    </m:r>
                    <m:r>
                      <a:rPr lang="en-US" altLang="zh-CN" sz="3000" i="1" dirty="0">
                        <a:latin typeface="Cambria Math" panose="02040503050406030204" pitchFamily="18" charset="0"/>
                        <a:ea typeface="楷体" panose="02010609060101010101" pitchFamily="49" charset="-122"/>
                        <a:cs typeface="Cambria Math" panose="02040503050406030204" pitchFamily="18" charset="0"/>
                        <a:sym typeface="+mn-ea"/>
                      </a:rPr>
                      <m:t>)</m:t>
                    </m:r>
                  </m:oMath>
                </a14:m>
                <a:r>
                  <a:rPr lang="zh-CN" altLang="en-US" sz="3000" dirty="0">
                    <a:latin typeface="楷体" panose="02010609060101010101" pitchFamily="49" charset="-122"/>
                    <a:ea typeface="楷体" panose="02010609060101010101" pitchFamily="49" charset="-122"/>
                    <a:sym typeface="+mn-ea"/>
                  </a:rPr>
                  <a:t>。</a:t>
                </a:r>
                <a:endParaRPr lang="zh-CN" altLang="en-US" sz="3000" smtClean="0">
                  <a:latin typeface="Cambria Math" panose="02040503050406030204" pitchFamily="18" charset="0"/>
                  <a:ea typeface="楷体" panose="02010609060101010101" pitchFamily="49" charset="-122"/>
                  <a:sym typeface="+mn-ea"/>
                </a:endParaRPr>
              </a:p>
            </p:txBody>
          </p:sp>
        </mc:Choice>
        <mc:Fallback>
          <p:sp>
            <p:nvSpPr>
              <p:cNvPr id="11" name="文本框 10"/>
              <p:cNvSpPr txBox="1">
                <a:spLocks noRot="1" noChangeAspect="1" noMove="1" noResize="1" noEditPoints="1" noAdjustHandles="1" noChangeArrowheads="1" noChangeShapeType="1" noTextEdit="1"/>
              </p:cNvSpPr>
              <p:nvPr/>
            </p:nvSpPr>
            <p:spPr>
              <a:xfrm>
                <a:off x="140732" y="2795003"/>
                <a:ext cx="8862536" cy="1760855"/>
              </a:xfrm>
              <a:prstGeom prst="rect">
                <a:avLst/>
              </a:prstGeom>
              <a:blipFill rotWithShape="1">
                <a:blip r:embed="rId3"/>
                <a:stretch>
                  <a:fillRect l="-4" t="-21" r="3" b="2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797282" y="4733464"/>
                <a:ext cx="8428891" cy="1077859"/>
              </a:xfrm>
              <a:prstGeom prst="rect">
                <a:avLst/>
              </a:prstGeom>
              <a:noFill/>
            </p:spPr>
            <p:txBody>
              <a:bodyPr wrap="square" rtlCol="0">
                <a:spAutoFit/>
              </a:bodyPr>
              <a:lstStyle/>
              <a:p>
                <a:pPr>
                  <a:lnSpc>
                    <a:spcPct val="110000"/>
                  </a:lnSpc>
                </a:pPr>
                <a:r>
                  <a:rPr lang="en-US" altLang="zh-CN" sz="3000" dirty="0">
                    <a:latin typeface="楷体" panose="02010609060101010101" pitchFamily="49" charset="-122"/>
                    <a:ea typeface="楷体" panose="02010609060101010101" pitchFamily="49" charset="-122"/>
                    <a:sym typeface="+mn-ea"/>
                  </a:rPr>
                  <a:t>(2)</a:t>
                </a:r>
                <a:r>
                  <a:rPr lang="zh-CN" altLang="en-US" sz="3000" dirty="0">
                    <a:latin typeface="楷体" panose="02010609060101010101" pitchFamily="49" charset="-122"/>
                    <a:ea typeface="楷体" panose="02010609060101010101" pitchFamily="49" charset="-122"/>
                    <a:sym typeface="+mn-ea"/>
                  </a:rPr>
                  <a:t>当</a:t>
                </a:r>
                <a14:m>
                  <m:oMath xmlns:m="http://schemas.openxmlformats.org/officeDocument/2006/math">
                    <m:r>
                      <a:rPr lang="en-US" altLang="zh-CN" sz="3000" i="1">
                        <a:latin typeface="Cambria Math" panose="02040503050406030204" pitchFamily="18" charset="0"/>
                        <a:ea typeface="楷体" panose="02010609060101010101" pitchFamily="49" charset="-122"/>
                      </a:rPr>
                      <m:t>𝑦</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0</m:t>
                    </m:r>
                    <m:r>
                      <a:rPr lang="en-US" altLang="zh-CN" sz="3000" i="1">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𝑓</m:t>
                        </m:r>
                        <m:d>
                          <m:dPr>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𝑧</m:t>
                            </m:r>
                          </m:e>
                        </m:d>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𝑥</m:t>
                        </m:r>
                      </m:sup>
                    </m:sSup>
                  </m:oMath>
                </a14:m>
                <a:r>
                  <a:rPr lang="zh-CN" altLang="en-US" sz="3000" dirty="0">
                    <a:latin typeface="楷体" panose="02010609060101010101" pitchFamily="49" charset="-122"/>
                    <a:ea typeface="楷体" panose="02010609060101010101" pitchFamily="49" charset="-122"/>
                    <a:sym typeface="+mn-ea"/>
                  </a:rPr>
                  <a:t>与实指数函数一致；</a:t>
                </a:r>
                <a:endParaRPr lang="en-US" altLang="zh-CN" sz="3000" dirty="0">
                  <a:latin typeface="楷体" panose="02010609060101010101" pitchFamily="49" charset="-122"/>
                  <a:ea typeface="楷体" panose="02010609060101010101" pitchFamily="49" charset="-122"/>
                </a:endParaRPr>
              </a:p>
              <a:p>
                <a:pPr>
                  <a:lnSpc>
                    <a:spcPct val="110000"/>
                  </a:lnSpc>
                </a:pPr>
                <a:r>
                  <a:rPr lang="zh-CN" altLang="en-US" sz="3000" dirty="0">
                    <a:latin typeface="楷体" panose="02010609060101010101" pitchFamily="49" charset="-122"/>
                    <a:ea typeface="楷体" panose="02010609060101010101" pitchFamily="49" charset="-122"/>
                    <a:sym typeface="+mn-ea"/>
                  </a:rPr>
                  <a:t>   当</a:t>
                </a:r>
                <a14:m>
                  <m:oMath xmlns:m="http://schemas.openxmlformats.org/officeDocument/2006/math">
                    <m:r>
                      <a:rPr lang="en-US" altLang="zh-CN" sz="3000" i="1">
                        <a:latin typeface="Cambria Math" panose="02040503050406030204" pitchFamily="18" charset="0"/>
                        <a:ea typeface="楷体" panose="02010609060101010101" pitchFamily="49" charset="-122"/>
                      </a:rPr>
                      <m:t>𝑥</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0</m:t>
                    </m:r>
                    <m:r>
                      <a:rPr lang="en-US" altLang="zh-CN" sz="3000" i="1">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𝑓</m:t>
                        </m:r>
                        <m:d>
                          <m:dPr>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𝑧</m:t>
                            </m:r>
                          </m:e>
                        </m:d>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𝑖𝑦</m:t>
                        </m:r>
                      </m:sup>
                    </m:sSup>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𝑐𝑜𝑠𝑦</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𝑖𝑠𝑖𝑛𝑦</m:t>
                    </m:r>
                  </m:oMath>
                </a14:m>
                <a:r>
                  <a:rPr lang="zh-CN" altLang="en-US" sz="3000" dirty="0">
                    <a:latin typeface="楷体" panose="02010609060101010101" pitchFamily="49" charset="-122"/>
                    <a:ea typeface="楷体" panose="02010609060101010101" pitchFamily="49" charset="-122"/>
                    <a:sym typeface="+mn-ea"/>
                  </a:rPr>
                  <a:t>欧拉公式；</a:t>
                </a:r>
                <a:endParaRPr lang="en-US" altLang="zh-CN" sz="3000" dirty="0">
                  <a:latin typeface="楷体" panose="02010609060101010101" pitchFamily="49" charset="-122"/>
                  <a:cs typeface="楷体" panose="02010609060101010101" pitchFamily="49" charset="-122"/>
                </a:endParaRPr>
              </a:p>
            </p:txBody>
          </p:sp>
        </mc:Choice>
        <mc:Fallback>
          <p:sp>
            <p:nvSpPr>
              <p:cNvPr id="12" name="文本框 11"/>
              <p:cNvSpPr txBox="1">
                <a:spLocks noRot="1" noChangeAspect="1" noMove="1" noResize="1" noEditPoints="1" noAdjustHandles="1" noChangeArrowheads="1" noChangeShapeType="1" noTextEdit="1"/>
              </p:cNvSpPr>
              <p:nvPr/>
            </p:nvSpPr>
            <p:spPr>
              <a:xfrm>
                <a:off x="797282" y="4733464"/>
                <a:ext cx="8428891" cy="1077859"/>
              </a:xfrm>
              <a:prstGeom prst="rect">
                <a:avLst/>
              </a:prstGeom>
              <a:blipFill rotWithShape="1">
                <a:blip r:embed="rId4"/>
                <a:stretch>
                  <a:fillRect l="-4" t="-16" r="3" b="4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p:cNvSpPr txBox="1"/>
              <p:nvPr/>
            </p:nvSpPr>
            <p:spPr>
              <a:xfrm>
                <a:off x="797282" y="5811323"/>
                <a:ext cx="7685392" cy="705834"/>
              </a:xfrm>
              <a:prstGeom prst="rect">
                <a:avLst/>
              </a:prstGeom>
              <a:noFill/>
            </p:spPr>
            <p:txBody>
              <a:bodyPr wrap="square" rtlCol="0">
                <a:spAutoFit/>
              </a:bodyPr>
              <a:lstStyle/>
              <a:p>
                <a:pPr>
                  <a:lnSpc>
                    <a:spcPct val="150000"/>
                  </a:lnSpc>
                </a:pPr>
                <a:r>
                  <a:rPr lang="en-US" altLang="zh-CN" sz="3000" dirty="0">
                    <a:latin typeface="楷体" panose="02010609060101010101" pitchFamily="49" charset="-122"/>
                    <a:ea typeface="楷体" panose="02010609060101010101" pitchFamily="49" charset="-122"/>
                    <a:sym typeface="+mn-ea"/>
                  </a:rPr>
                  <a:t>(3)</a:t>
                </a:r>
                <a14:m>
                  <m:oMath xmlns:m="http://schemas.openxmlformats.org/officeDocument/2006/math">
                    <m:d>
                      <m:dPr>
                        <m:begChr m:val="|"/>
                        <m:endChr m:val="|"/>
                        <m:ctrlPr>
                          <a:rPr lang="en-US" altLang="zh-CN" sz="3000" i="1">
                            <a:latin typeface="Cambria Math" panose="02040503050406030204" pitchFamily="18" charset="0"/>
                            <a:ea typeface="楷体" panose="02010609060101010101" pitchFamily="49" charset="-122"/>
                          </a:rPr>
                        </m:ctrlPr>
                      </m:dPr>
                      <m:e>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𝑧</m:t>
                            </m:r>
                          </m:sup>
                        </m:sSup>
                      </m:e>
                    </m:d>
                    <m:r>
                      <a:rPr lang="en-US" altLang="zh-CN" sz="3000" i="1">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𝑥</m:t>
                        </m:r>
                      </m:sup>
                    </m:sSup>
                  </m:oMath>
                </a14:m>
                <a:r>
                  <a:rPr lang="zh-CN" altLang="en-US" sz="3000" dirty="0">
                    <a:latin typeface="楷体" panose="02010609060101010101" pitchFamily="49" charset="-122"/>
                    <a:ea typeface="楷体" panose="02010609060101010101" pitchFamily="49" charset="-122"/>
                    <a:sym typeface="+mn-ea"/>
                  </a:rPr>
                  <a:t>，</a:t>
                </a:r>
                <a:r>
                  <a:rPr lang="en-US" altLang="zh-CN" sz="3000" dirty="0">
                    <a:latin typeface="楷体" panose="02010609060101010101" pitchFamily="49" charset="-122"/>
                    <a:ea typeface="楷体" panose="02010609060101010101" pitchFamily="49" charset="-122"/>
                    <a:sym typeface="+mn-ea"/>
                  </a:rPr>
                  <a:t> </a:t>
                </a:r>
                <a14:m>
                  <m:oMath xmlns:m="http://schemas.openxmlformats.org/officeDocument/2006/math">
                    <m:r>
                      <m:rPr>
                        <m:sty m:val="p"/>
                      </m:rPr>
                      <a:rPr lang="en-US" altLang="zh-CN" sz="3000">
                        <a:latin typeface="Cambria Math" panose="02040503050406030204" pitchFamily="18" charset="0"/>
                        <a:ea typeface="楷体" panose="02010609060101010101" pitchFamily="49" charset="-122"/>
                      </a:rPr>
                      <m:t>Arg</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𝑧</m:t>
                        </m:r>
                      </m:sup>
                    </m:sSup>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𝑦</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2</m:t>
                    </m:r>
                    <m:r>
                      <a:rPr lang="en-US" altLang="zh-CN" sz="3000" i="1">
                        <a:latin typeface="Cambria Math" panose="02040503050406030204" pitchFamily="18" charset="0"/>
                        <a:ea typeface="楷体" panose="02010609060101010101" pitchFamily="49" charset="-122"/>
                      </a:rPr>
                      <m:t>𝑘</m:t>
                    </m:r>
                    <m:r>
                      <a:rPr lang="zh-CN" altLang="en-US" sz="3000" i="1">
                        <a:latin typeface="Cambria Math" panose="02040503050406030204" pitchFamily="18" charset="0"/>
                        <a:ea typeface="楷体" panose="02010609060101010101" pitchFamily="49" charset="-122"/>
                      </a:rPr>
                      <m:t>𝜋</m:t>
                    </m:r>
                  </m:oMath>
                </a14:m>
                <a:r>
                  <a:rPr lang="en-US" altLang="zh-CN" sz="3000" b="1" dirty="0">
                    <a:ea typeface="Cambria Math" panose="02040503050406030204" pitchFamily="18" charset="0"/>
                    <a:sym typeface="+mn-ea"/>
                  </a:rPr>
                  <a:t>         </a:t>
                </a:r>
                <a:endParaRPr lang="en-US" altLang="zh-CN" sz="3000" dirty="0">
                  <a:latin typeface="楷体" panose="02010609060101010101" pitchFamily="49" charset="-122"/>
                  <a:cs typeface="楷体" panose="02010609060101010101" pitchFamily="49" charset="-122"/>
                </a:endParaRPr>
              </a:p>
            </p:txBody>
          </p:sp>
        </mc:Choice>
        <mc:Fallback>
          <p:sp>
            <p:nvSpPr>
              <p:cNvPr id="13" name="文本框 12"/>
              <p:cNvSpPr txBox="1">
                <a:spLocks noRot="1" noChangeAspect="1" noMove="1" noResize="1" noEditPoints="1" noAdjustHandles="1" noChangeArrowheads="1" noChangeShapeType="1" noTextEdit="1"/>
              </p:cNvSpPr>
              <p:nvPr/>
            </p:nvSpPr>
            <p:spPr>
              <a:xfrm>
                <a:off x="797282" y="5811323"/>
                <a:ext cx="7685392" cy="705834"/>
              </a:xfrm>
              <a:prstGeom prst="rect">
                <a:avLst/>
              </a:prstGeom>
              <a:blipFill rotWithShape="1">
                <a:blip r:embed="rId5"/>
                <a:stretch>
                  <a:fillRect l="-5" t="-62" r="4" b="-3577"/>
                </a:stretch>
              </a:blipFill>
            </p:spPr>
            <p:txBody>
              <a:bodyPr/>
              <a:lstStyle/>
              <a:p>
                <a:r>
                  <a:rPr lang="zh-CN" altLang="en-US">
                    <a:noFill/>
                  </a:rPr>
                  <a:t> </a:t>
                </a:r>
              </a:p>
            </p:txBody>
          </p:sp>
        </mc:Fallback>
      </mc:AlternateContent>
      <p:sp>
        <p:nvSpPr>
          <p:cNvPr id="8"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2.3 </a:t>
            </a:r>
            <a:r>
              <a:rPr lang="zh-CN" altLang="en-US" sz="1800" b="1" dirty="0">
                <a:latin typeface="楷体" panose="02010609060101010101" pitchFamily="49" charset="-122"/>
                <a:ea typeface="楷体" panose="02010609060101010101" pitchFamily="49" charset="-122"/>
              </a:rPr>
              <a:t>初等函数</a:t>
            </a:r>
            <a:endParaRPr lang="zh-CN" altLang="en-US" sz="1800" b="1" dirty="0">
              <a:latin typeface="楷体" panose="02010609060101010101" pitchFamily="49" charset="-122"/>
              <a:ea typeface="楷体" panose="02010609060101010101" pitchFamily="49" charset="-122"/>
            </a:endParaRPr>
          </a:p>
        </p:txBody>
      </p:sp>
      <p:cxnSp>
        <p:nvCxnSpPr>
          <p:cNvPr id="9" name="直接连接符 8"/>
          <p:cNvCxnSpPr/>
          <p:nvPr/>
        </p:nvCxnSpPr>
        <p:spPr>
          <a:xfrm flipV="1">
            <a:off x="55289" y="531629"/>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P spid="4" grpId="1"/>
      <p:bldP spid="11" grpId="0"/>
      <p:bldP spid="11" grpId="1"/>
      <p:bldP spid="12" grpId="0"/>
      <p:bldP spid="12" grpId="1"/>
      <p:bldP spid="13" grpId="0"/>
      <p:bldP spid="13"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6"/>
          <p:cNvSpPr txBox="1">
            <a:spLocks noChangeArrowheads="1"/>
          </p:cNvSpPr>
          <p:nvPr/>
        </p:nvSpPr>
        <p:spPr bwMode="auto">
          <a:xfrm>
            <a:off x="1186426" y="1239488"/>
            <a:ext cx="162736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l" rtl="0" eaLnBrk="0" fontAlgn="base" hangingPunct="0">
              <a:spcBef>
                <a:spcPct val="0"/>
              </a:spcBef>
              <a:spcAft>
                <a:spcPct val="0"/>
              </a:spcAft>
              <a:defRPr kumimoji="1" sz="2800" b="1" kern="1200">
                <a:solidFill>
                  <a:schemeClr val="tx1"/>
                </a:solidFill>
                <a:latin typeface="Times New Roman" panose="02020603050405020304" pitchFamily="18" charset="0"/>
                <a:ea typeface="黑体" panose="02010609060101010101" pitchFamily="49" charset="-122"/>
                <a:cs typeface="+mn-cs"/>
              </a:defRPr>
            </a:lvl1pPr>
            <a:lvl2pPr marL="457200" algn="l" rtl="0" eaLnBrk="0" fontAlgn="base" hangingPunct="0">
              <a:spcBef>
                <a:spcPct val="0"/>
              </a:spcBef>
              <a:spcAft>
                <a:spcPct val="0"/>
              </a:spcAft>
              <a:defRPr kumimoji="1" sz="2800" b="1" kern="1200">
                <a:solidFill>
                  <a:schemeClr val="tx1"/>
                </a:solidFill>
                <a:latin typeface="Times New Roman" panose="02020603050405020304" pitchFamily="18" charset="0"/>
                <a:ea typeface="黑体" panose="02010609060101010101" pitchFamily="49" charset="-122"/>
                <a:cs typeface="+mn-cs"/>
              </a:defRPr>
            </a:lvl2pPr>
            <a:lvl3pPr marL="914400" algn="l" rtl="0" eaLnBrk="0" fontAlgn="base" hangingPunct="0">
              <a:spcBef>
                <a:spcPct val="0"/>
              </a:spcBef>
              <a:spcAft>
                <a:spcPct val="0"/>
              </a:spcAft>
              <a:defRPr kumimoji="1" sz="2800" b="1" kern="1200">
                <a:solidFill>
                  <a:schemeClr val="tx1"/>
                </a:solidFill>
                <a:latin typeface="Times New Roman" panose="02020603050405020304" pitchFamily="18" charset="0"/>
                <a:ea typeface="黑体" panose="02010609060101010101" pitchFamily="49" charset="-122"/>
                <a:cs typeface="+mn-cs"/>
              </a:defRPr>
            </a:lvl3pPr>
            <a:lvl4pPr marL="1371600" algn="l" rtl="0" eaLnBrk="0" fontAlgn="base" hangingPunct="0">
              <a:spcBef>
                <a:spcPct val="0"/>
              </a:spcBef>
              <a:spcAft>
                <a:spcPct val="0"/>
              </a:spcAft>
              <a:defRPr kumimoji="1" sz="2800" b="1" kern="1200">
                <a:solidFill>
                  <a:schemeClr val="tx1"/>
                </a:solidFill>
                <a:latin typeface="Times New Roman" panose="02020603050405020304" pitchFamily="18" charset="0"/>
                <a:ea typeface="黑体" panose="02010609060101010101" pitchFamily="49" charset="-122"/>
                <a:cs typeface="+mn-cs"/>
              </a:defRPr>
            </a:lvl4pPr>
            <a:lvl5pPr marL="1828800" algn="l" rtl="0" eaLnBrk="0" fontAlgn="base" hangingPunct="0">
              <a:spcBef>
                <a:spcPct val="0"/>
              </a:spcBef>
              <a:spcAft>
                <a:spcPct val="0"/>
              </a:spcAft>
              <a:defRPr kumimoji="1" sz="2800" b="1" kern="1200">
                <a:solidFill>
                  <a:schemeClr val="tx1"/>
                </a:solidFill>
                <a:latin typeface="Times New Roman" panose="02020603050405020304" pitchFamily="18" charset="0"/>
                <a:ea typeface="黑体" panose="02010609060101010101" pitchFamily="49" charset="-122"/>
                <a:cs typeface="+mn-cs"/>
              </a:defRPr>
            </a:lvl5pPr>
            <a:lvl6pPr marL="2286000" algn="l" defTabSz="914400" rtl="0" eaLnBrk="1" latinLnBrk="0" hangingPunct="1">
              <a:defRPr kumimoji="1" sz="2800" b="1" kern="1200">
                <a:solidFill>
                  <a:schemeClr val="tx1"/>
                </a:solidFill>
                <a:latin typeface="Times New Roman" panose="02020603050405020304" pitchFamily="18" charset="0"/>
                <a:ea typeface="黑体" panose="02010609060101010101" pitchFamily="49" charset="-122"/>
                <a:cs typeface="+mn-cs"/>
              </a:defRPr>
            </a:lvl6pPr>
            <a:lvl7pPr marL="2743200" algn="l" defTabSz="914400" rtl="0" eaLnBrk="1" latinLnBrk="0" hangingPunct="1">
              <a:defRPr kumimoji="1" sz="2800" b="1" kern="1200">
                <a:solidFill>
                  <a:schemeClr val="tx1"/>
                </a:solidFill>
                <a:latin typeface="Times New Roman" panose="02020603050405020304" pitchFamily="18" charset="0"/>
                <a:ea typeface="黑体" panose="02010609060101010101" pitchFamily="49" charset="-122"/>
                <a:cs typeface="+mn-cs"/>
              </a:defRPr>
            </a:lvl7pPr>
            <a:lvl8pPr marL="3200400" algn="l" defTabSz="914400" rtl="0" eaLnBrk="1" latinLnBrk="0" hangingPunct="1">
              <a:defRPr kumimoji="1" sz="2800" b="1" kern="1200">
                <a:solidFill>
                  <a:schemeClr val="tx1"/>
                </a:solidFill>
                <a:latin typeface="Times New Roman" panose="02020603050405020304" pitchFamily="18" charset="0"/>
                <a:ea typeface="黑体" panose="02010609060101010101" pitchFamily="49" charset="-122"/>
                <a:cs typeface="+mn-cs"/>
              </a:defRPr>
            </a:lvl8pPr>
            <a:lvl9pPr marL="3657600" algn="l" defTabSz="914400" rtl="0" eaLnBrk="1" latinLnBrk="0" hangingPunct="1">
              <a:defRPr kumimoji="1" sz="2800" b="1" kern="1200">
                <a:solidFill>
                  <a:schemeClr val="tx1"/>
                </a:solidFill>
                <a:latin typeface="Times New Roman" panose="02020603050405020304" pitchFamily="18" charset="0"/>
                <a:ea typeface="黑体" panose="02010609060101010101" pitchFamily="49" charset="-122"/>
                <a:cs typeface="+mn-cs"/>
              </a:defRPr>
            </a:lvl9pPr>
          </a:lstStyle>
          <a:p>
            <a:pPr eaLnBrk="1" hangingPunct="1"/>
            <a:r>
              <a:rPr lang="zh-CN" altLang="en-US" dirty="0">
                <a:latin typeface="楷体" panose="02010609060101010101" pitchFamily="49" charset="-122"/>
                <a:ea typeface="楷体" panose="02010609060101010101" pitchFamily="49" charset="-122"/>
              </a:rPr>
              <a:t>带形区域</a:t>
            </a:r>
            <a:endParaRPr lang="zh-CN" altLang="en-US" dirty="0">
              <a:latin typeface="楷体" panose="02010609060101010101" pitchFamily="49" charset="-122"/>
              <a:ea typeface="楷体" panose="02010609060101010101" pitchFamily="49" charset="-122"/>
            </a:endParaRPr>
          </a:p>
        </p:txBody>
      </p:sp>
      <p:grpSp>
        <p:nvGrpSpPr>
          <p:cNvPr id="11" name="Group 8"/>
          <p:cNvGrpSpPr/>
          <p:nvPr/>
        </p:nvGrpSpPr>
        <p:grpSpPr bwMode="auto">
          <a:xfrm>
            <a:off x="1042572" y="1686452"/>
            <a:ext cx="2816900" cy="2695993"/>
            <a:chOff x="672" y="384"/>
            <a:chExt cx="2064" cy="1776"/>
          </a:xfrm>
        </p:grpSpPr>
        <p:sp>
          <p:nvSpPr>
            <p:cNvPr id="12" name="Freeform 9"/>
            <p:cNvSpPr/>
            <p:nvPr/>
          </p:nvSpPr>
          <p:spPr bwMode="auto">
            <a:xfrm>
              <a:off x="720" y="1056"/>
              <a:ext cx="1536" cy="625"/>
            </a:xfrm>
            <a:custGeom>
              <a:avLst/>
              <a:gdLst>
                <a:gd name="T0" fmla="*/ 0 w 1505"/>
                <a:gd name="T1" fmla="*/ 0 h 625"/>
                <a:gd name="T2" fmla="*/ 5 w 1505"/>
                <a:gd name="T3" fmla="*/ 625 h 625"/>
                <a:gd name="T4" fmla="*/ 1505 w 1505"/>
                <a:gd name="T5" fmla="*/ 625 h 625"/>
                <a:gd name="T6" fmla="*/ 1505 w 1505"/>
                <a:gd name="T7" fmla="*/ 3 h 625"/>
              </a:gdLst>
              <a:ahLst/>
              <a:cxnLst>
                <a:cxn ang="0">
                  <a:pos x="T0" y="T1"/>
                </a:cxn>
                <a:cxn ang="0">
                  <a:pos x="T2" y="T3"/>
                </a:cxn>
                <a:cxn ang="0">
                  <a:pos x="T4" y="T5"/>
                </a:cxn>
                <a:cxn ang="0">
                  <a:pos x="T6" y="T7"/>
                </a:cxn>
              </a:cxnLst>
              <a:rect l="0" t="0" r="r" b="b"/>
              <a:pathLst>
                <a:path w="1505" h="625">
                  <a:moveTo>
                    <a:pt x="0" y="0"/>
                  </a:moveTo>
                  <a:lnTo>
                    <a:pt x="5" y="625"/>
                  </a:lnTo>
                  <a:lnTo>
                    <a:pt x="1505" y="625"/>
                  </a:lnTo>
                  <a:lnTo>
                    <a:pt x="1505" y="3"/>
                  </a:lnTo>
                </a:path>
              </a:pathLst>
            </a:custGeom>
            <a:gradFill rotWithShape="1">
              <a:gsLst>
                <a:gs pos="0">
                  <a:srgbClr val="FF3399"/>
                </a:gs>
                <a:gs pos="25000">
                  <a:srgbClr val="FF6633"/>
                </a:gs>
                <a:gs pos="50000">
                  <a:srgbClr val="FFFF00"/>
                </a:gs>
                <a:gs pos="75000">
                  <a:srgbClr val="01A78F"/>
                </a:gs>
                <a:gs pos="100000">
                  <a:srgbClr val="3366FF"/>
                </a:gs>
              </a:gsLst>
              <a:lin ang="5400000" scaled="1"/>
            </a:gradFill>
            <a:ln>
              <a:noFill/>
            </a:ln>
            <a:effectLst/>
            <a:extLst>
              <a:ext uri="{91240B29-F687-4F45-9708-019B960494DF}">
                <a14:hiddenLine xmlns:a14="http://schemas.microsoft.com/office/drawing/2010/main" w="9525">
                  <a:solidFill>
                    <a:schemeClr val="bg1"/>
                  </a:solid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grpSp>
          <p:nvGrpSpPr>
            <p:cNvPr id="13" name="Group 10"/>
            <p:cNvGrpSpPr/>
            <p:nvPr/>
          </p:nvGrpSpPr>
          <p:grpSpPr bwMode="auto">
            <a:xfrm>
              <a:off x="672" y="384"/>
              <a:ext cx="2064" cy="1776"/>
              <a:chOff x="336" y="336"/>
              <a:chExt cx="2064" cy="1776"/>
            </a:xfrm>
          </p:grpSpPr>
          <p:sp>
            <p:nvSpPr>
              <p:cNvPr id="15" name="Line 11"/>
              <p:cNvSpPr>
                <a:spLocks noChangeShapeType="1"/>
              </p:cNvSpPr>
              <p:nvPr/>
            </p:nvSpPr>
            <p:spPr bwMode="auto">
              <a:xfrm>
                <a:off x="336" y="1632"/>
                <a:ext cx="167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16" name="Line 12"/>
              <p:cNvSpPr>
                <a:spLocks noChangeShapeType="1"/>
              </p:cNvSpPr>
              <p:nvPr/>
            </p:nvSpPr>
            <p:spPr bwMode="auto">
              <a:xfrm flipV="1">
                <a:off x="1142" y="480"/>
                <a:ext cx="0" cy="1632"/>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17" name="Text Box 13"/>
              <p:cNvSpPr txBox="1">
                <a:spLocks noChangeArrowheads="1"/>
              </p:cNvSpPr>
              <p:nvPr/>
            </p:nvSpPr>
            <p:spPr bwMode="auto">
              <a:xfrm>
                <a:off x="2160" y="1536"/>
                <a:ext cx="240" cy="3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i="1">
                    <a:ea typeface="宋体" panose="02010600030101010101" pitchFamily="2" charset="-122"/>
                  </a:rPr>
                  <a:t>x</a:t>
                </a:r>
                <a:endParaRPr lang="en-US" altLang="zh-CN" i="1">
                  <a:ea typeface="宋体" panose="02010600030101010101" pitchFamily="2" charset="-122"/>
                </a:endParaRPr>
              </a:p>
            </p:txBody>
          </p:sp>
          <p:sp>
            <p:nvSpPr>
              <p:cNvPr id="18" name="Text Box 14"/>
              <p:cNvSpPr txBox="1">
                <a:spLocks noChangeArrowheads="1"/>
              </p:cNvSpPr>
              <p:nvPr/>
            </p:nvSpPr>
            <p:spPr bwMode="auto">
              <a:xfrm>
                <a:off x="806" y="336"/>
                <a:ext cx="245" cy="3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i="1">
                    <a:ea typeface="宋体" panose="02010600030101010101" pitchFamily="2" charset="-122"/>
                  </a:rPr>
                  <a:t>y</a:t>
                </a:r>
                <a:endParaRPr lang="en-US" altLang="zh-CN" i="1">
                  <a:ea typeface="宋体" panose="02010600030101010101" pitchFamily="2" charset="-122"/>
                </a:endParaRPr>
              </a:p>
            </p:txBody>
          </p:sp>
          <p:sp>
            <p:nvSpPr>
              <p:cNvPr id="19" name="Text Box 15"/>
              <p:cNvSpPr txBox="1">
                <a:spLocks noChangeArrowheads="1"/>
              </p:cNvSpPr>
              <p:nvPr/>
            </p:nvSpPr>
            <p:spPr bwMode="auto">
              <a:xfrm>
                <a:off x="1478" y="432"/>
                <a:ext cx="357" cy="3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a:ea typeface="宋体" panose="02010600030101010101" pitchFamily="2" charset="-122"/>
                  </a:rPr>
                  <a:t>(</a:t>
                </a:r>
                <a:r>
                  <a:rPr lang="en-US" altLang="zh-CN" i="1">
                    <a:ea typeface="宋体" panose="02010600030101010101" pitchFamily="2" charset="-122"/>
                  </a:rPr>
                  <a:t>z</a:t>
                </a:r>
                <a:r>
                  <a:rPr lang="en-US" altLang="zh-CN">
                    <a:ea typeface="宋体" panose="02010600030101010101" pitchFamily="2" charset="-122"/>
                  </a:rPr>
                  <a:t>)</a:t>
                </a:r>
                <a:endParaRPr lang="en-US" altLang="zh-CN">
                  <a:ea typeface="宋体" panose="02010600030101010101" pitchFamily="2" charset="-122"/>
                </a:endParaRPr>
              </a:p>
            </p:txBody>
          </p:sp>
        </p:grpSp>
        <p:sp>
          <p:nvSpPr>
            <p:cNvPr id="14" name="Text Box 16"/>
            <p:cNvSpPr txBox="1">
              <a:spLocks noChangeArrowheads="1"/>
            </p:cNvSpPr>
            <p:nvPr/>
          </p:nvSpPr>
          <p:spPr bwMode="auto">
            <a:xfrm>
              <a:off x="1248" y="816"/>
              <a:ext cx="295" cy="3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i="1">
                  <a:ea typeface="宋体" panose="02010600030101010101" pitchFamily="2" charset="-122"/>
                </a:rPr>
                <a:t>ia</a:t>
              </a:r>
              <a:endParaRPr lang="en-US" altLang="zh-CN" i="1">
                <a:ea typeface="宋体" panose="02010600030101010101" pitchFamily="2" charset="-122"/>
              </a:endParaRPr>
            </a:p>
          </p:txBody>
        </p:sp>
      </p:grpSp>
      <p:grpSp>
        <p:nvGrpSpPr>
          <p:cNvPr id="20" name="Group 17"/>
          <p:cNvGrpSpPr/>
          <p:nvPr/>
        </p:nvGrpSpPr>
        <p:grpSpPr bwMode="auto">
          <a:xfrm>
            <a:off x="3623041" y="2746357"/>
            <a:ext cx="1371600" cy="434579"/>
            <a:chOff x="2400" y="1027"/>
            <a:chExt cx="1152" cy="365"/>
          </a:xfrm>
        </p:grpSpPr>
        <p:sp>
          <p:nvSpPr>
            <p:cNvPr id="21" name="Line 18"/>
            <p:cNvSpPr>
              <a:spLocks noChangeShapeType="1"/>
            </p:cNvSpPr>
            <p:nvPr/>
          </p:nvSpPr>
          <p:spPr bwMode="auto">
            <a:xfrm>
              <a:off x="2400" y="1392"/>
              <a:ext cx="1152"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graphicFrame>
          <p:nvGraphicFramePr>
            <p:cNvPr id="22" name="Object 19"/>
            <p:cNvGraphicFramePr>
              <a:graphicFrameLocks noChangeAspect="1"/>
            </p:cNvGraphicFramePr>
            <p:nvPr/>
          </p:nvGraphicFramePr>
          <p:xfrm>
            <a:off x="2608" y="1027"/>
            <a:ext cx="720" cy="338"/>
          </p:xfrm>
          <a:graphic>
            <a:graphicData uri="http://schemas.openxmlformats.org/presentationml/2006/ole">
              <mc:AlternateContent xmlns:mc="http://schemas.openxmlformats.org/markup-compatibility/2006">
                <mc:Choice xmlns:v="urn:schemas-microsoft-com:vml" Requires="v">
                  <p:oleObj spid="_x0000_s2" name="公式" r:id="rId1" imgW="431800" imgH="203200" progId="Equation.3">
                    <p:embed/>
                  </p:oleObj>
                </mc:Choice>
                <mc:Fallback>
                  <p:oleObj name="公式" r:id="rId1" imgW="431800" imgH="203200" progId="Equation.3">
                    <p:embed/>
                    <p:pic>
                      <p:nvPicPr>
                        <p:cNvPr id="0" name="Object 1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8" y="1027"/>
                          <a:ext cx="720" cy="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3" name="Group 20"/>
          <p:cNvGrpSpPr/>
          <p:nvPr/>
        </p:nvGrpSpPr>
        <p:grpSpPr bwMode="auto">
          <a:xfrm>
            <a:off x="5248814" y="1877201"/>
            <a:ext cx="3015957" cy="2389656"/>
            <a:chOff x="3360" y="1164"/>
            <a:chExt cx="1883" cy="1798"/>
          </a:xfrm>
        </p:grpSpPr>
        <p:grpSp>
          <p:nvGrpSpPr>
            <p:cNvPr id="24" name="Group 21"/>
            <p:cNvGrpSpPr/>
            <p:nvPr/>
          </p:nvGrpSpPr>
          <p:grpSpPr bwMode="auto">
            <a:xfrm>
              <a:off x="3360" y="1164"/>
              <a:ext cx="1883" cy="1798"/>
              <a:chOff x="3648" y="288"/>
              <a:chExt cx="1883" cy="1798"/>
            </a:xfrm>
          </p:grpSpPr>
          <p:sp>
            <p:nvSpPr>
              <p:cNvPr id="30" name="Line 22"/>
              <p:cNvSpPr>
                <a:spLocks noChangeShapeType="1"/>
              </p:cNvSpPr>
              <p:nvPr/>
            </p:nvSpPr>
            <p:spPr bwMode="auto">
              <a:xfrm>
                <a:off x="3648" y="1728"/>
                <a:ext cx="167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31" name="Line 23"/>
              <p:cNvSpPr>
                <a:spLocks noChangeShapeType="1"/>
              </p:cNvSpPr>
              <p:nvPr/>
            </p:nvSpPr>
            <p:spPr bwMode="auto">
              <a:xfrm flipV="1">
                <a:off x="4022" y="432"/>
                <a:ext cx="0" cy="1632"/>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32" name="Text Box 24"/>
              <p:cNvSpPr txBox="1">
                <a:spLocks noChangeArrowheads="1"/>
              </p:cNvSpPr>
              <p:nvPr/>
            </p:nvSpPr>
            <p:spPr bwMode="auto">
              <a:xfrm>
                <a:off x="5270" y="1776"/>
                <a:ext cx="261"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i="1">
                    <a:ea typeface="宋体" panose="02010600030101010101" pitchFamily="2" charset="-122"/>
                  </a:rPr>
                  <a:t>u</a:t>
                </a:r>
                <a:endParaRPr lang="en-US" altLang="zh-CN" i="1">
                  <a:ea typeface="宋体" panose="02010600030101010101" pitchFamily="2" charset="-122"/>
                </a:endParaRPr>
              </a:p>
            </p:txBody>
          </p:sp>
          <p:sp>
            <p:nvSpPr>
              <p:cNvPr id="33" name="Text Box 25"/>
              <p:cNvSpPr txBox="1">
                <a:spLocks noChangeArrowheads="1"/>
              </p:cNvSpPr>
              <p:nvPr/>
            </p:nvSpPr>
            <p:spPr bwMode="auto">
              <a:xfrm>
                <a:off x="3686" y="288"/>
                <a:ext cx="245"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i="1">
                    <a:ea typeface="宋体" panose="02010600030101010101" pitchFamily="2" charset="-122"/>
                  </a:rPr>
                  <a:t>v</a:t>
                </a:r>
                <a:endParaRPr lang="en-US" altLang="zh-CN" i="1">
                  <a:ea typeface="宋体" panose="02010600030101010101" pitchFamily="2" charset="-122"/>
                </a:endParaRPr>
              </a:p>
            </p:txBody>
          </p:sp>
          <p:sp>
            <p:nvSpPr>
              <p:cNvPr id="34" name="Text Box 26"/>
              <p:cNvSpPr txBox="1">
                <a:spLocks noChangeArrowheads="1"/>
              </p:cNvSpPr>
              <p:nvPr/>
            </p:nvSpPr>
            <p:spPr bwMode="auto">
              <a:xfrm>
                <a:off x="4358" y="384"/>
                <a:ext cx="404"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a:ea typeface="宋体" panose="02010600030101010101" pitchFamily="2" charset="-122"/>
                  </a:rPr>
                  <a:t>(</a:t>
                </a:r>
                <a:r>
                  <a:rPr lang="en-US" altLang="zh-CN" i="1">
                    <a:ea typeface="宋体" panose="02010600030101010101" pitchFamily="2" charset="-122"/>
                  </a:rPr>
                  <a:t>w</a:t>
                </a:r>
                <a:r>
                  <a:rPr lang="en-US" altLang="zh-CN">
                    <a:ea typeface="宋体" panose="02010600030101010101" pitchFamily="2" charset="-122"/>
                  </a:rPr>
                  <a:t>)</a:t>
                </a:r>
                <a:endParaRPr lang="en-US" altLang="zh-CN">
                  <a:ea typeface="宋体" panose="02010600030101010101" pitchFamily="2" charset="-122"/>
                </a:endParaRPr>
              </a:p>
            </p:txBody>
          </p:sp>
        </p:grpSp>
        <p:sp>
          <p:nvSpPr>
            <p:cNvPr id="25" name="Freeform 27"/>
            <p:cNvSpPr/>
            <p:nvPr/>
          </p:nvSpPr>
          <p:spPr bwMode="auto">
            <a:xfrm>
              <a:off x="3720" y="1968"/>
              <a:ext cx="967" cy="629"/>
            </a:xfrm>
            <a:custGeom>
              <a:avLst/>
              <a:gdLst>
                <a:gd name="T0" fmla="*/ 967 w 967"/>
                <a:gd name="T1" fmla="*/ 629 h 629"/>
                <a:gd name="T2" fmla="*/ 0 w 967"/>
                <a:gd name="T3" fmla="*/ 629 h 629"/>
                <a:gd name="T4" fmla="*/ 634 w 967"/>
                <a:gd name="T5" fmla="*/ 0 h 629"/>
              </a:gdLst>
              <a:ahLst/>
              <a:cxnLst>
                <a:cxn ang="0">
                  <a:pos x="T0" y="T1"/>
                </a:cxn>
                <a:cxn ang="0">
                  <a:pos x="T2" y="T3"/>
                </a:cxn>
                <a:cxn ang="0">
                  <a:pos x="T4" y="T5"/>
                </a:cxn>
              </a:cxnLst>
              <a:rect l="0" t="0" r="r" b="b"/>
              <a:pathLst>
                <a:path w="967" h="629">
                  <a:moveTo>
                    <a:pt x="967" y="629"/>
                  </a:moveTo>
                  <a:lnTo>
                    <a:pt x="0" y="629"/>
                  </a:lnTo>
                  <a:lnTo>
                    <a:pt x="634" y="0"/>
                  </a:lnTo>
                </a:path>
              </a:pathLst>
            </a:custGeom>
            <a:solidFill>
              <a:schemeClr val="folHlink"/>
            </a:solidFill>
            <a:ln w="9525" cap="flat">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26" name="Arc 28"/>
            <p:cNvSpPr/>
            <p:nvPr/>
          </p:nvSpPr>
          <p:spPr bwMode="auto">
            <a:xfrm>
              <a:off x="4080" y="2256"/>
              <a:ext cx="96" cy="336"/>
            </a:xfrm>
            <a:custGeom>
              <a:avLst/>
              <a:gdLst>
                <a:gd name="G0" fmla="+- 0 0 0"/>
                <a:gd name="G1" fmla="+- 21600 0 0"/>
                <a:gd name="G2" fmla="+- 21600 0 0"/>
                <a:gd name="T0" fmla="*/ 0 w 21600"/>
                <a:gd name="T1" fmla="*/ 0 h 41414"/>
                <a:gd name="T2" fmla="*/ 8600 w 21600"/>
                <a:gd name="T3" fmla="*/ 41414 h 41414"/>
                <a:gd name="T4" fmla="*/ 0 w 21600"/>
                <a:gd name="T5" fmla="*/ 21600 h 41414"/>
              </a:gdLst>
              <a:ahLst/>
              <a:cxnLst>
                <a:cxn ang="0">
                  <a:pos x="T0" y="T1"/>
                </a:cxn>
                <a:cxn ang="0">
                  <a:pos x="T2" y="T3"/>
                </a:cxn>
                <a:cxn ang="0">
                  <a:pos x="T4" y="T5"/>
                </a:cxn>
              </a:cxnLst>
              <a:rect l="0" t="0" r="r" b="b"/>
              <a:pathLst>
                <a:path w="21600" h="41414" fill="none" extrusionOk="0">
                  <a:moveTo>
                    <a:pt x="-1" y="0"/>
                  </a:moveTo>
                  <a:cubicBezTo>
                    <a:pt x="11929" y="0"/>
                    <a:pt x="21600" y="9670"/>
                    <a:pt x="21600" y="21600"/>
                  </a:cubicBezTo>
                  <a:cubicBezTo>
                    <a:pt x="21600" y="30204"/>
                    <a:pt x="16493" y="37988"/>
                    <a:pt x="8600" y="41414"/>
                  </a:cubicBezTo>
                </a:path>
                <a:path w="21600" h="41414" stroke="0" extrusionOk="0">
                  <a:moveTo>
                    <a:pt x="-1" y="0"/>
                  </a:moveTo>
                  <a:cubicBezTo>
                    <a:pt x="11929" y="0"/>
                    <a:pt x="21600" y="9670"/>
                    <a:pt x="21600" y="21600"/>
                  </a:cubicBezTo>
                  <a:cubicBezTo>
                    <a:pt x="21600" y="30204"/>
                    <a:pt x="16493" y="37988"/>
                    <a:pt x="8600" y="41414"/>
                  </a:cubicBezTo>
                  <a:lnTo>
                    <a:pt x="0" y="21600"/>
                  </a:lnTo>
                  <a:close/>
                </a:path>
              </a:pathLst>
            </a:custGeom>
            <a:noFill/>
            <a:ln w="9525">
              <a:solidFill>
                <a:schemeClr val="tx1"/>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graphicFrame>
          <p:nvGraphicFramePr>
            <p:cNvPr id="27" name="Object 29"/>
            <p:cNvGraphicFramePr>
              <a:graphicFrameLocks noChangeAspect="1"/>
            </p:cNvGraphicFramePr>
            <p:nvPr/>
          </p:nvGraphicFramePr>
          <p:xfrm>
            <a:off x="4080" y="1809"/>
            <a:ext cx="744" cy="192"/>
          </p:xfrm>
          <a:graphic>
            <a:graphicData uri="http://schemas.openxmlformats.org/presentationml/2006/ole">
              <mc:AlternateContent xmlns:mc="http://schemas.openxmlformats.org/markup-compatibility/2006">
                <mc:Choice xmlns:v="urn:schemas-microsoft-com:vml" Requires="v">
                  <p:oleObj spid="_x0000_s3" name="公式" r:id="rId3" imgW="634365" imgH="165100" progId="Equation.3">
                    <p:embed/>
                  </p:oleObj>
                </mc:Choice>
                <mc:Fallback>
                  <p:oleObj name="公式" r:id="rId3" imgW="634365" imgH="165100" progId="Equation.3">
                    <p:embed/>
                    <p:pic>
                      <p:nvPicPr>
                        <p:cNvPr id="0" name="Object 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80" y="1809"/>
                          <a:ext cx="744"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 name="Object 30"/>
            <p:cNvGraphicFramePr>
              <a:graphicFrameLocks noChangeAspect="1"/>
            </p:cNvGraphicFramePr>
            <p:nvPr/>
          </p:nvGraphicFramePr>
          <p:xfrm>
            <a:off x="3896" y="2637"/>
            <a:ext cx="784" cy="254"/>
          </p:xfrm>
          <a:graphic>
            <a:graphicData uri="http://schemas.openxmlformats.org/presentationml/2006/ole">
              <mc:AlternateContent xmlns:mc="http://schemas.openxmlformats.org/markup-compatibility/2006">
                <mc:Choice xmlns:v="urn:schemas-microsoft-com:vml" Requires="v">
                  <p:oleObj spid="_x0000_s4" name="公式" r:id="rId5" imgW="622300" imgH="203200" progId="Equation.3">
                    <p:embed/>
                  </p:oleObj>
                </mc:Choice>
                <mc:Fallback>
                  <p:oleObj name="公式" r:id="rId5" imgW="622300" imgH="203200" progId="Equation.3">
                    <p:embed/>
                    <p:pic>
                      <p:nvPicPr>
                        <p:cNvPr id="0" name="Object 3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96" y="2637"/>
                          <a:ext cx="784" cy="2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 name="Object 31"/>
            <p:cNvGraphicFramePr>
              <a:graphicFrameLocks noChangeAspect="1"/>
            </p:cNvGraphicFramePr>
            <p:nvPr/>
          </p:nvGraphicFramePr>
          <p:xfrm>
            <a:off x="4224" y="2304"/>
            <a:ext cx="169" cy="188"/>
          </p:xfrm>
          <a:graphic>
            <a:graphicData uri="http://schemas.openxmlformats.org/presentationml/2006/ole">
              <mc:AlternateContent xmlns:mc="http://schemas.openxmlformats.org/markup-compatibility/2006">
                <mc:Choice xmlns:v="urn:schemas-microsoft-com:vml" Requires="v">
                  <p:oleObj spid="_x0000_s5" name="公式" r:id="rId7" imgW="127000" imgH="139700" progId="Equation.3">
                    <p:embed/>
                  </p:oleObj>
                </mc:Choice>
                <mc:Fallback>
                  <p:oleObj name="公式" r:id="rId7" imgW="127000" imgH="139700" progId="Equation.3">
                    <p:embed/>
                    <p:pic>
                      <p:nvPicPr>
                        <p:cNvPr id="0" name="Object 3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24" y="2304"/>
                          <a:ext cx="169" cy="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mc:AlternateContent xmlns:mc="http://schemas.openxmlformats.org/markup-compatibility/2006">
        <mc:Choice xmlns:a14="http://schemas.microsoft.com/office/drawing/2010/main" Requires="a14">
          <p:sp>
            <p:nvSpPr>
              <p:cNvPr id="35" name="Object 33"/>
              <p:cNvSpPr txBox="1"/>
              <p:nvPr/>
            </p:nvSpPr>
            <p:spPr bwMode="auto">
              <a:xfrm>
                <a:off x="274324" y="4523129"/>
                <a:ext cx="8595352" cy="1555637"/>
              </a:xfrm>
              <a:prstGeom prst="rect">
                <a:avLst/>
              </a:prstGeom>
              <a:noFill/>
              <a:ln>
                <a:noFill/>
              </a:ln>
              <a:effectLst/>
            </p:spPr>
            <p:txBody>
              <a:bodyPr>
                <a:noAutofit/>
              </a:bodyPr>
              <a:lstStyle/>
              <a:p>
                <a:r>
                  <a:rPr lang="zh-CN" altLang="en-US" sz="3000" dirty="0">
                    <a:solidFill>
                      <a:srgbClr val="000000"/>
                    </a:solidFill>
                    <a:latin typeface="楷体" panose="02010609060101010101" pitchFamily="49" charset="-122"/>
                    <a:ea typeface="楷体" panose="02010609060101010101" pitchFamily="49" charset="-122"/>
                  </a:rPr>
                  <a:t>由</a:t>
                </a:r>
                <a14:m>
                  <m:oMath xmlns:m="http://schemas.openxmlformats.org/officeDocument/2006/math">
                    <m:r>
                      <m:rPr>
                        <m:sty m:val="p"/>
                      </m:rPr>
                      <a:rPr lang="el-GR" altLang="zh-CN" sz="3000" i="1">
                        <a:solidFill>
                          <a:srgbClr val="000000"/>
                        </a:solidFill>
                        <a:latin typeface="Cambria Math" panose="02040503050406030204" pitchFamily="18" charset="0"/>
                        <a:ea typeface="Cambria Math" panose="02040503050406030204" pitchFamily="18" charset="0"/>
                      </a:rPr>
                      <m:t>ω</m:t>
                    </m:r>
                    <m:r>
                      <a:rPr lang="en-US" altLang="zh-CN" sz="3000" i="1">
                        <a:solidFill>
                          <a:srgbClr val="000000"/>
                        </a:solidFill>
                        <a:latin typeface="Cambria Math" panose="02040503050406030204" pitchFamily="18" charset="0"/>
                        <a:ea typeface="Cambria Math" panose="02040503050406030204" pitchFamily="18" charset="0"/>
                      </a:rPr>
                      <m:t>=</m:t>
                    </m:r>
                    <m:sSup>
                      <m:sSupPr>
                        <m:ctrlPr>
                          <a:rPr lang="en-US" altLang="zh-CN" sz="3000" i="1">
                            <a:solidFill>
                              <a:srgbClr val="000000"/>
                            </a:solidFill>
                            <a:latin typeface="Cambria Math" panose="02040503050406030204" pitchFamily="18" charset="0"/>
                            <a:ea typeface="Cambria Math" panose="02040503050406030204" pitchFamily="18" charset="0"/>
                          </a:rPr>
                        </m:ctrlPr>
                      </m:sSupPr>
                      <m:e>
                        <m:r>
                          <a:rPr lang="en-US" altLang="zh-CN" sz="3000" i="1">
                            <a:solidFill>
                              <a:srgbClr val="000000"/>
                            </a:solidFill>
                            <a:latin typeface="Cambria Math" panose="02040503050406030204" pitchFamily="18" charset="0"/>
                            <a:ea typeface="Cambria Math" panose="02040503050406030204" pitchFamily="18" charset="0"/>
                          </a:rPr>
                          <m:t>𝑒</m:t>
                        </m:r>
                      </m:e>
                      <m:sup>
                        <m:r>
                          <a:rPr lang="en-US" altLang="zh-CN" sz="3000" i="1">
                            <a:solidFill>
                              <a:srgbClr val="000000"/>
                            </a:solidFill>
                            <a:latin typeface="Cambria Math" panose="02040503050406030204" pitchFamily="18" charset="0"/>
                            <a:ea typeface="Cambria Math" panose="02040503050406030204" pitchFamily="18" charset="0"/>
                          </a:rPr>
                          <m:t>𝑧</m:t>
                        </m:r>
                      </m:sup>
                    </m:sSup>
                  </m:oMath>
                </a14:m>
                <a:r>
                  <a:rPr lang="zh-CN" altLang="en-US" sz="3000" dirty="0">
                    <a:solidFill>
                      <a:srgbClr val="000000"/>
                    </a:solidFill>
                    <a:latin typeface="楷体" panose="02010609060101010101" pitchFamily="49" charset="-122"/>
                    <a:ea typeface="楷体" panose="02010609060101010101" pitchFamily="49" charset="-122"/>
                  </a:rPr>
                  <a:t>所构成的映射的特点是：把水平带形域</a:t>
                </a:r>
                <a14:m>
                  <m:oMath xmlns:m="http://schemas.openxmlformats.org/officeDocument/2006/math">
                    <m:r>
                      <a:rPr lang="en-US" altLang="zh-CN" sz="3000" i="1">
                        <a:solidFill>
                          <a:srgbClr val="000000"/>
                        </a:solidFill>
                        <a:latin typeface="Cambria Math" panose="02040503050406030204" pitchFamily="18" charset="0"/>
                      </a:rPr>
                      <m:t>0</m:t>
                    </m:r>
                    <m:r>
                      <a:rPr lang="en-US" altLang="zh-CN" sz="3000" i="1">
                        <a:solidFill>
                          <a:srgbClr val="000000"/>
                        </a:solidFill>
                        <a:latin typeface="Cambria Math" panose="02040503050406030204" pitchFamily="18" charset="0"/>
                      </a:rPr>
                      <m:t>&lt;</m:t>
                    </m:r>
                    <m:r>
                      <a:rPr lang="en-US" altLang="zh-CN" sz="3000" i="1">
                        <a:solidFill>
                          <a:srgbClr val="000000"/>
                        </a:solidFill>
                        <a:latin typeface="Cambria Math" panose="02040503050406030204" pitchFamily="18" charset="0"/>
                      </a:rPr>
                      <m:t>𝐼𝑚</m:t>
                    </m:r>
                    <m:d>
                      <m:dPr>
                        <m:ctrlPr>
                          <a:rPr lang="en-US" altLang="zh-CN" sz="3000" i="1">
                            <a:solidFill>
                              <a:srgbClr val="000000"/>
                            </a:solidFill>
                            <a:latin typeface="Cambria Math" panose="02040503050406030204" pitchFamily="18" charset="0"/>
                          </a:rPr>
                        </m:ctrlPr>
                      </m:dPr>
                      <m:e>
                        <m:r>
                          <a:rPr lang="en-US" altLang="zh-CN" sz="3000" i="1">
                            <a:solidFill>
                              <a:srgbClr val="000000"/>
                            </a:solidFill>
                            <a:latin typeface="Cambria Math" panose="02040503050406030204" pitchFamily="18" charset="0"/>
                          </a:rPr>
                          <m:t>𝑧</m:t>
                        </m:r>
                      </m:e>
                    </m:d>
                    <m:r>
                      <a:rPr lang="en-US" altLang="zh-CN" sz="3000" i="1">
                        <a:solidFill>
                          <a:srgbClr val="000000"/>
                        </a:solidFill>
                        <a:latin typeface="Cambria Math" panose="02040503050406030204" pitchFamily="18" charset="0"/>
                      </a:rPr>
                      <m:t>&lt;</m:t>
                    </m:r>
                    <m:r>
                      <a:rPr lang="en-US" altLang="zh-CN" sz="3000" i="1">
                        <a:solidFill>
                          <a:srgbClr val="000000"/>
                        </a:solidFill>
                        <a:latin typeface="Cambria Math" panose="02040503050406030204" pitchFamily="18" charset="0"/>
                      </a:rPr>
                      <m:t>𝑎</m:t>
                    </m:r>
                    <m:r>
                      <a:rPr lang="en-US" altLang="zh-CN" sz="3000" i="1">
                        <a:solidFill>
                          <a:srgbClr val="000000"/>
                        </a:solidFill>
                        <a:latin typeface="Cambria Math" panose="02040503050406030204" pitchFamily="18" charset="0"/>
                      </a:rPr>
                      <m:t>(</m:t>
                    </m:r>
                    <m:r>
                      <a:rPr lang="en-US" altLang="zh-CN" sz="3000" i="1">
                        <a:solidFill>
                          <a:srgbClr val="000000"/>
                        </a:solidFill>
                        <a:latin typeface="Cambria Math" panose="02040503050406030204" pitchFamily="18" charset="0"/>
                      </a:rPr>
                      <m:t>𝑎</m:t>
                    </m:r>
                    <m:r>
                      <a:rPr lang="en-US" altLang="zh-CN" sz="3000" i="1">
                        <a:solidFill>
                          <a:srgbClr val="000000"/>
                        </a:solidFill>
                        <a:latin typeface="Cambria Math" panose="02040503050406030204" pitchFamily="18" charset="0"/>
                        <a:ea typeface="Cambria Math" panose="02040503050406030204" pitchFamily="18" charset="0"/>
                      </a:rPr>
                      <m:t>≤</m:t>
                    </m:r>
                    <m:r>
                      <a:rPr lang="en-US" altLang="zh-CN" sz="3000" i="1">
                        <a:solidFill>
                          <a:srgbClr val="000000"/>
                        </a:solidFill>
                        <a:latin typeface="Cambria Math" panose="02040503050406030204" pitchFamily="18" charset="0"/>
                        <a:ea typeface="Cambria Math" panose="02040503050406030204" pitchFamily="18" charset="0"/>
                      </a:rPr>
                      <m:t>2</m:t>
                    </m:r>
                    <m:r>
                      <a:rPr lang="zh-CN" altLang="en-US" sz="3000" i="1">
                        <a:solidFill>
                          <a:srgbClr val="000000"/>
                        </a:solidFill>
                        <a:latin typeface="Cambria Math" panose="02040503050406030204" pitchFamily="18" charset="0"/>
                        <a:ea typeface="Cambria Math" panose="02040503050406030204" pitchFamily="18" charset="0"/>
                      </a:rPr>
                      <m:t>𝜋</m:t>
                    </m:r>
                    <m:r>
                      <a:rPr lang="en-US" altLang="zh-CN" sz="3000" i="1">
                        <a:solidFill>
                          <a:srgbClr val="000000"/>
                        </a:solidFill>
                        <a:latin typeface="Cambria Math" panose="02040503050406030204" pitchFamily="18" charset="0"/>
                      </a:rPr>
                      <m:t>)</m:t>
                    </m:r>
                    <m:r>
                      <a:rPr lang="zh-CN" altLang="en-US" sz="3000" i="1">
                        <a:solidFill>
                          <a:srgbClr val="000000"/>
                        </a:solidFill>
                        <a:latin typeface="Cambria Math" panose="02040503050406030204" pitchFamily="18" charset="0"/>
                      </a:rPr>
                      <m:t>→</m:t>
                    </m:r>
                  </m:oMath>
                </a14:m>
                <a:r>
                  <a:rPr lang="zh-CN" altLang="en-US" sz="3000" dirty="0">
                    <a:solidFill>
                      <a:srgbClr val="000000"/>
                    </a:solidFill>
                    <a:latin typeface="楷体" panose="02010609060101010101" pitchFamily="49" charset="-122"/>
                    <a:ea typeface="楷体" panose="02010609060101010101" pitchFamily="49" charset="-122"/>
                  </a:rPr>
                  <a:t>角形域</a:t>
                </a:r>
                <a14:m>
                  <m:oMath xmlns:m="http://schemas.openxmlformats.org/officeDocument/2006/math">
                    <m:r>
                      <a:rPr lang="en-US" altLang="zh-CN" sz="3000" i="1">
                        <a:solidFill>
                          <a:srgbClr val="000000"/>
                        </a:solidFill>
                        <a:latin typeface="Cambria Math" panose="02040503050406030204" pitchFamily="18" charset="0"/>
                        <a:ea typeface="楷体" panose="02010609060101010101" pitchFamily="49" charset="-122"/>
                      </a:rPr>
                      <m:t>0</m:t>
                    </m:r>
                    <m:r>
                      <a:rPr lang="en-US" altLang="zh-CN" sz="3000" i="1">
                        <a:solidFill>
                          <a:srgbClr val="000000"/>
                        </a:solidFill>
                        <a:latin typeface="Cambria Math" panose="02040503050406030204" pitchFamily="18" charset="0"/>
                        <a:ea typeface="楷体" panose="02010609060101010101" pitchFamily="49" charset="-122"/>
                      </a:rPr>
                      <m:t>&lt;</m:t>
                    </m:r>
                    <m:r>
                      <a:rPr lang="en-US" altLang="zh-CN" sz="3000" i="1">
                        <a:solidFill>
                          <a:srgbClr val="000000"/>
                        </a:solidFill>
                        <a:latin typeface="Cambria Math" panose="02040503050406030204" pitchFamily="18" charset="0"/>
                        <a:ea typeface="楷体" panose="02010609060101010101" pitchFamily="49" charset="-122"/>
                      </a:rPr>
                      <m:t>𝑎𝑟𝑔</m:t>
                    </m:r>
                    <m:r>
                      <a:rPr lang="zh-CN" altLang="en-US" sz="3000" i="1">
                        <a:solidFill>
                          <a:srgbClr val="000000"/>
                        </a:solidFill>
                        <a:latin typeface="Cambria Math" panose="02040503050406030204" pitchFamily="18" charset="0"/>
                        <a:ea typeface="楷体" panose="02010609060101010101" pitchFamily="49" charset="-122"/>
                      </a:rPr>
                      <m:t>𝜔</m:t>
                    </m:r>
                    <m:r>
                      <a:rPr lang="en-US" altLang="zh-CN" sz="3000" i="1">
                        <a:solidFill>
                          <a:srgbClr val="000000"/>
                        </a:solidFill>
                        <a:latin typeface="Cambria Math" panose="02040503050406030204" pitchFamily="18" charset="0"/>
                        <a:ea typeface="楷体" panose="02010609060101010101" pitchFamily="49" charset="-122"/>
                      </a:rPr>
                      <m:t>&lt;</m:t>
                    </m:r>
                    <m:r>
                      <a:rPr lang="en-US" altLang="zh-CN" sz="3000" i="1">
                        <a:solidFill>
                          <a:srgbClr val="000000"/>
                        </a:solidFill>
                        <a:latin typeface="Cambria Math" panose="02040503050406030204" pitchFamily="18" charset="0"/>
                        <a:ea typeface="楷体" panose="02010609060101010101" pitchFamily="49" charset="-122"/>
                      </a:rPr>
                      <m:t>𝑎</m:t>
                    </m:r>
                  </m:oMath>
                </a14:m>
                <a:r>
                  <a:rPr lang="en-US" altLang="zh-CN" sz="3000" dirty="0">
                    <a:solidFill>
                      <a:srgbClr val="000000"/>
                    </a:solidFill>
                    <a:latin typeface="楷体" panose="02010609060101010101" pitchFamily="49" charset="-122"/>
                    <a:ea typeface="楷体" panose="02010609060101010101" pitchFamily="49" charset="-122"/>
                  </a:rPr>
                  <a:t>.</a:t>
                </a:r>
                <a:r>
                  <a:rPr lang="zh-CN" altLang="en-US" sz="3000" dirty="0">
                    <a:solidFill>
                      <a:srgbClr val="000000"/>
                    </a:solidFill>
                    <a:latin typeface="楷体" panose="02010609060101010101" pitchFamily="49" charset="-122"/>
                    <a:ea typeface="楷体" panose="02010609060101010101" pitchFamily="49" charset="-122"/>
                  </a:rPr>
                  <a:t>因此，若需要把带形域映射成角形域常用指数函数。</a:t>
                </a:r>
                <a:endParaRPr lang="zh-CN" altLang="en-US" sz="3000" dirty="0">
                  <a:latin typeface="楷体" panose="02010609060101010101" pitchFamily="49" charset="-122"/>
                  <a:ea typeface="楷体" panose="02010609060101010101" pitchFamily="49" charset="-122"/>
                </a:endParaRPr>
              </a:p>
            </p:txBody>
          </p:sp>
        </mc:Choice>
        <mc:Fallback>
          <p:sp>
            <p:nvSpPr>
              <p:cNvPr id="35" name="Object 33"/>
              <p:cNvSpPr txBox="1">
                <a:spLocks noRot="1" noChangeAspect="1" noMove="1" noResize="1" noEditPoints="1" noAdjustHandles="1" noChangeArrowheads="1" noChangeShapeType="1" noTextEdit="1"/>
              </p:cNvSpPr>
              <p:nvPr/>
            </p:nvSpPr>
            <p:spPr bwMode="auto">
              <a:xfrm>
                <a:off x="274324" y="4523129"/>
                <a:ext cx="8595352" cy="1555637"/>
              </a:xfrm>
              <a:prstGeom prst="rect">
                <a:avLst/>
              </a:prstGeom>
              <a:blipFill rotWithShape="1">
                <a:blip r:embed="rId9"/>
                <a:stretch>
                  <a:fillRect t="-2" r="7" b="35"/>
                </a:stretch>
              </a:blipFill>
              <a:ln>
                <a:noFill/>
              </a:ln>
              <a:effectLst/>
            </p:spPr>
            <p:txBody>
              <a:bodyPr/>
              <a:lstStyle/>
              <a:p>
                <a:r>
                  <a:rPr lang="zh-CN" altLang="en-US">
                    <a:noFill/>
                  </a:rPr>
                  <a:t> </a:t>
                </a:r>
              </a:p>
            </p:txBody>
          </p:sp>
        </mc:Fallback>
      </mc:AlternateContent>
      <p:sp>
        <p:nvSpPr>
          <p:cNvPr id="38" name="Text Box 6"/>
          <p:cNvSpPr txBox="1">
            <a:spLocks noChangeArrowheads="1"/>
          </p:cNvSpPr>
          <p:nvPr/>
        </p:nvSpPr>
        <p:spPr bwMode="auto">
          <a:xfrm>
            <a:off x="5602505" y="1244331"/>
            <a:ext cx="162736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l" rtl="0" eaLnBrk="0" fontAlgn="base" hangingPunct="0">
              <a:spcBef>
                <a:spcPct val="0"/>
              </a:spcBef>
              <a:spcAft>
                <a:spcPct val="0"/>
              </a:spcAft>
              <a:defRPr kumimoji="1" sz="2800" b="1" kern="1200">
                <a:solidFill>
                  <a:schemeClr val="tx1"/>
                </a:solidFill>
                <a:latin typeface="Times New Roman" panose="02020603050405020304" pitchFamily="18" charset="0"/>
                <a:ea typeface="黑体" panose="02010609060101010101" pitchFamily="49" charset="-122"/>
                <a:cs typeface="+mn-cs"/>
              </a:defRPr>
            </a:lvl1pPr>
            <a:lvl2pPr marL="457200" algn="l" rtl="0" eaLnBrk="0" fontAlgn="base" hangingPunct="0">
              <a:spcBef>
                <a:spcPct val="0"/>
              </a:spcBef>
              <a:spcAft>
                <a:spcPct val="0"/>
              </a:spcAft>
              <a:defRPr kumimoji="1" sz="2800" b="1" kern="1200">
                <a:solidFill>
                  <a:schemeClr val="tx1"/>
                </a:solidFill>
                <a:latin typeface="Times New Roman" panose="02020603050405020304" pitchFamily="18" charset="0"/>
                <a:ea typeface="黑体" panose="02010609060101010101" pitchFamily="49" charset="-122"/>
                <a:cs typeface="+mn-cs"/>
              </a:defRPr>
            </a:lvl2pPr>
            <a:lvl3pPr marL="914400" algn="l" rtl="0" eaLnBrk="0" fontAlgn="base" hangingPunct="0">
              <a:spcBef>
                <a:spcPct val="0"/>
              </a:spcBef>
              <a:spcAft>
                <a:spcPct val="0"/>
              </a:spcAft>
              <a:defRPr kumimoji="1" sz="2800" b="1" kern="1200">
                <a:solidFill>
                  <a:schemeClr val="tx1"/>
                </a:solidFill>
                <a:latin typeface="Times New Roman" panose="02020603050405020304" pitchFamily="18" charset="0"/>
                <a:ea typeface="黑体" panose="02010609060101010101" pitchFamily="49" charset="-122"/>
                <a:cs typeface="+mn-cs"/>
              </a:defRPr>
            </a:lvl3pPr>
            <a:lvl4pPr marL="1371600" algn="l" rtl="0" eaLnBrk="0" fontAlgn="base" hangingPunct="0">
              <a:spcBef>
                <a:spcPct val="0"/>
              </a:spcBef>
              <a:spcAft>
                <a:spcPct val="0"/>
              </a:spcAft>
              <a:defRPr kumimoji="1" sz="2800" b="1" kern="1200">
                <a:solidFill>
                  <a:schemeClr val="tx1"/>
                </a:solidFill>
                <a:latin typeface="Times New Roman" panose="02020603050405020304" pitchFamily="18" charset="0"/>
                <a:ea typeface="黑体" panose="02010609060101010101" pitchFamily="49" charset="-122"/>
                <a:cs typeface="+mn-cs"/>
              </a:defRPr>
            </a:lvl4pPr>
            <a:lvl5pPr marL="1828800" algn="l" rtl="0" eaLnBrk="0" fontAlgn="base" hangingPunct="0">
              <a:spcBef>
                <a:spcPct val="0"/>
              </a:spcBef>
              <a:spcAft>
                <a:spcPct val="0"/>
              </a:spcAft>
              <a:defRPr kumimoji="1" sz="2800" b="1" kern="1200">
                <a:solidFill>
                  <a:schemeClr val="tx1"/>
                </a:solidFill>
                <a:latin typeface="Times New Roman" panose="02020603050405020304" pitchFamily="18" charset="0"/>
                <a:ea typeface="黑体" panose="02010609060101010101" pitchFamily="49" charset="-122"/>
                <a:cs typeface="+mn-cs"/>
              </a:defRPr>
            </a:lvl5pPr>
            <a:lvl6pPr marL="2286000" algn="l" defTabSz="914400" rtl="0" eaLnBrk="1" latinLnBrk="0" hangingPunct="1">
              <a:defRPr kumimoji="1" sz="2800" b="1" kern="1200">
                <a:solidFill>
                  <a:schemeClr val="tx1"/>
                </a:solidFill>
                <a:latin typeface="Times New Roman" panose="02020603050405020304" pitchFamily="18" charset="0"/>
                <a:ea typeface="黑体" panose="02010609060101010101" pitchFamily="49" charset="-122"/>
                <a:cs typeface="+mn-cs"/>
              </a:defRPr>
            </a:lvl6pPr>
            <a:lvl7pPr marL="2743200" algn="l" defTabSz="914400" rtl="0" eaLnBrk="1" latinLnBrk="0" hangingPunct="1">
              <a:defRPr kumimoji="1" sz="2800" b="1" kern="1200">
                <a:solidFill>
                  <a:schemeClr val="tx1"/>
                </a:solidFill>
                <a:latin typeface="Times New Roman" panose="02020603050405020304" pitchFamily="18" charset="0"/>
                <a:ea typeface="黑体" panose="02010609060101010101" pitchFamily="49" charset="-122"/>
                <a:cs typeface="+mn-cs"/>
              </a:defRPr>
            </a:lvl7pPr>
            <a:lvl8pPr marL="3200400" algn="l" defTabSz="914400" rtl="0" eaLnBrk="1" latinLnBrk="0" hangingPunct="1">
              <a:defRPr kumimoji="1" sz="2800" b="1" kern="1200">
                <a:solidFill>
                  <a:schemeClr val="tx1"/>
                </a:solidFill>
                <a:latin typeface="Times New Roman" panose="02020603050405020304" pitchFamily="18" charset="0"/>
                <a:ea typeface="黑体" panose="02010609060101010101" pitchFamily="49" charset="-122"/>
                <a:cs typeface="+mn-cs"/>
              </a:defRPr>
            </a:lvl8pPr>
            <a:lvl9pPr marL="3657600" algn="l" defTabSz="914400" rtl="0" eaLnBrk="1" latinLnBrk="0" hangingPunct="1">
              <a:defRPr kumimoji="1" sz="2800" b="1" kern="1200">
                <a:solidFill>
                  <a:schemeClr val="tx1"/>
                </a:solidFill>
                <a:latin typeface="Times New Roman" panose="02020603050405020304" pitchFamily="18" charset="0"/>
                <a:ea typeface="黑体" panose="02010609060101010101" pitchFamily="49" charset="-122"/>
                <a:cs typeface="+mn-cs"/>
              </a:defRPr>
            </a:lvl9pPr>
          </a:lstStyle>
          <a:p>
            <a:pPr eaLnBrk="1" hangingPunct="1"/>
            <a:r>
              <a:rPr lang="zh-CN" altLang="en-US" dirty="0">
                <a:latin typeface="楷体" panose="02010609060101010101" pitchFamily="49" charset="-122"/>
                <a:ea typeface="楷体" panose="02010609060101010101" pitchFamily="49" charset="-122"/>
              </a:rPr>
              <a:t>角形区域</a:t>
            </a:r>
            <a:endParaRPr lang="zh-CN" altLang="en-US" dirty="0">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39" name="Text Box 6"/>
              <p:cNvSpPr txBox="1">
                <a:spLocks noChangeArrowheads="1"/>
              </p:cNvSpPr>
              <p:nvPr/>
            </p:nvSpPr>
            <p:spPr bwMode="auto">
              <a:xfrm>
                <a:off x="390128" y="688964"/>
                <a:ext cx="402834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l" rtl="0" eaLnBrk="0" fontAlgn="base" hangingPunct="0">
                  <a:spcBef>
                    <a:spcPct val="0"/>
                  </a:spcBef>
                  <a:spcAft>
                    <a:spcPct val="0"/>
                  </a:spcAft>
                  <a:defRPr kumimoji="1" sz="2800" b="1" kern="1200">
                    <a:solidFill>
                      <a:schemeClr val="tx1"/>
                    </a:solidFill>
                    <a:latin typeface="Times New Roman" panose="02020603050405020304" pitchFamily="18" charset="0"/>
                    <a:ea typeface="黑体" panose="02010609060101010101" pitchFamily="49" charset="-122"/>
                    <a:cs typeface="+mn-cs"/>
                  </a:defRPr>
                </a:lvl1pPr>
                <a:lvl2pPr marL="457200" algn="l" rtl="0" eaLnBrk="0" fontAlgn="base" hangingPunct="0">
                  <a:spcBef>
                    <a:spcPct val="0"/>
                  </a:spcBef>
                  <a:spcAft>
                    <a:spcPct val="0"/>
                  </a:spcAft>
                  <a:defRPr kumimoji="1" sz="2800" b="1" kern="1200">
                    <a:solidFill>
                      <a:schemeClr val="tx1"/>
                    </a:solidFill>
                    <a:latin typeface="Times New Roman" panose="02020603050405020304" pitchFamily="18" charset="0"/>
                    <a:ea typeface="黑体" panose="02010609060101010101" pitchFamily="49" charset="-122"/>
                    <a:cs typeface="+mn-cs"/>
                  </a:defRPr>
                </a:lvl2pPr>
                <a:lvl3pPr marL="914400" algn="l" rtl="0" eaLnBrk="0" fontAlgn="base" hangingPunct="0">
                  <a:spcBef>
                    <a:spcPct val="0"/>
                  </a:spcBef>
                  <a:spcAft>
                    <a:spcPct val="0"/>
                  </a:spcAft>
                  <a:defRPr kumimoji="1" sz="2800" b="1" kern="1200">
                    <a:solidFill>
                      <a:schemeClr val="tx1"/>
                    </a:solidFill>
                    <a:latin typeface="Times New Roman" panose="02020603050405020304" pitchFamily="18" charset="0"/>
                    <a:ea typeface="黑体" panose="02010609060101010101" pitchFamily="49" charset="-122"/>
                    <a:cs typeface="+mn-cs"/>
                  </a:defRPr>
                </a:lvl3pPr>
                <a:lvl4pPr marL="1371600" algn="l" rtl="0" eaLnBrk="0" fontAlgn="base" hangingPunct="0">
                  <a:spcBef>
                    <a:spcPct val="0"/>
                  </a:spcBef>
                  <a:spcAft>
                    <a:spcPct val="0"/>
                  </a:spcAft>
                  <a:defRPr kumimoji="1" sz="2800" b="1" kern="1200">
                    <a:solidFill>
                      <a:schemeClr val="tx1"/>
                    </a:solidFill>
                    <a:latin typeface="Times New Roman" panose="02020603050405020304" pitchFamily="18" charset="0"/>
                    <a:ea typeface="黑体" panose="02010609060101010101" pitchFamily="49" charset="-122"/>
                    <a:cs typeface="+mn-cs"/>
                  </a:defRPr>
                </a:lvl4pPr>
                <a:lvl5pPr marL="1828800" algn="l" rtl="0" eaLnBrk="0" fontAlgn="base" hangingPunct="0">
                  <a:spcBef>
                    <a:spcPct val="0"/>
                  </a:spcBef>
                  <a:spcAft>
                    <a:spcPct val="0"/>
                  </a:spcAft>
                  <a:defRPr kumimoji="1" sz="2800" b="1" kern="1200">
                    <a:solidFill>
                      <a:schemeClr val="tx1"/>
                    </a:solidFill>
                    <a:latin typeface="Times New Roman" panose="02020603050405020304" pitchFamily="18" charset="0"/>
                    <a:ea typeface="黑体" panose="02010609060101010101" pitchFamily="49" charset="-122"/>
                    <a:cs typeface="+mn-cs"/>
                  </a:defRPr>
                </a:lvl5pPr>
                <a:lvl6pPr marL="2286000" algn="l" defTabSz="914400" rtl="0" eaLnBrk="1" latinLnBrk="0" hangingPunct="1">
                  <a:defRPr kumimoji="1" sz="2800" b="1" kern="1200">
                    <a:solidFill>
                      <a:schemeClr val="tx1"/>
                    </a:solidFill>
                    <a:latin typeface="Times New Roman" panose="02020603050405020304" pitchFamily="18" charset="0"/>
                    <a:ea typeface="黑体" panose="02010609060101010101" pitchFamily="49" charset="-122"/>
                    <a:cs typeface="+mn-cs"/>
                  </a:defRPr>
                </a:lvl6pPr>
                <a:lvl7pPr marL="2743200" algn="l" defTabSz="914400" rtl="0" eaLnBrk="1" latinLnBrk="0" hangingPunct="1">
                  <a:defRPr kumimoji="1" sz="2800" b="1" kern="1200">
                    <a:solidFill>
                      <a:schemeClr val="tx1"/>
                    </a:solidFill>
                    <a:latin typeface="Times New Roman" panose="02020603050405020304" pitchFamily="18" charset="0"/>
                    <a:ea typeface="黑体" panose="02010609060101010101" pitchFamily="49" charset="-122"/>
                    <a:cs typeface="+mn-cs"/>
                  </a:defRPr>
                </a:lvl7pPr>
                <a:lvl8pPr marL="3200400" algn="l" defTabSz="914400" rtl="0" eaLnBrk="1" latinLnBrk="0" hangingPunct="1">
                  <a:defRPr kumimoji="1" sz="2800" b="1" kern="1200">
                    <a:solidFill>
                      <a:schemeClr val="tx1"/>
                    </a:solidFill>
                    <a:latin typeface="Times New Roman" panose="02020603050405020304" pitchFamily="18" charset="0"/>
                    <a:ea typeface="黑体" panose="02010609060101010101" pitchFamily="49" charset="-122"/>
                    <a:cs typeface="+mn-cs"/>
                  </a:defRPr>
                </a:lvl8pPr>
                <a:lvl9pPr marL="3657600" algn="l" defTabSz="914400" rtl="0" eaLnBrk="1" latinLnBrk="0" hangingPunct="1">
                  <a:defRPr kumimoji="1" sz="2800" b="1" kern="1200">
                    <a:solidFill>
                      <a:schemeClr val="tx1"/>
                    </a:solidFill>
                    <a:latin typeface="Times New Roman" panose="02020603050405020304" pitchFamily="18" charset="0"/>
                    <a:ea typeface="黑体" panose="02010609060101010101" pitchFamily="49" charset="-122"/>
                    <a:cs typeface="+mn-cs"/>
                  </a:defRPr>
                </a:lvl9pPr>
              </a:lstStyle>
              <a:p>
                <a:pPr eaLnBrk="1" hangingPunct="1"/>
                <a14:m>
                  <m:oMathPara xmlns:m="http://schemas.openxmlformats.org/officeDocument/2006/math">
                    <m:oMathParaPr>
                      <m:jc m:val="centerGroup"/>
                    </m:oMathParaPr>
                    <m:oMath xmlns:m="http://schemas.openxmlformats.org/officeDocument/2006/math">
                      <m:r>
                        <a:rPr lang="en-US" altLang="zh-CN" b="0" i="1">
                          <a:solidFill>
                            <a:srgbClr val="000000"/>
                          </a:solidFill>
                          <a:latin typeface="Cambria Math" panose="02040503050406030204" pitchFamily="18" charset="0"/>
                        </a:rPr>
                        <m:t>0</m:t>
                      </m:r>
                      <m:r>
                        <a:rPr lang="en-US" altLang="zh-CN" b="0" i="1">
                          <a:solidFill>
                            <a:srgbClr val="000000"/>
                          </a:solidFill>
                          <a:latin typeface="Cambria Math" panose="02040503050406030204" pitchFamily="18" charset="0"/>
                        </a:rPr>
                        <m:t>&lt;</m:t>
                      </m:r>
                      <m:r>
                        <a:rPr lang="en-US" altLang="zh-CN" b="0" i="1">
                          <a:solidFill>
                            <a:srgbClr val="000000"/>
                          </a:solidFill>
                          <a:latin typeface="Cambria Math" panose="02040503050406030204" pitchFamily="18" charset="0"/>
                        </a:rPr>
                        <m:t>𝐼𝑚</m:t>
                      </m:r>
                      <m:d>
                        <m:dPr>
                          <m:ctrlPr>
                            <a:rPr lang="en-US" altLang="zh-CN" b="0" i="1">
                              <a:solidFill>
                                <a:srgbClr val="000000"/>
                              </a:solidFill>
                              <a:latin typeface="Cambria Math" panose="02040503050406030204" pitchFamily="18" charset="0"/>
                            </a:rPr>
                          </m:ctrlPr>
                        </m:dPr>
                        <m:e>
                          <m:r>
                            <a:rPr lang="en-US" altLang="zh-CN" b="0" i="1">
                              <a:solidFill>
                                <a:srgbClr val="000000"/>
                              </a:solidFill>
                              <a:latin typeface="Cambria Math" panose="02040503050406030204" pitchFamily="18" charset="0"/>
                            </a:rPr>
                            <m:t>𝑧</m:t>
                          </m:r>
                        </m:e>
                      </m:d>
                      <m:r>
                        <a:rPr lang="en-US" altLang="zh-CN" b="0" i="1">
                          <a:solidFill>
                            <a:srgbClr val="000000"/>
                          </a:solidFill>
                          <a:latin typeface="Cambria Math" panose="02040503050406030204" pitchFamily="18" charset="0"/>
                        </a:rPr>
                        <m:t>&lt;</m:t>
                      </m:r>
                      <m:r>
                        <a:rPr lang="en-US" altLang="zh-CN" b="0" i="1">
                          <a:solidFill>
                            <a:srgbClr val="000000"/>
                          </a:solidFill>
                          <a:latin typeface="Cambria Math" panose="02040503050406030204" pitchFamily="18" charset="0"/>
                        </a:rPr>
                        <m:t>𝑎</m:t>
                      </m:r>
                      <m:r>
                        <a:rPr lang="en-US" altLang="zh-CN" b="0" i="1">
                          <a:solidFill>
                            <a:srgbClr val="000000"/>
                          </a:solidFill>
                          <a:latin typeface="Cambria Math" panose="02040503050406030204" pitchFamily="18" charset="0"/>
                        </a:rPr>
                        <m:t>(</m:t>
                      </m:r>
                      <m:r>
                        <a:rPr lang="en-US" altLang="zh-CN" b="0" i="1">
                          <a:solidFill>
                            <a:srgbClr val="000000"/>
                          </a:solidFill>
                          <a:latin typeface="Cambria Math" panose="02040503050406030204" pitchFamily="18" charset="0"/>
                        </a:rPr>
                        <m:t>𝑎</m:t>
                      </m:r>
                      <m:r>
                        <a:rPr lang="en-US" altLang="zh-CN" b="0" i="1">
                          <a:solidFill>
                            <a:srgbClr val="000000"/>
                          </a:solidFill>
                          <a:latin typeface="Cambria Math" panose="02040503050406030204" pitchFamily="18" charset="0"/>
                          <a:ea typeface="Cambria Math" panose="02040503050406030204" pitchFamily="18" charset="0"/>
                        </a:rPr>
                        <m:t>≤</m:t>
                      </m:r>
                      <m:r>
                        <a:rPr lang="en-US" altLang="zh-CN" b="0" i="1">
                          <a:solidFill>
                            <a:srgbClr val="000000"/>
                          </a:solidFill>
                          <a:latin typeface="Cambria Math" panose="02040503050406030204" pitchFamily="18" charset="0"/>
                          <a:ea typeface="Cambria Math" panose="02040503050406030204" pitchFamily="18" charset="0"/>
                        </a:rPr>
                        <m:t>2</m:t>
                      </m:r>
                      <m:r>
                        <a:rPr lang="zh-CN" altLang="en-US" b="0" i="1">
                          <a:solidFill>
                            <a:srgbClr val="000000"/>
                          </a:solidFill>
                          <a:latin typeface="Cambria Math" panose="02040503050406030204" pitchFamily="18" charset="0"/>
                          <a:ea typeface="Cambria Math" panose="02040503050406030204" pitchFamily="18" charset="0"/>
                        </a:rPr>
                        <m:t>𝜋</m:t>
                      </m:r>
                      <m:r>
                        <a:rPr lang="en-US" altLang="zh-CN" b="0" i="1">
                          <a:solidFill>
                            <a:srgbClr val="000000"/>
                          </a:solidFill>
                          <a:latin typeface="Cambria Math" panose="02040503050406030204" pitchFamily="18" charset="0"/>
                        </a:rPr>
                        <m:t>)</m:t>
                      </m:r>
                    </m:oMath>
                  </m:oMathPara>
                </a14:m>
                <a:endParaRPr lang="zh-CN" altLang="en-US" dirty="0">
                  <a:latin typeface="楷体" panose="02010609060101010101" pitchFamily="49" charset="-122"/>
                  <a:ea typeface="楷体" panose="02010609060101010101" pitchFamily="49" charset="-122"/>
                </a:endParaRPr>
              </a:p>
            </p:txBody>
          </p:sp>
        </mc:Choice>
        <mc:Fallback>
          <p:sp>
            <p:nvSpPr>
              <p:cNvPr id="39" name="Text Box 6"/>
              <p:cNvSpPr txBox="1">
                <a:spLocks noRot="1" noChangeAspect="1" noMove="1" noResize="1" noEditPoints="1" noAdjustHandles="1" noChangeArrowheads="1" noChangeShapeType="1" noTextEdit="1"/>
              </p:cNvSpPr>
              <p:nvPr/>
            </p:nvSpPr>
            <p:spPr bwMode="auto">
              <a:xfrm>
                <a:off x="390128" y="688964"/>
                <a:ext cx="4028347" cy="523220"/>
              </a:xfrm>
              <a:prstGeom prst="rect">
                <a:avLst/>
              </a:prstGeom>
              <a:blipFill rotWithShape="1">
                <a:blip r:embed="rId10"/>
                <a:stretch>
                  <a:fillRect l="-6" t="-119" r="4" b="11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0" name="Text Box 6"/>
              <p:cNvSpPr txBox="1">
                <a:spLocks noChangeArrowheads="1"/>
              </p:cNvSpPr>
              <p:nvPr/>
            </p:nvSpPr>
            <p:spPr bwMode="auto">
              <a:xfrm>
                <a:off x="4665319" y="740756"/>
                <a:ext cx="365414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l" rtl="0" eaLnBrk="0" fontAlgn="base" hangingPunct="0">
                  <a:spcBef>
                    <a:spcPct val="0"/>
                  </a:spcBef>
                  <a:spcAft>
                    <a:spcPct val="0"/>
                  </a:spcAft>
                  <a:defRPr kumimoji="1" sz="2800" b="1" kern="1200">
                    <a:solidFill>
                      <a:schemeClr val="tx1"/>
                    </a:solidFill>
                    <a:latin typeface="Times New Roman" panose="02020603050405020304" pitchFamily="18" charset="0"/>
                    <a:ea typeface="黑体" panose="02010609060101010101" pitchFamily="49" charset="-122"/>
                    <a:cs typeface="+mn-cs"/>
                  </a:defRPr>
                </a:lvl1pPr>
                <a:lvl2pPr marL="457200" algn="l" rtl="0" eaLnBrk="0" fontAlgn="base" hangingPunct="0">
                  <a:spcBef>
                    <a:spcPct val="0"/>
                  </a:spcBef>
                  <a:spcAft>
                    <a:spcPct val="0"/>
                  </a:spcAft>
                  <a:defRPr kumimoji="1" sz="2800" b="1" kern="1200">
                    <a:solidFill>
                      <a:schemeClr val="tx1"/>
                    </a:solidFill>
                    <a:latin typeface="Times New Roman" panose="02020603050405020304" pitchFamily="18" charset="0"/>
                    <a:ea typeface="黑体" panose="02010609060101010101" pitchFamily="49" charset="-122"/>
                    <a:cs typeface="+mn-cs"/>
                  </a:defRPr>
                </a:lvl2pPr>
                <a:lvl3pPr marL="914400" algn="l" rtl="0" eaLnBrk="0" fontAlgn="base" hangingPunct="0">
                  <a:spcBef>
                    <a:spcPct val="0"/>
                  </a:spcBef>
                  <a:spcAft>
                    <a:spcPct val="0"/>
                  </a:spcAft>
                  <a:defRPr kumimoji="1" sz="2800" b="1" kern="1200">
                    <a:solidFill>
                      <a:schemeClr val="tx1"/>
                    </a:solidFill>
                    <a:latin typeface="Times New Roman" panose="02020603050405020304" pitchFamily="18" charset="0"/>
                    <a:ea typeface="黑体" panose="02010609060101010101" pitchFamily="49" charset="-122"/>
                    <a:cs typeface="+mn-cs"/>
                  </a:defRPr>
                </a:lvl3pPr>
                <a:lvl4pPr marL="1371600" algn="l" rtl="0" eaLnBrk="0" fontAlgn="base" hangingPunct="0">
                  <a:spcBef>
                    <a:spcPct val="0"/>
                  </a:spcBef>
                  <a:spcAft>
                    <a:spcPct val="0"/>
                  </a:spcAft>
                  <a:defRPr kumimoji="1" sz="2800" b="1" kern="1200">
                    <a:solidFill>
                      <a:schemeClr val="tx1"/>
                    </a:solidFill>
                    <a:latin typeface="Times New Roman" panose="02020603050405020304" pitchFamily="18" charset="0"/>
                    <a:ea typeface="黑体" panose="02010609060101010101" pitchFamily="49" charset="-122"/>
                    <a:cs typeface="+mn-cs"/>
                  </a:defRPr>
                </a:lvl4pPr>
                <a:lvl5pPr marL="1828800" algn="l" rtl="0" eaLnBrk="0" fontAlgn="base" hangingPunct="0">
                  <a:spcBef>
                    <a:spcPct val="0"/>
                  </a:spcBef>
                  <a:spcAft>
                    <a:spcPct val="0"/>
                  </a:spcAft>
                  <a:defRPr kumimoji="1" sz="2800" b="1" kern="1200">
                    <a:solidFill>
                      <a:schemeClr val="tx1"/>
                    </a:solidFill>
                    <a:latin typeface="Times New Roman" panose="02020603050405020304" pitchFamily="18" charset="0"/>
                    <a:ea typeface="黑体" panose="02010609060101010101" pitchFamily="49" charset="-122"/>
                    <a:cs typeface="+mn-cs"/>
                  </a:defRPr>
                </a:lvl5pPr>
                <a:lvl6pPr marL="2286000" algn="l" defTabSz="914400" rtl="0" eaLnBrk="1" latinLnBrk="0" hangingPunct="1">
                  <a:defRPr kumimoji="1" sz="2800" b="1" kern="1200">
                    <a:solidFill>
                      <a:schemeClr val="tx1"/>
                    </a:solidFill>
                    <a:latin typeface="Times New Roman" panose="02020603050405020304" pitchFamily="18" charset="0"/>
                    <a:ea typeface="黑体" panose="02010609060101010101" pitchFamily="49" charset="-122"/>
                    <a:cs typeface="+mn-cs"/>
                  </a:defRPr>
                </a:lvl6pPr>
                <a:lvl7pPr marL="2743200" algn="l" defTabSz="914400" rtl="0" eaLnBrk="1" latinLnBrk="0" hangingPunct="1">
                  <a:defRPr kumimoji="1" sz="2800" b="1" kern="1200">
                    <a:solidFill>
                      <a:schemeClr val="tx1"/>
                    </a:solidFill>
                    <a:latin typeface="Times New Roman" panose="02020603050405020304" pitchFamily="18" charset="0"/>
                    <a:ea typeface="黑体" panose="02010609060101010101" pitchFamily="49" charset="-122"/>
                    <a:cs typeface="+mn-cs"/>
                  </a:defRPr>
                </a:lvl7pPr>
                <a:lvl8pPr marL="3200400" algn="l" defTabSz="914400" rtl="0" eaLnBrk="1" latinLnBrk="0" hangingPunct="1">
                  <a:defRPr kumimoji="1" sz="2800" b="1" kern="1200">
                    <a:solidFill>
                      <a:schemeClr val="tx1"/>
                    </a:solidFill>
                    <a:latin typeface="Times New Roman" panose="02020603050405020304" pitchFamily="18" charset="0"/>
                    <a:ea typeface="黑体" panose="02010609060101010101" pitchFamily="49" charset="-122"/>
                    <a:cs typeface="+mn-cs"/>
                  </a:defRPr>
                </a:lvl8pPr>
                <a:lvl9pPr marL="3657600" algn="l" defTabSz="914400" rtl="0" eaLnBrk="1" latinLnBrk="0" hangingPunct="1">
                  <a:defRPr kumimoji="1" sz="2800" b="1" kern="1200">
                    <a:solidFill>
                      <a:schemeClr val="tx1"/>
                    </a:solidFill>
                    <a:latin typeface="Times New Roman" panose="02020603050405020304" pitchFamily="18" charset="0"/>
                    <a:ea typeface="黑体" panose="02010609060101010101" pitchFamily="49" charset="-122"/>
                    <a:cs typeface="+mn-cs"/>
                  </a:defRPr>
                </a:lvl9pPr>
              </a:lstStyle>
              <a:p>
                <a:pPr eaLnBrk="1" hangingPunct="1"/>
                <a14:m>
                  <m:oMathPara xmlns:m="http://schemas.openxmlformats.org/officeDocument/2006/math">
                    <m:oMathParaPr>
                      <m:jc m:val="centerGroup"/>
                    </m:oMathParaPr>
                    <m:oMath xmlns:m="http://schemas.openxmlformats.org/officeDocument/2006/math">
                      <m:r>
                        <m:rPr>
                          <m:nor/>
                        </m:rPr>
                        <a:rPr lang="zh-CN" altLang="en-US" dirty="0">
                          <a:solidFill>
                            <a:srgbClr val="000000"/>
                          </a:solidFill>
                          <a:latin typeface="楷体" panose="02010609060101010101" pitchFamily="49" charset="-122"/>
                          <a:ea typeface="楷体" panose="02010609060101010101" pitchFamily="49" charset="-122"/>
                        </a:rPr>
                        <m:t>角形域</m:t>
                      </m:r>
                      <m:r>
                        <a:rPr lang="en-US" altLang="zh-CN" b="0" i="1">
                          <a:solidFill>
                            <a:srgbClr val="000000"/>
                          </a:solidFill>
                          <a:latin typeface="Cambria Math" panose="02040503050406030204" pitchFamily="18" charset="0"/>
                          <a:ea typeface="楷体" panose="02010609060101010101" pitchFamily="49" charset="-122"/>
                        </a:rPr>
                        <m:t>0</m:t>
                      </m:r>
                      <m:r>
                        <a:rPr lang="en-US" altLang="zh-CN" b="0" i="1">
                          <a:solidFill>
                            <a:srgbClr val="000000"/>
                          </a:solidFill>
                          <a:latin typeface="Cambria Math" panose="02040503050406030204" pitchFamily="18" charset="0"/>
                          <a:ea typeface="楷体" panose="02010609060101010101" pitchFamily="49" charset="-122"/>
                        </a:rPr>
                        <m:t>&lt;</m:t>
                      </m:r>
                      <m:r>
                        <a:rPr lang="en-US" altLang="zh-CN" b="0" i="1">
                          <a:solidFill>
                            <a:srgbClr val="000000"/>
                          </a:solidFill>
                          <a:latin typeface="Cambria Math" panose="02040503050406030204" pitchFamily="18" charset="0"/>
                          <a:ea typeface="楷体" panose="02010609060101010101" pitchFamily="49" charset="-122"/>
                        </a:rPr>
                        <m:t>𝑎𝑟𝑔</m:t>
                      </m:r>
                      <m:r>
                        <a:rPr lang="zh-CN" altLang="en-US" b="0" i="1">
                          <a:solidFill>
                            <a:srgbClr val="000000"/>
                          </a:solidFill>
                          <a:latin typeface="Cambria Math" panose="02040503050406030204" pitchFamily="18" charset="0"/>
                          <a:ea typeface="楷体" panose="02010609060101010101" pitchFamily="49" charset="-122"/>
                        </a:rPr>
                        <m:t>𝜔</m:t>
                      </m:r>
                      <m:r>
                        <a:rPr lang="en-US" altLang="zh-CN" b="0" i="1">
                          <a:solidFill>
                            <a:srgbClr val="000000"/>
                          </a:solidFill>
                          <a:latin typeface="Cambria Math" panose="02040503050406030204" pitchFamily="18" charset="0"/>
                          <a:ea typeface="楷体" panose="02010609060101010101" pitchFamily="49" charset="-122"/>
                        </a:rPr>
                        <m:t>&lt;</m:t>
                      </m:r>
                      <m:r>
                        <a:rPr lang="en-US" altLang="zh-CN" b="0" i="1">
                          <a:solidFill>
                            <a:srgbClr val="000000"/>
                          </a:solidFill>
                          <a:latin typeface="Cambria Math" panose="02040503050406030204" pitchFamily="18" charset="0"/>
                          <a:ea typeface="楷体" panose="02010609060101010101" pitchFamily="49" charset="-122"/>
                        </a:rPr>
                        <m:t>𝑎</m:t>
                      </m:r>
                    </m:oMath>
                  </m:oMathPara>
                </a14:m>
                <a:endParaRPr lang="zh-CN" altLang="en-US" dirty="0">
                  <a:latin typeface="楷体" panose="02010609060101010101" pitchFamily="49" charset="-122"/>
                  <a:ea typeface="楷体" panose="02010609060101010101" pitchFamily="49" charset="-122"/>
                </a:endParaRPr>
              </a:p>
            </p:txBody>
          </p:sp>
        </mc:Choice>
        <mc:Fallback>
          <p:sp>
            <p:nvSpPr>
              <p:cNvPr id="40" name="Text Box 6"/>
              <p:cNvSpPr txBox="1">
                <a:spLocks noRot="1" noChangeAspect="1" noMove="1" noResize="1" noEditPoints="1" noAdjustHandles="1" noChangeArrowheads="1" noChangeShapeType="1" noTextEdit="1"/>
              </p:cNvSpPr>
              <p:nvPr/>
            </p:nvSpPr>
            <p:spPr bwMode="auto">
              <a:xfrm>
                <a:off x="4665319" y="740756"/>
                <a:ext cx="3654142" cy="523220"/>
              </a:xfrm>
              <a:prstGeom prst="rect">
                <a:avLst/>
              </a:prstGeom>
              <a:blipFill rotWithShape="1">
                <a:blip r:embed="rId11"/>
                <a:stretch>
                  <a:fillRect l="-17" t="-66" r="9" b="6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2" name="Text Box 6"/>
              <p:cNvSpPr txBox="1">
                <a:spLocks noChangeArrowheads="1"/>
              </p:cNvSpPr>
              <p:nvPr/>
            </p:nvSpPr>
            <p:spPr bwMode="auto">
              <a:xfrm>
                <a:off x="4087533" y="721111"/>
                <a:ext cx="66717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l" rtl="0" eaLnBrk="0" fontAlgn="base" hangingPunct="0">
                  <a:spcBef>
                    <a:spcPct val="0"/>
                  </a:spcBef>
                  <a:spcAft>
                    <a:spcPct val="0"/>
                  </a:spcAft>
                  <a:defRPr kumimoji="1" sz="2800" b="1" kern="1200">
                    <a:solidFill>
                      <a:schemeClr val="tx1"/>
                    </a:solidFill>
                    <a:latin typeface="Times New Roman" panose="02020603050405020304" pitchFamily="18" charset="0"/>
                    <a:ea typeface="黑体" panose="02010609060101010101" pitchFamily="49" charset="-122"/>
                    <a:cs typeface="+mn-cs"/>
                  </a:defRPr>
                </a:lvl1pPr>
                <a:lvl2pPr marL="457200" algn="l" rtl="0" eaLnBrk="0" fontAlgn="base" hangingPunct="0">
                  <a:spcBef>
                    <a:spcPct val="0"/>
                  </a:spcBef>
                  <a:spcAft>
                    <a:spcPct val="0"/>
                  </a:spcAft>
                  <a:defRPr kumimoji="1" sz="2800" b="1" kern="1200">
                    <a:solidFill>
                      <a:schemeClr val="tx1"/>
                    </a:solidFill>
                    <a:latin typeface="Times New Roman" panose="02020603050405020304" pitchFamily="18" charset="0"/>
                    <a:ea typeface="黑体" panose="02010609060101010101" pitchFamily="49" charset="-122"/>
                    <a:cs typeface="+mn-cs"/>
                  </a:defRPr>
                </a:lvl2pPr>
                <a:lvl3pPr marL="914400" algn="l" rtl="0" eaLnBrk="0" fontAlgn="base" hangingPunct="0">
                  <a:spcBef>
                    <a:spcPct val="0"/>
                  </a:spcBef>
                  <a:spcAft>
                    <a:spcPct val="0"/>
                  </a:spcAft>
                  <a:defRPr kumimoji="1" sz="2800" b="1" kern="1200">
                    <a:solidFill>
                      <a:schemeClr val="tx1"/>
                    </a:solidFill>
                    <a:latin typeface="Times New Roman" panose="02020603050405020304" pitchFamily="18" charset="0"/>
                    <a:ea typeface="黑体" panose="02010609060101010101" pitchFamily="49" charset="-122"/>
                    <a:cs typeface="+mn-cs"/>
                  </a:defRPr>
                </a:lvl3pPr>
                <a:lvl4pPr marL="1371600" algn="l" rtl="0" eaLnBrk="0" fontAlgn="base" hangingPunct="0">
                  <a:spcBef>
                    <a:spcPct val="0"/>
                  </a:spcBef>
                  <a:spcAft>
                    <a:spcPct val="0"/>
                  </a:spcAft>
                  <a:defRPr kumimoji="1" sz="2800" b="1" kern="1200">
                    <a:solidFill>
                      <a:schemeClr val="tx1"/>
                    </a:solidFill>
                    <a:latin typeface="Times New Roman" panose="02020603050405020304" pitchFamily="18" charset="0"/>
                    <a:ea typeface="黑体" panose="02010609060101010101" pitchFamily="49" charset="-122"/>
                    <a:cs typeface="+mn-cs"/>
                  </a:defRPr>
                </a:lvl4pPr>
                <a:lvl5pPr marL="1828800" algn="l" rtl="0" eaLnBrk="0" fontAlgn="base" hangingPunct="0">
                  <a:spcBef>
                    <a:spcPct val="0"/>
                  </a:spcBef>
                  <a:spcAft>
                    <a:spcPct val="0"/>
                  </a:spcAft>
                  <a:defRPr kumimoji="1" sz="2800" b="1" kern="1200">
                    <a:solidFill>
                      <a:schemeClr val="tx1"/>
                    </a:solidFill>
                    <a:latin typeface="Times New Roman" panose="02020603050405020304" pitchFamily="18" charset="0"/>
                    <a:ea typeface="黑体" panose="02010609060101010101" pitchFamily="49" charset="-122"/>
                    <a:cs typeface="+mn-cs"/>
                  </a:defRPr>
                </a:lvl5pPr>
                <a:lvl6pPr marL="2286000" algn="l" defTabSz="914400" rtl="0" eaLnBrk="1" latinLnBrk="0" hangingPunct="1">
                  <a:defRPr kumimoji="1" sz="2800" b="1" kern="1200">
                    <a:solidFill>
                      <a:schemeClr val="tx1"/>
                    </a:solidFill>
                    <a:latin typeface="Times New Roman" panose="02020603050405020304" pitchFamily="18" charset="0"/>
                    <a:ea typeface="黑体" panose="02010609060101010101" pitchFamily="49" charset="-122"/>
                    <a:cs typeface="+mn-cs"/>
                  </a:defRPr>
                </a:lvl6pPr>
                <a:lvl7pPr marL="2743200" algn="l" defTabSz="914400" rtl="0" eaLnBrk="1" latinLnBrk="0" hangingPunct="1">
                  <a:defRPr kumimoji="1" sz="2800" b="1" kern="1200">
                    <a:solidFill>
                      <a:schemeClr val="tx1"/>
                    </a:solidFill>
                    <a:latin typeface="Times New Roman" panose="02020603050405020304" pitchFamily="18" charset="0"/>
                    <a:ea typeface="黑体" panose="02010609060101010101" pitchFamily="49" charset="-122"/>
                    <a:cs typeface="+mn-cs"/>
                  </a:defRPr>
                </a:lvl7pPr>
                <a:lvl8pPr marL="3200400" algn="l" defTabSz="914400" rtl="0" eaLnBrk="1" latinLnBrk="0" hangingPunct="1">
                  <a:defRPr kumimoji="1" sz="2800" b="1" kern="1200">
                    <a:solidFill>
                      <a:schemeClr val="tx1"/>
                    </a:solidFill>
                    <a:latin typeface="Times New Roman" panose="02020603050405020304" pitchFamily="18" charset="0"/>
                    <a:ea typeface="黑体" panose="02010609060101010101" pitchFamily="49" charset="-122"/>
                    <a:cs typeface="+mn-cs"/>
                  </a:defRPr>
                </a:lvl8pPr>
                <a:lvl9pPr marL="3657600" algn="l" defTabSz="914400" rtl="0" eaLnBrk="1" latinLnBrk="0" hangingPunct="1">
                  <a:defRPr kumimoji="1" sz="2800" b="1" kern="1200">
                    <a:solidFill>
                      <a:schemeClr val="tx1"/>
                    </a:solidFill>
                    <a:latin typeface="Times New Roman" panose="02020603050405020304" pitchFamily="18" charset="0"/>
                    <a:ea typeface="黑体" panose="02010609060101010101" pitchFamily="49" charset="-122"/>
                    <a:cs typeface="+mn-cs"/>
                  </a:defRPr>
                </a:lvl9pPr>
              </a:lstStyle>
              <a:p>
                <a:pPr eaLnBrk="1" hangingPunct="1"/>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oMath>
                  </m:oMathPara>
                </a14:m>
                <a:endParaRPr lang="zh-CN" altLang="en-US" dirty="0">
                  <a:latin typeface="楷体" panose="02010609060101010101" pitchFamily="49" charset="-122"/>
                  <a:ea typeface="楷体" panose="02010609060101010101" pitchFamily="49" charset="-122"/>
                </a:endParaRPr>
              </a:p>
            </p:txBody>
          </p:sp>
        </mc:Choice>
        <mc:Fallback>
          <p:sp>
            <p:nvSpPr>
              <p:cNvPr id="42" name="Text Box 6"/>
              <p:cNvSpPr txBox="1">
                <a:spLocks noRot="1" noChangeAspect="1" noMove="1" noResize="1" noEditPoints="1" noAdjustHandles="1" noChangeArrowheads="1" noChangeShapeType="1" noTextEdit="1"/>
              </p:cNvSpPr>
              <p:nvPr/>
            </p:nvSpPr>
            <p:spPr bwMode="auto">
              <a:xfrm>
                <a:off x="4087533" y="721111"/>
                <a:ext cx="667170" cy="523220"/>
              </a:xfrm>
              <a:prstGeom prst="rect">
                <a:avLst/>
              </a:prstGeom>
              <a:blipFill rotWithShape="1">
                <a:blip r:embed="rId12"/>
                <a:stretch>
                  <a:fillRect l="-6" t="-74" r="69" b="7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6"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2.3 </a:t>
            </a:r>
            <a:r>
              <a:rPr lang="zh-CN" altLang="en-US" sz="1800" b="1" dirty="0">
                <a:latin typeface="楷体" panose="02010609060101010101" pitchFamily="49" charset="-122"/>
                <a:ea typeface="楷体" panose="02010609060101010101" pitchFamily="49" charset="-122"/>
              </a:rPr>
              <a:t>初等函数</a:t>
            </a:r>
            <a:endParaRPr lang="zh-CN" altLang="en-US" sz="1800" b="1" dirty="0">
              <a:latin typeface="楷体" panose="02010609060101010101" pitchFamily="49" charset="-122"/>
              <a:ea typeface="楷体" panose="02010609060101010101" pitchFamily="49" charset="-122"/>
            </a:endParaRPr>
          </a:p>
        </p:txBody>
      </p:sp>
      <p:cxnSp>
        <p:nvCxnSpPr>
          <p:cNvPr id="7" name="直接连接符 6"/>
          <p:cNvCxnSpPr/>
          <p:nvPr/>
        </p:nvCxnSpPr>
        <p:spPr>
          <a:xfrm flipV="1">
            <a:off x="55289" y="531629"/>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5" grpId="0"/>
      <p:bldP spid="38" grpId="0"/>
      <p:bldP spid="39" grpId="0"/>
      <p:bldP spid="40" grpId="0"/>
      <p:bldP spid="4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标题 1"/>
              <p:cNvSpPr>
                <a:spLocks noGrp="1"/>
              </p:cNvSpPr>
              <p:nvPr>
                <p:ph type="title"/>
              </p:nvPr>
            </p:nvSpPr>
            <p:spPr>
              <a:xfrm>
                <a:off x="528386" y="1187078"/>
                <a:ext cx="5963082" cy="827391"/>
              </a:xfrm>
            </p:spPr>
            <p:txBody>
              <a:bodyPr>
                <a:noAutofit/>
              </a:bodyPr>
              <a:lstStyle/>
              <a:p>
                <a:pPr>
                  <a:lnSpc>
                    <a:spcPct val="150000"/>
                  </a:lnSpc>
                </a:pPr>
                <a:r>
                  <a:rPr lang="en-US" altLang="zh-CN" sz="3000" dirty="0">
                    <a:latin typeface="楷体" panose="02010609060101010101" pitchFamily="49" charset="-122"/>
                    <a:ea typeface="楷体" panose="02010609060101010101" pitchFamily="49" charset="-122"/>
                  </a:rPr>
                  <a:t>1.</a:t>
                </a:r>
                <a14:m>
                  <m:oMath xmlns:m="http://schemas.openxmlformats.org/officeDocument/2006/math">
                    <m:r>
                      <m:rPr>
                        <m:sty m:val="p"/>
                      </m:rPr>
                      <a:rPr lang="en-US" altLang="zh-CN" sz="3000">
                        <a:latin typeface="Cambria Math" panose="02040503050406030204" pitchFamily="18" charset="0"/>
                        <a:ea typeface="楷体" panose="02010609060101010101" pitchFamily="49" charset="-122"/>
                      </a:rPr>
                      <m:t>Re</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𝑧</m:t>
                        </m:r>
                      </m:sup>
                    </m:sSup>
                    <m:r>
                      <a:rPr lang="en-US" altLang="zh-CN" sz="3000" i="1">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𝑥</m:t>
                        </m:r>
                      </m:sup>
                    </m:sSup>
                    <m:r>
                      <a:rPr lang="en-US" altLang="zh-CN" sz="3000" i="1">
                        <a:latin typeface="Cambria Math" panose="02040503050406030204" pitchFamily="18" charset="0"/>
                        <a:ea typeface="楷体" panose="02010609060101010101" pitchFamily="49" charset="-122"/>
                      </a:rPr>
                      <m:t>𝑐𝑜𝑠𝑦</m:t>
                    </m:r>
                    <m:r>
                      <a:rPr lang="en-US" altLang="zh-CN" sz="3000" i="1">
                        <a:latin typeface="Cambria Math" panose="02040503050406030204" pitchFamily="18" charset="0"/>
                        <a:ea typeface="楷体" panose="02010609060101010101" pitchFamily="49" charset="-122"/>
                      </a:rPr>
                      <m:t>,</m:t>
                    </m:r>
                  </m:oMath>
                </a14:m>
                <a:r>
                  <a:rPr lang="en-US" altLang="zh-CN" sz="3000" dirty="0">
                    <a:latin typeface="楷体" panose="02010609060101010101" pitchFamily="49" charset="-122"/>
                    <a:ea typeface="楷体" panose="02010609060101010101" pitchFamily="49" charset="-122"/>
                  </a:rPr>
                  <a:t> </a:t>
                </a:r>
                <a14:m>
                  <m:oMath xmlns:m="http://schemas.openxmlformats.org/officeDocument/2006/math">
                    <m:r>
                      <m:rPr>
                        <m:sty m:val="p"/>
                      </m:rPr>
                      <a:rPr lang="en-US" altLang="zh-CN" sz="3000" dirty="0">
                        <a:latin typeface="Cambria Math" panose="02040503050406030204" pitchFamily="18" charset="0"/>
                        <a:ea typeface="楷体" panose="02010609060101010101" pitchFamily="49" charset="-122"/>
                      </a:rPr>
                      <m:t>Im</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𝑧</m:t>
                        </m:r>
                      </m:sup>
                    </m:sSup>
                    <m:r>
                      <a:rPr lang="en-US" altLang="zh-CN" sz="3000" i="1">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𝑥</m:t>
                        </m:r>
                      </m:sup>
                    </m:sSup>
                    <m:r>
                      <a:rPr lang="en-US" altLang="zh-CN" sz="3000" i="1">
                        <a:latin typeface="Cambria Math" panose="02040503050406030204" pitchFamily="18" charset="0"/>
                        <a:ea typeface="楷体" panose="02010609060101010101" pitchFamily="49" charset="-122"/>
                      </a:rPr>
                      <m:t>𝑠𝑖𝑛𝑦</m:t>
                    </m:r>
                  </m:oMath>
                </a14:m>
                <a:r>
                  <a:rPr lang="en-US" altLang="zh-CN" sz="3000" i="1" dirty="0">
                    <a:latin typeface="楷体" panose="02010609060101010101" pitchFamily="49" charset="-122"/>
                    <a:ea typeface="楷体" panose="02010609060101010101" pitchFamily="49" charset="-122"/>
                  </a:rPr>
                  <a:t>;</a:t>
                </a:r>
                <a:endParaRPr lang="zh-CN" altLang="en-US" sz="3000" dirty="0">
                  <a:latin typeface="楷体" panose="02010609060101010101" pitchFamily="49" charset="-122"/>
                  <a:ea typeface="楷体" panose="02010609060101010101" pitchFamily="49" charset="-122"/>
                </a:endParaRPr>
              </a:p>
            </p:txBody>
          </p:sp>
        </mc:Choice>
        <mc:Fallback>
          <p:sp>
            <p:nvSpPr>
              <p:cNvPr id="2" name="标题 1"/>
              <p:cNvSpPr>
                <a:spLocks noRot="1" noChangeAspect="1" noMove="1" noResize="1" noEditPoints="1" noAdjustHandles="1" noChangeArrowheads="1" noChangeShapeType="1" noTextEdit="1"/>
              </p:cNvSpPr>
              <p:nvPr>
                <p:ph type="title"/>
              </p:nvPr>
            </p:nvSpPr>
            <p:spPr>
              <a:xfrm>
                <a:off x="528386" y="1187078"/>
                <a:ext cx="5963082" cy="827391"/>
              </a:xfrm>
              <a:blipFill rotWithShape="1">
                <a:blip r:embed="rId1"/>
                <a:stretch>
                  <a:fillRect l="-1" t="-32" r="8" b="30"/>
                </a:stretch>
              </a:blipFill>
            </p:spPr>
            <p:txBody>
              <a:bodyPr/>
              <a:lstStyle/>
              <a:p>
                <a:r>
                  <a:rPr lang="zh-CN" altLang="en-US">
                    <a:noFill/>
                  </a:rPr>
                  <a:t> </a:t>
                </a:r>
              </a:p>
            </p:txBody>
          </p:sp>
        </mc:Fallback>
      </mc:AlternateContent>
      <p:sp>
        <p:nvSpPr>
          <p:cNvPr id="4" name="标题 1"/>
          <p:cNvSpPr txBox="1"/>
          <p:nvPr/>
        </p:nvSpPr>
        <p:spPr>
          <a:xfrm>
            <a:off x="188729" y="690426"/>
            <a:ext cx="2002714" cy="548596"/>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000" b="1" dirty="0">
                <a:solidFill>
                  <a:srgbClr val="FF0000"/>
                </a:solidFill>
                <a:latin typeface="楷体" panose="02010609060101010101" pitchFamily="49" charset="-122"/>
                <a:ea typeface="楷体" panose="02010609060101010101" pitchFamily="49" charset="-122"/>
              </a:rPr>
              <a:t>命题</a:t>
            </a:r>
            <a:r>
              <a:rPr lang="en-US" altLang="zh-CN" sz="3000" b="1" dirty="0">
                <a:solidFill>
                  <a:srgbClr val="FF0000"/>
                </a:solidFill>
                <a:latin typeface="楷体" panose="02010609060101010101" pitchFamily="49" charset="-122"/>
                <a:ea typeface="楷体" panose="02010609060101010101" pitchFamily="49" charset="-122"/>
              </a:rPr>
              <a:t>2.19</a:t>
            </a:r>
            <a:endParaRPr lang="zh-CN" altLang="en-US" sz="3000" b="1" dirty="0">
              <a:solidFill>
                <a:srgbClr val="FF0000"/>
              </a:solidFill>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6" name="标题 1"/>
              <p:cNvSpPr txBox="1"/>
              <p:nvPr/>
            </p:nvSpPr>
            <p:spPr>
              <a:xfrm>
                <a:off x="528386" y="1951791"/>
                <a:ext cx="5179980" cy="72681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3000" dirty="0">
                    <a:latin typeface="楷体" panose="02010609060101010101" pitchFamily="49" charset="-122"/>
                    <a:ea typeface="楷体" panose="02010609060101010101" pitchFamily="49" charset="-122"/>
                  </a:rPr>
                  <a:t>2.</a:t>
                </a:r>
                <a14:m>
                  <m:oMath xmlns:m="http://schemas.openxmlformats.org/officeDocument/2006/math">
                    <m:d>
                      <m:dPr>
                        <m:begChr m:val="|"/>
                        <m:endChr m:val="|"/>
                        <m:ctrlPr>
                          <a:rPr lang="en-US" altLang="zh-CN" sz="3000" i="1">
                            <a:latin typeface="Cambria Math" panose="02040503050406030204" pitchFamily="18" charset="0"/>
                            <a:ea typeface="楷体" panose="02010609060101010101" pitchFamily="49" charset="-122"/>
                          </a:rPr>
                        </m:ctrlPr>
                      </m:dPr>
                      <m:e>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𝑧</m:t>
                            </m:r>
                          </m:sup>
                        </m:sSup>
                      </m:e>
                    </m:d>
                    <m:r>
                      <a:rPr lang="en-US" altLang="zh-CN" sz="3000" i="1">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𝑥</m:t>
                        </m:r>
                      </m:sup>
                    </m:sSup>
                    <m:r>
                      <a:rPr lang="en-US" altLang="zh-CN" sz="3000" i="1">
                        <a:latin typeface="Cambria Math" panose="02040503050406030204" pitchFamily="18" charset="0"/>
                        <a:ea typeface="楷体" panose="02010609060101010101" pitchFamily="49" charset="-122"/>
                      </a:rPr>
                      <m:t>&gt;</m:t>
                    </m:r>
                    <m:r>
                      <a:rPr lang="en-US" altLang="zh-CN" sz="3000" i="1">
                        <a:latin typeface="Cambria Math" panose="02040503050406030204" pitchFamily="18" charset="0"/>
                        <a:ea typeface="楷体" panose="02010609060101010101" pitchFamily="49" charset="-122"/>
                      </a:rPr>
                      <m:t>0</m:t>
                    </m:r>
                    <m:groupChr>
                      <m:groupChrPr>
                        <m:chr m:val="⇒"/>
                        <m:vertJc m:val="bot"/>
                        <m:ctrlPr>
                          <a:rPr lang="en-US" altLang="zh-CN" sz="3000" i="1">
                            <a:latin typeface="Cambria Math" panose="02040503050406030204" pitchFamily="18" charset="0"/>
                            <a:ea typeface="楷体" panose="02010609060101010101" pitchFamily="49" charset="-122"/>
                          </a:rPr>
                        </m:ctrlPr>
                      </m:groupChrPr>
                      <m:e/>
                    </m:groupCh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𝑧</m:t>
                        </m:r>
                      </m:sup>
                    </m:sSup>
                    <m:r>
                      <a:rPr lang="en-US" altLang="zh-CN" sz="3000" i="1">
                        <a:latin typeface="Cambria Math" panose="02040503050406030204" pitchFamily="18" charset="0"/>
                        <a:ea typeface="Cambria Math" panose="02040503050406030204" pitchFamily="18" charset="0"/>
                      </a:rPr>
                      <m:t>≠</m:t>
                    </m:r>
                    <m:r>
                      <a:rPr lang="en-US" altLang="zh-CN" sz="3000" i="1">
                        <a:latin typeface="Cambria Math" panose="02040503050406030204" pitchFamily="18" charset="0"/>
                        <a:ea typeface="Cambria Math" panose="02040503050406030204" pitchFamily="18" charset="0"/>
                      </a:rPr>
                      <m:t>0</m:t>
                    </m:r>
                    <m:r>
                      <a:rPr lang="en-US" altLang="zh-CN" sz="3000" i="1">
                        <a:latin typeface="Cambria Math" panose="02040503050406030204" pitchFamily="18" charset="0"/>
                        <a:ea typeface="MS Mincho" panose="02020609040205080304" charset="-128"/>
                        <a:cs typeface="Cambria Math" panose="02040503050406030204" pitchFamily="18" charset="0"/>
                      </a:rPr>
                      <m:t>; </m:t>
                    </m:r>
                  </m:oMath>
                </a14:m>
                <a:endParaRPr lang="en-US" altLang="zh-CN" sz="3000" i="1" dirty="0">
                  <a:latin typeface="Cambria Math" panose="02040503050406030204" pitchFamily="18" charset="0"/>
                  <a:ea typeface="Cambria Math" panose="02040503050406030204" pitchFamily="18" charset="0"/>
                </a:endParaRPr>
              </a:p>
            </p:txBody>
          </p:sp>
        </mc:Choice>
        <mc:Fallback>
          <p:sp>
            <p:nvSpPr>
              <p:cNvPr id="6" name="标题 1"/>
              <p:cNvSpPr txBox="1">
                <a:spLocks noRot="1" noChangeAspect="1" noMove="1" noResize="1" noEditPoints="1" noAdjustHandles="1" noChangeArrowheads="1" noChangeShapeType="1" noTextEdit="1"/>
              </p:cNvSpPr>
              <p:nvPr/>
            </p:nvSpPr>
            <p:spPr>
              <a:xfrm>
                <a:off x="528386" y="1951791"/>
                <a:ext cx="5179980" cy="726818"/>
              </a:xfrm>
              <a:prstGeom prst="rect">
                <a:avLst/>
              </a:prstGeom>
              <a:blipFill rotWithShape="1">
                <a:blip r:embed="rId2"/>
                <a:stretch>
                  <a:fillRect l="-1" t="-21203" r="7" b="-2120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标题 1"/>
              <p:cNvSpPr txBox="1"/>
              <p:nvPr/>
            </p:nvSpPr>
            <p:spPr>
              <a:xfrm>
                <a:off x="549303" y="2961710"/>
                <a:ext cx="2569073" cy="669546"/>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3000" dirty="0">
                    <a:latin typeface="楷体" panose="02010609060101010101" pitchFamily="49" charset="-122"/>
                    <a:ea typeface="楷体" panose="02010609060101010101" pitchFamily="49" charset="-122"/>
                  </a:rPr>
                  <a:t>3.</a:t>
                </a:r>
                <a14:m>
                  <m:oMath xmlns:m="http://schemas.openxmlformats.org/officeDocument/2006/math">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𝑧</m:t>
                            </m:r>
                          </m:sup>
                        </m:sSup>
                        <m:r>
                          <a:rPr lang="en-US" altLang="zh-CN" sz="3000" i="1">
                            <a:latin typeface="Cambria Math" panose="02040503050406030204" pitchFamily="18" charset="0"/>
                            <a:ea typeface="楷体" panose="02010609060101010101" pitchFamily="49" charset="-122"/>
                          </a:rPr>
                          <m:t>)</m:t>
                        </m:r>
                      </m:e>
                      <m:sup>
                        <m:r>
                          <a:rPr lang="en-US" altLang="zh-CN" sz="3000" i="1">
                            <a:latin typeface="Cambria Math" panose="02040503050406030204" pitchFamily="18" charset="0"/>
                            <a:ea typeface="楷体" panose="02010609060101010101" pitchFamily="49" charset="-122"/>
                          </a:rPr>
                          <m:t>′</m:t>
                        </m:r>
                      </m:sup>
                    </m:sSup>
                    <m:r>
                      <a:rPr lang="en-US" altLang="zh-CN" sz="3000" i="1">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𝑧</m:t>
                        </m:r>
                      </m:sup>
                    </m:sSup>
                    <m:r>
                      <a:rPr lang="en-US" altLang="zh-CN" sz="3000" i="1">
                        <a:latin typeface="Cambria Math" panose="02040503050406030204" pitchFamily="18" charset="0"/>
                        <a:ea typeface="Cambria Math" panose="02040503050406030204" pitchFamily="18" charset="0"/>
                      </a:rPr>
                      <m:t>;</m:t>
                    </m:r>
                  </m:oMath>
                </a14:m>
                <a:endParaRPr lang="zh-CN" altLang="en-US" sz="3000" dirty="0">
                  <a:latin typeface="楷体" panose="02010609060101010101" pitchFamily="49" charset="-122"/>
                  <a:ea typeface="楷体" panose="02010609060101010101" pitchFamily="49" charset="-122"/>
                </a:endParaRPr>
              </a:p>
            </p:txBody>
          </p:sp>
        </mc:Choice>
        <mc:Fallback>
          <p:sp>
            <p:nvSpPr>
              <p:cNvPr id="7" name="标题 1"/>
              <p:cNvSpPr txBox="1">
                <a:spLocks noRot="1" noChangeAspect="1" noMove="1" noResize="1" noEditPoints="1" noAdjustHandles="1" noChangeArrowheads="1" noChangeShapeType="1" noTextEdit="1"/>
              </p:cNvSpPr>
              <p:nvPr/>
            </p:nvSpPr>
            <p:spPr>
              <a:xfrm>
                <a:off x="549303" y="2961710"/>
                <a:ext cx="2569073" cy="669546"/>
              </a:xfrm>
              <a:prstGeom prst="rect">
                <a:avLst/>
              </a:prstGeom>
              <a:blipFill rotWithShape="1">
                <a:blip r:embed="rId3"/>
                <a:stretch>
                  <a:fillRect l="-1" t="-1149" r="20" b="-127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标题 1"/>
              <p:cNvSpPr txBox="1"/>
              <p:nvPr/>
            </p:nvSpPr>
            <p:spPr>
              <a:xfrm>
                <a:off x="549303" y="4005088"/>
                <a:ext cx="8546174" cy="94297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3000" dirty="0">
                    <a:latin typeface="楷体" panose="02010609060101010101" pitchFamily="49" charset="-122"/>
                    <a:ea typeface="楷体" panose="02010609060101010101" pitchFamily="49" charset="-122"/>
                  </a:rPr>
                  <a:t>4. </a:t>
                </a:r>
                <a14:m>
                  <m:oMath xmlns:m="http://schemas.openxmlformats.org/officeDocument/2006/math">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𝑧</m:t>
                            </m:r>
                          </m:e>
                          <m:sub>
                            <m:r>
                              <a:rPr lang="en-US" altLang="zh-CN" sz="3000" i="1">
                                <a:latin typeface="Cambria Math" panose="02040503050406030204" pitchFamily="18" charset="0"/>
                                <a:ea typeface="楷体" panose="02010609060101010101" pitchFamily="49" charset="-122"/>
                              </a:rPr>
                              <m:t>1</m:t>
                            </m:r>
                          </m:sub>
                        </m:sSub>
                      </m:sup>
                    </m:sSup>
                    <m:r>
                      <a:rPr lang="en-US" altLang="zh-CN" sz="3000" i="1">
                        <a:latin typeface="Cambria Math" panose="02040503050406030204" pitchFamily="18" charset="0"/>
                        <a:ea typeface="Cambria Math" panose="02040503050406030204" pitchFamily="18" charset="0"/>
                      </a:rPr>
                      <m:t>∙</m:t>
                    </m:r>
                    <m:sSup>
                      <m:sSupPr>
                        <m:ctrlPr>
                          <a:rPr lang="en-US" altLang="zh-CN" sz="3000" i="1">
                            <a:latin typeface="Cambria Math" panose="02040503050406030204" pitchFamily="18" charset="0"/>
                            <a:ea typeface="Cambria Math" panose="02040503050406030204" pitchFamily="18" charset="0"/>
                          </a:rPr>
                        </m:ctrlPr>
                      </m:sSupPr>
                      <m:e>
                        <m:r>
                          <a:rPr lang="en-US" altLang="zh-CN" sz="3000" i="1">
                            <a:latin typeface="Cambria Math" panose="02040503050406030204" pitchFamily="18" charset="0"/>
                            <a:ea typeface="Cambria Math" panose="02040503050406030204" pitchFamily="18" charset="0"/>
                          </a:rPr>
                          <m:t>𝑒</m:t>
                        </m:r>
                      </m:e>
                      <m:sup>
                        <m:sSub>
                          <m:sSubPr>
                            <m:ctrlPr>
                              <a:rPr lang="en-US" altLang="zh-CN" sz="3000" i="1">
                                <a:latin typeface="Cambria Math" panose="02040503050406030204" pitchFamily="18" charset="0"/>
                                <a:ea typeface="Cambria Math" panose="02040503050406030204" pitchFamily="18" charset="0"/>
                              </a:rPr>
                            </m:ctrlPr>
                          </m:sSubPr>
                          <m:e>
                            <m:r>
                              <a:rPr lang="en-US" altLang="zh-CN" sz="3000" i="1">
                                <a:latin typeface="Cambria Math" panose="02040503050406030204" pitchFamily="18" charset="0"/>
                                <a:ea typeface="Cambria Math" panose="02040503050406030204" pitchFamily="18" charset="0"/>
                              </a:rPr>
                              <m:t>𝑧</m:t>
                            </m:r>
                          </m:e>
                          <m:sub>
                            <m:r>
                              <a:rPr lang="en-US" altLang="zh-CN" sz="3000" i="1">
                                <a:latin typeface="Cambria Math" panose="02040503050406030204" pitchFamily="18" charset="0"/>
                                <a:ea typeface="Cambria Math" panose="02040503050406030204" pitchFamily="18" charset="0"/>
                              </a:rPr>
                              <m:t>2</m:t>
                            </m:r>
                          </m:sub>
                        </m:sSub>
                      </m:sup>
                    </m:sSup>
                    <m:r>
                      <a:rPr lang="en-US" altLang="zh-CN" sz="3000" i="1">
                        <a:latin typeface="Cambria Math" panose="02040503050406030204" pitchFamily="18" charset="0"/>
                        <a:ea typeface="Cambria Math" panose="02040503050406030204" pitchFamily="18" charset="0"/>
                      </a:rPr>
                      <m:t>=</m:t>
                    </m:r>
                    <m:sSup>
                      <m:sSupPr>
                        <m:ctrlPr>
                          <a:rPr lang="en-US" altLang="zh-CN" sz="3000" i="1">
                            <a:latin typeface="Cambria Math" panose="02040503050406030204" pitchFamily="18" charset="0"/>
                            <a:ea typeface="Cambria Math" panose="02040503050406030204" pitchFamily="18" charset="0"/>
                          </a:rPr>
                        </m:ctrlPr>
                      </m:sSupPr>
                      <m:e>
                        <m:r>
                          <a:rPr lang="en-US" altLang="zh-CN" sz="3000" i="1">
                            <a:latin typeface="Cambria Math" panose="02040503050406030204" pitchFamily="18" charset="0"/>
                            <a:ea typeface="Cambria Math" panose="02040503050406030204" pitchFamily="18" charset="0"/>
                          </a:rPr>
                          <m:t>𝑒</m:t>
                        </m:r>
                      </m:e>
                      <m:sup>
                        <m:sSub>
                          <m:sSubPr>
                            <m:ctrlPr>
                              <a:rPr lang="en-US" altLang="zh-CN" sz="3000" i="1">
                                <a:latin typeface="Cambria Math" panose="02040503050406030204" pitchFamily="18" charset="0"/>
                                <a:ea typeface="Cambria Math" panose="02040503050406030204" pitchFamily="18" charset="0"/>
                              </a:rPr>
                            </m:ctrlPr>
                          </m:sSubPr>
                          <m:e>
                            <m:r>
                              <a:rPr lang="en-US" altLang="zh-CN" sz="3000" i="1">
                                <a:latin typeface="Cambria Math" panose="02040503050406030204" pitchFamily="18" charset="0"/>
                                <a:ea typeface="Cambria Math" panose="02040503050406030204" pitchFamily="18" charset="0"/>
                              </a:rPr>
                              <m:t>𝑧</m:t>
                            </m:r>
                          </m:e>
                          <m:sub>
                            <m:r>
                              <a:rPr lang="en-US" altLang="zh-CN" sz="3000" i="1">
                                <a:latin typeface="Cambria Math" panose="02040503050406030204" pitchFamily="18" charset="0"/>
                                <a:ea typeface="Cambria Math" panose="02040503050406030204" pitchFamily="18" charset="0"/>
                              </a:rPr>
                              <m:t>1</m:t>
                            </m:r>
                          </m:sub>
                        </m:sSub>
                        <m:r>
                          <a:rPr lang="en-US" altLang="zh-CN" sz="3000" i="1">
                            <a:latin typeface="Cambria Math" panose="02040503050406030204" pitchFamily="18" charset="0"/>
                            <a:ea typeface="Cambria Math" panose="02040503050406030204" pitchFamily="18" charset="0"/>
                          </a:rPr>
                          <m:t>+</m:t>
                        </m:r>
                        <m:sSub>
                          <m:sSubPr>
                            <m:ctrlPr>
                              <a:rPr lang="en-US" altLang="zh-CN" sz="3000" i="1">
                                <a:latin typeface="Cambria Math" panose="02040503050406030204" pitchFamily="18" charset="0"/>
                                <a:ea typeface="Cambria Math" panose="02040503050406030204" pitchFamily="18" charset="0"/>
                              </a:rPr>
                            </m:ctrlPr>
                          </m:sSubPr>
                          <m:e>
                            <m:r>
                              <a:rPr lang="en-US" altLang="zh-CN" sz="3000" i="1">
                                <a:latin typeface="Cambria Math" panose="02040503050406030204" pitchFamily="18" charset="0"/>
                                <a:ea typeface="Cambria Math" panose="02040503050406030204" pitchFamily="18" charset="0"/>
                              </a:rPr>
                              <m:t>𝑧</m:t>
                            </m:r>
                          </m:e>
                          <m:sub>
                            <m:r>
                              <a:rPr lang="en-US" altLang="zh-CN" sz="3000" i="1">
                                <a:latin typeface="Cambria Math" panose="02040503050406030204" pitchFamily="18" charset="0"/>
                                <a:ea typeface="Cambria Math" panose="02040503050406030204" pitchFamily="18" charset="0"/>
                              </a:rPr>
                              <m:t>2</m:t>
                            </m:r>
                          </m:sub>
                        </m:sSub>
                      </m:sup>
                    </m:sSup>
                    <m:r>
                      <a:rPr lang="zh-CN" altLang="en-US" sz="3000" i="1">
                        <a:latin typeface="Cambria Math" panose="02040503050406030204" pitchFamily="18" charset="0"/>
                        <a:ea typeface="Cambria Math" panose="02040503050406030204" pitchFamily="18" charset="0"/>
                      </a:rPr>
                      <m:t>。</m:t>
                    </m:r>
                  </m:oMath>
                </a14:m>
                <a:r>
                  <a:rPr lang="zh-CN" altLang="en-US" sz="3000" dirty="0">
                    <a:latin typeface="楷体" panose="02010609060101010101" pitchFamily="49" charset="-122"/>
                    <a:ea typeface="楷体" panose="02010609060101010101" pitchFamily="49" charset="-122"/>
                  </a:rPr>
                  <a:t>特别，对正整数</a:t>
                </a:r>
                <a14:m>
                  <m:oMath xmlns:m="http://schemas.openxmlformats.org/officeDocument/2006/math">
                    <m:r>
                      <a:rPr lang="en-US" altLang="zh-CN" sz="3000" i="1">
                        <a:latin typeface="Cambria Math" panose="02040503050406030204" pitchFamily="18" charset="0"/>
                        <a:ea typeface="楷体" panose="02010609060101010101" pitchFamily="49" charset="-122"/>
                      </a:rPr>
                      <m:t>𝑛</m:t>
                    </m:r>
                  </m:oMath>
                </a14:m>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有</a:t>
                </a:r>
                <a14:m>
                  <m:oMath xmlns:m="http://schemas.openxmlformats.org/officeDocument/2006/math">
                    <m:r>
                      <a:rPr lang="en-US" altLang="zh-CN" sz="3000" b="0" i="0" smtClean="0">
                        <a:latin typeface="Cambria Math" panose="02040503050406030204" pitchFamily="18" charset="0"/>
                        <a:ea typeface="楷体" panose="02010609060101010101" pitchFamily="49" charset="-122"/>
                      </a:rPr>
                      <m:t>       </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𝑧</m:t>
                            </m:r>
                          </m:sup>
                        </m:sSup>
                        <m:r>
                          <a:rPr lang="en-US" altLang="zh-CN" sz="3000" i="1">
                            <a:latin typeface="Cambria Math" panose="02040503050406030204" pitchFamily="18" charset="0"/>
                            <a:ea typeface="楷体" panose="02010609060101010101" pitchFamily="49" charset="-122"/>
                          </a:rPr>
                          <m:t>)</m:t>
                        </m:r>
                      </m:e>
                      <m:sup>
                        <m:r>
                          <a:rPr lang="en-US" altLang="zh-CN" sz="3000" i="1">
                            <a:latin typeface="Cambria Math" panose="02040503050406030204" pitchFamily="18" charset="0"/>
                            <a:ea typeface="楷体" panose="02010609060101010101" pitchFamily="49" charset="-122"/>
                          </a:rPr>
                          <m:t>𝑛</m:t>
                        </m:r>
                      </m:sup>
                    </m:sSup>
                    <m:r>
                      <a:rPr lang="en-US" altLang="zh-CN" sz="3000" i="1">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𝑛𝑧</m:t>
                        </m:r>
                      </m:sup>
                    </m:sSup>
                    <m:r>
                      <a:rPr lang="en-US" altLang="zh-CN" sz="3000" i="1">
                        <a:latin typeface="Cambria Math" panose="02040503050406030204" pitchFamily="18" charset="0"/>
                        <a:ea typeface="楷体" panose="02010609060101010101" pitchFamily="49" charset="-122"/>
                      </a:rPr>
                      <m:t>;</m:t>
                    </m:r>
                  </m:oMath>
                </a14:m>
                <a:endParaRPr lang="zh-CN" altLang="en-US" sz="3000" dirty="0">
                  <a:latin typeface="楷体" panose="02010609060101010101" pitchFamily="49" charset="-122"/>
                  <a:ea typeface="楷体" panose="02010609060101010101" pitchFamily="49" charset="-122"/>
                </a:endParaRPr>
              </a:p>
            </p:txBody>
          </p:sp>
        </mc:Choice>
        <mc:Fallback>
          <p:sp>
            <p:nvSpPr>
              <p:cNvPr id="8" name="标题 1"/>
              <p:cNvSpPr txBox="1">
                <a:spLocks noRot="1" noChangeAspect="1" noMove="1" noResize="1" noEditPoints="1" noAdjustHandles="1" noChangeArrowheads="1" noChangeShapeType="1" noTextEdit="1"/>
              </p:cNvSpPr>
              <p:nvPr/>
            </p:nvSpPr>
            <p:spPr>
              <a:xfrm>
                <a:off x="549303" y="4005088"/>
                <a:ext cx="8546174" cy="942975"/>
              </a:xfrm>
              <a:prstGeom prst="rect">
                <a:avLst/>
              </a:prstGeom>
              <a:blipFill rotWithShape="1">
                <a:blip r:embed="rId4"/>
                <a:stretch>
                  <a:fillRect t="-22776" r="4" b="-2288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标题 1"/>
              <p:cNvSpPr txBox="1"/>
              <p:nvPr/>
            </p:nvSpPr>
            <p:spPr>
              <a:xfrm>
                <a:off x="549303" y="5339024"/>
                <a:ext cx="8546174" cy="72681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3000" dirty="0">
                    <a:latin typeface="楷体" panose="02010609060101010101" pitchFamily="49" charset="-122"/>
                    <a:ea typeface="楷体" panose="02010609060101010101" pitchFamily="49" charset="-122"/>
                  </a:rPr>
                  <a:t>5.</a:t>
                </a:r>
                <a14:m>
                  <m:oMath xmlns:m="http://schemas.openxmlformats.org/officeDocument/2006/math">
                    <m:f>
                      <m:fPr>
                        <m:ctrlPr>
                          <a:rPr lang="en-US" altLang="zh-CN" sz="3000" i="1">
                            <a:latin typeface="Cambria Math" panose="02040503050406030204" pitchFamily="18" charset="0"/>
                            <a:ea typeface="楷体" panose="02010609060101010101" pitchFamily="49" charset="-122"/>
                          </a:rPr>
                        </m:ctrlPr>
                      </m:fPr>
                      <m:num>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𝑧</m:t>
                                </m:r>
                              </m:e>
                              <m:sub>
                                <m:r>
                                  <a:rPr lang="en-US" altLang="zh-CN" sz="3000" i="1">
                                    <a:latin typeface="Cambria Math" panose="02040503050406030204" pitchFamily="18" charset="0"/>
                                    <a:ea typeface="楷体" panose="02010609060101010101" pitchFamily="49" charset="-122"/>
                                  </a:rPr>
                                  <m:t>1</m:t>
                                </m:r>
                              </m:sub>
                            </m:sSub>
                          </m:sup>
                        </m:sSup>
                      </m:num>
                      <m:den>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𝑧</m:t>
                                </m:r>
                              </m:e>
                              <m:sub>
                                <m:r>
                                  <a:rPr lang="en-US" altLang="zh-CN" sz="3000" i="1">
                                    <a:latin typeface="Cambria Math" panose="02040503050406030204" pitchFamily="18" charset="0"/>
                                    <a:ea typeface="楷体" panose="02010609060101010101" pitchFamily="49" charset="-122"/>
                                  </a:rPr>
                                  <m:t>2</m:t>
                                </m:r>
                              </m:sub>
                            </m:sSub>
                          </m:sup>
                        </m:sSup>
                      </m:den>
                    </m:f>
                    <m:r>
                      <a:rPr lang="en-US" altLang="zh-CN" sz="3000" i="1">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𝑧</m:t>
                            </m:r>
                          </m:e>
                          <m:sub>
                            <m:r>
                              <a:rPr lang="en-US" altLang="zh-CN" sz="3000" i="1">
                                <a:latin typeface="Cambria Math" panose="02040503050406030204" pitchFamily="18" charset="0"/>
                                <a:ea typeface="楷体" panose="02010609060101010101" pitchFamily="49" charset="-122"/>
                              </a:rPr>
                              <m:t>1</m:t>
                            </m:r>
                          </m:sub>
                        </m:sSub>
                        <m:r>
                          <a:rPr lang="en-US" altLang="zh-CN" sz="3000" i="1">
                            <a:latin typeface="Cambria Math" panose="02040503050406030204" pitchFamily="18" charset="0"/>
                            <a:ea typeface="楷体" panose="02010609060101010101" pitchFamily="49" charset="-122"/>
                          </a:rPr>
                          <m:t>−</m:t>
                        </m:r>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𝑧</m:t>
                            </m:r>
                          </m:e>
                          <m:sub>
                            <m:r>
                              <a:rPr lang="en-US" altLang="zh-CN" sz="3000" i="1">
                                <a:latin typeface="Cambria Math" panose="02040503050406030204" pitchFamily="18" charset="0"/>
                                <a:ea typeface="楷体" panose="02010609060101010101" pitchFamily="49" charset="-122"/>
                              </a:rPr>
                              <m:t>2</m:t>
                            </m:r>
                          </m:sub>
                        </m:sSub>
                      </m:sup>
                    </m:sSup>
                    <m:r>
                      <a:rPr lang="en-US" altLang="zh-CN" sz="3000" i="1">
                        <a:latin typeface="Cambria Math" panose="02040503050406030204" pitchFamily="18" charset="0"/>
                        <a:ea typeface="楷体" panose="02010609060101010101" pitchFamily="49" charset="-122"/>
                      </a:rPr>
                      <m:t>;</m:t>
                    </m:r>
                  </m:oMath>
                </a14:m>
                <a:r>
                  <a:rPr lang="en-US" altLang="zh-CN" sz="3000" dirty="0">
                    <a:latin typeface="楷体" panose="02010609060101010101" pitchFamily="49" charset="-122"/>
                    <a:ea typeface="楷体" panose="02010609060101010101" pitchFamily="49" charset="-122"/>
                  </a:rPr>
                  <a:t>      </a:t>
                </a:r>
                <a:endParaRPr lang="en-US" altLang="zh-CN" sz="3000" dirty="0">
                  <a:latin typeface="楷体" panose="02010609060101010101" pitchFamily="49" charset="-122"/>
                  <a:ea typeface="楷体" panose="02010609060101010101" pitchFamily="49" charset="-122"/>
                </a:endParaRPr>
              </a:p>
            </p:txBody>
          </p:sp>
        </mc:Choice>
        <mc:Fallback>
          <p:sp>
            <p:nvSpPr>
              <p:cNvPr id="9" name="标题 1"/>
              <p:cNvSpPr txBox="1">
                <a:spLocks noRot="1" noChangeAspect="1" noMove="1" noResize="1" noEditPoints="1" noAdjustHandles="1" noChangeArrowheads="1" noChangeShapeType="1" noTextEdit="1"/>
              </p:cNvSpPr>
              <p:nvPr/>
            </p:nvSpPr>
            <p:spPr>
              <a:xfrm>
                <a:off x="549303" y="5339024"/>
                <a:ext cx="8546174" cy="726818"/>
              </a:xfrm>
              <a:prstGeom prst="rect">
                <a:avLst/>
              </a:prstGeom>
              <a:blipFill rotWithShape="1">
                <a:blip r:embed="rId5"/>
                <a:stretch>
                  <a:fillRect t="-20261" r="4" b="-20225"/>
                </a:stretch>
              </a:blipFill>
            </p:spPr>
            <p:txBody>
              <a:bodyPr/>
              <a:lstStyle/>
              <a:p>
                <a:r>
                  <a:rPr lang="zh-CN" altLang="en-US">
                    <a:noFill/>
                  </a:rPr>
                  <a:t> </a:t>
                </a:r>
              </a:p>
            </p:txBody>
          </p:sp>
        </mc:Fallback>
      </mc:AlternateContent>
      <p:sp>
        <p:nvSpPr>
          <p:cNvPr id="12"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2.3 </a:t>
            </a:r>
            <a:r>
              <a:rPr lang="zh-CN" altLang="en-US" sz="1800" b="1" dirty="0">
                <a:latin typeface="楷体" panose="02010609060101010101" pitchFamily="49" charset="-122"/>
                <a:ea typeface="楷体" panose="02010609060101010101" pitchFamily="49" charset="-122"/>
              </a:rPr>
              <a:t>初等函数</a:t>
            </a:r>
            <a:endParaRPr lang="zh-CN" altLang="en-US" sz="1800" b="1" dirty="0">
              <a:latin typeface="楷体" panose="02010609060101010101" pitchFamily="49" charset="-122"/>
              <a:ea typeface="楷体" panose="02010609060101010101" pitchFamily="49" charset="-122"/>
            </a:endParaRPr>
          </a:p>
        </p:txBody>
      </p:sp>
      <p:cxnSp>
        <p:nvCxnSpPr>
          <p:cNvPr id="13" name="直接连接符 12"/>
          <p:cNvCxnSpPr/>
          <p:nvPr/>
        </p:nvCxnSpPr>
        <p:spPr>
          <a:xfrm flipV="1">
            <a:off x="55289" y="531629"/>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6" grpId="0"/>
      <p:bldP spid="7" grpId="0"/>
      <p:bldP spid="8" grpId="0"/>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标题 1"/>
              <p:cNvSpPr>
                <a:spLocks noGrp="1"/>
              </p:cNvSpPr>
              <p:nvPr>
                <p:ph type="title"/>
              </p:nvPr>
            </p:nvSpPr>
            <p:spPr>
              <a:xfrm>
                <a:off x="163983" y="3754549"/>
                <a:ext cx="8625935" cy="2858151"/>
              </a:xfrm>
            </p:spPr>
            <p:txBody>
              <a:bodyPr>
                <a:noAutofit/>
              </a:bodyPr>
              <a:lstStyle/>
              <a:p>
                <a:pPr>
                  <a:lnSpc>
                    <a:spcPct val="120000"/>
                  </a:lnSpc>
                </a:pPr>
                <a:r>
                  <a:rPr lang="en-US" altLang="zh-CN" sz="3000" dirty="0">
                    <a:latin typeface="楷体" panose="02010609060101010101" pitchFamily="49" charset="-122"/>
                    <a:ea typeface="楷体" panose="02010609060101010101" pitchFamily="49" charset="-122"/>
                  </a:rPr>
                  <a:t>8.</a:t>
                </a:r>
                <a14:m>
                  <m:oMath xmlns:m="http://schemas.openxmlformats.org/officeDocument/2006/math">
                    <m:r>
                      <a:rPr lang="en-US" altLang="zh-CN" sz="3000" i="1">
                        <a:latin typeface="Cambria Math" panose="02040503050406030204" pitchFamily="18" charset="0"/>
                        <a:ea typeface="Cambria Math" panose="02040503050406030204" pitchFamily="18" charset="0"/>
                      </a:rPr>
                      <m:t>∀</m:t>
                    </m:r>
                    <m:sSub>
                      <m:sSubPr>
                        <m:ctrlPr>
                          <a:rPr lang="en-US" altLang="zh-CN" sz="3000" i="1">
                            <a:latin typeface="Cambria Math" panose="02040503050406030204" pitchFamily="18" charset="0"/>
                            <a:ea typeface="Cambria Math" panose="02040503050406030204" pitchFamily="18" charset="0"/>
                          </a:rPr>
                        </m:ctrlPr>
                      </m:sSubPr>
                      <m:e>
                        <m:r>
                          <a:rPr lang="en-US" altLang="zh-CN" sz="3000" i="1">
                            <a:latin typeface="Cambria Math" panose="02040503050406030204" pitchFamily="18" charset="0"/>
                            <a:ea typeface="Cambria Math" panose="02040503050406030204" pitchFamily="18" charset="0"/>
                          </a:rPr>
                          <m:t>𝑧</m:t>
                        </m:r>
                      </m:e>
                      <m:sub>
                        <m:r>
                          <a:rPr lang="en-US" altLang="zh-CN" sz="3000" i="1">
                            <a:latin typeface="Cambria Math" panose="02040503050406030204" pitchFamily="18" charset="0"/>
                            <a:ea typeface="Cambria Math" panose="02040503050406030204" pitchFamily="18" charset="0"/>
                          </a:rPr>
                          <m:t>1</m:t>
                        </m:r>
                      </m:sub>
                    </m:sSub>
                    <m:r>
                      <a:rPr lang="en-US" altLang="zh-CN" sz="3000" i="1">
                        <a:latin typeface="Cambria Math" panose="02040503050406030204" pitchFamily="18" charset="0"/>
                        <a:ea typeface="Cambria Math" panose="02040503050406030204" pitchFamily="18" charset="0"/>
                      </a:rPr>
                      <m:t>,</m:t>
                    </m:r>
                    <m:sSub>
                      <m:sSubPr>
                        <m:ctrlPr>
                          <a:rPr lang="en-US" altLang="zh-CN" sz="3000" i="1">
                            <a:latin typeface="Cambria Math" panose="02040503050406030204" pitchFamily="18" charset="0"/>
                            <a:ea typeface="Cambria Math" panose="02040503050406030204" pitchFamily="18" charset="0"/>
                          </a:rPr>
                        </m:ctrlPr>
                      </m:sSubPr>
                      <m:e>
                        <m:r>
                          <a:rPr lang="en-US" altLang="zh-CN" sz="3000" i="1">
                            <a:latin typeface="Cambria Math" panose="02040503050406030204" pitchFamily="18" charset="0"/>
                            <a:ea typeface="Cambria Math" panose="02040503050406030204" pitchFamily="18" charset="0"/>
                          </a:rPr>
                          <m:t>𝑧</m:t>
                        </m:r>
                      </m:e>
                      <m:sub>
                        <m:r>
                          <a:rPr lang="en-US" altLang="zh-CN" sz="3000" i="1">
                            <a:latin typeface="Cambria Math" panose="02040503050406030204" pitchFamily="18" charset="0"/>
                            <a:ea typeface="Cambria Math" panose="02040503050406030204" pitchFamily="18" charset="0"/>
                          </a:rPr>
                          <m:t>2</m:t>
                        </m:r>
                      </m:sub>
                    </m:sSub>
                    <m:r>
                      <a:rPr lang="en-US" altLang="zh-CN" sz="3000" i="1">
                        <a:latin typeface="Cambria Math" panose="02040503050406030204" pitchFamily="18" charset="0"/>
                        <a:ea typeface="Cambria Math" panose="02040503050406030204" pitchFamily="18" charset="0"/>
                      </a:rPr>
                      <m:t>∈</m:t>
                    </m:r>
                    <m:r>
                      <a:rPr lang="en-US" altLang="zh-CN" sz="3000" i="1">
                        <a:latin typeface="Cambria Math" panose="02040503050406030204" pitchFamily="18" charset="0"/>
                        <a:ea typeface="Cambria Math" panose="02040503050406030204" pitchFamily="18" charset="0"/>
                      </a:rPr>
                      <m:t>𝐷</m:t>
                    </m:r>
                    <m:r>
                      <a:rPr lang="en-US" altLang="zh-CN" sz="3000" i="1">
                        <a:latin typeface="Cambria Math" panose="02040503050406030204" pitchFamily="18" charset="0"/>
                        <a:ea typeface="Cambria Math" panose="02040503050406030204" pitchFamily="18" charset="0"/>
                      </a:rPr>
                      <m:t>,</m:t>
                    </m:r>
                  </m:oMath>
                </a14:m>
                <a:r>
                  <a:rPr lang="zh-CN" altLang="en-US" sz="3000" dirty="0">
                    <a:latin typeface="楷体" panose="02010609060101010101" pitchFamily="49" charset="-122"/>
                    <a:ea typeface="楷体" panose="02010609060101010101" pitchFamily="49" charset="-122"/>
                  </a:rPr>
                  <a:t>若</a:t>
                </a:r>
                <a14:m>
                  <m:oMath xmlns:m="http://schemas.openxmlformats.org/officeDocument/2006/math">
                    <m:sSub>
                      <m:sSubPr>
                        <m:ctrlPr>
                          <a:rPr lang="en-US" altLang="zh-CN" sz="3000" i="1">
                            <a:latin typeface="Cambria Math" panose="02040503050406030204" pitchFamily="18" charset="0"/>
                            <a:ea typeface="Cambria Math" panose="02040503050406030204" pitchFamily="18" charset="0"/>
                          </a:rPr>
                        </m:ctrlPr>
                      </m:sSubPr>
                      <m:e>
                        <m:r>
                          <a:rPr lang="en-US" altLang="zh-CN" sz="3000" i="1">
                            <a:latin typeface="Cambria Math" panose="02040503050406030204" pitchFamily="18" charset="0"/>
                            <a:ea typeface="Cambria Math" panose="02040503050406030204" pitchFamily="18" charset="0"/>
                          </a:rPr>
                          <m:t>𝑧</m:t>
                        </m:r>
                      </m:e>
                      <m:sub>
                        <m:r>
                          <a:rPr lang="en-US" altLang="zh-CN" sz="3000" i="1">
                            <a:latin typeface="Cambria Math" panose="02040503050406030204" pitchFamily="18" charset="0"/>
                            <a:ea typeface="Cambria Math" panose="02040503050406030204" pitchFamily="18" charset="0"/>
                          </a:rPr>
                          <m:t>1</m:t>
                        </m:r>
                      </m:sub>
                    </m:sSub>
                    <m:r>
                      <a:rPr lang="en-US" altLang="zh-CN" sz="3000" i="1">
                        <a:latin typeface="Cambria Math" panose="02040503050406030204" pitchFamily="18" charset="0"/>
                        <a:ea typeface="Cambria Math" panose="02040503050406030204" pitchFamily="18" charset="0"/>
                      </a:rPr>
                      <m:t>≠</m:t>
                    </m:r>
                    <m:sSub>
                      <m:sSubPr>
                        <m:ctrlPr>
                          <a:rPr lang="en-US" altLang="zh-CN" sz="3000" i="1">
                            <a:latin typeface="Cambria Math" panose="02040503050406030204" pitchFamily="18" charset="0"/>
                            <a:ea typeface="Cambria Math" panose="02040503050406030204" pitchFamily="18" charset="0"/>
                          </a:rPr>
                        </m:ctrlPr>
                      </m:sSubPr>
                      <m:e>
                        <m:r>
                          <a:rPr lang="en-US" altLang="zh-CN" sz="3000" i="1">
                            <a:latin typeface="Cambria Math" panose="02040503050406030204" pitchFamily="18" charset="0"/>
                            <a:ea typeface="Cambria Math" panose="02040503050406030204" pitchFamily="18" charset="0"/>
                          </a:rPr>
                          <m:t>𝑧</m:t>
                        </m:r>
                      </m:e>
                      <m:sub>
                        <m:r>
                          <a:rPr lang="en-US" altLang="zh-CN" sz="3000" i="1">
                            <a:latin typeface="Cambria Math" panose="02040503050406030204" pitchFamily="18" charset="0"/>
                            <a:ea typeface="Cambria Math" panose="02040503050406030204" pitchFamily="18" charset="0"/>
                          </a:rPr>
                          <m:t>2</m:t>
                        </m:r>
                      </m:sub>
                    </m:sSub>
                  </m:oMath>
                </a14:m>
                <a:r>
                  <a:rPr lang="zh-CN" altLang="en-US" sz="3000" dirty="0">
                    <a:latin typeface="楷体" panose="02010609060101010101" pitchFamily="49" charset="-122"/>
                    <a:ea typeface="楷体" panose="02010609060101010101" pitchFamily="49" charset="-122"/>
                  </a:rPr>
                  <a:t>，有</a:t>
                </a:r>
                <a14:m>
                  <m:oMath xmlns:m="http://schemas.openxmlformats.org/officeDocument/2006/math">
                    <m:sSub>
                      <m:sSubPr>
                        <m:ctrlPr>
                          <a:rPr lang="en-US" altLang="zh-CN" sz="3000" i="1">
                            <a:latin typeface="Cambria Math" panose="02040503050406030204" pitchFamily="18" charset="0"/>
                            <a:ea typeface="Cambria Math" panose="02040503050406030204" pitchFamily="18" charset="0"/>
                          </a:rPr>
                        </m:ctrlPr>
                      </m:sSubPr>
                      <m:e>
                        <m:r>
                          <a:rPr lang="en-US" altLang="zh-CN" sz="3000" i="1">
                            <a:latin typeface="Cambria Math" panose="02040503050406030204" pitchFamily="18" charset="0"/>
                            <a:ea typeface="Cambria Math" panose="02040503050406030204" pitchFamily="18" charset="0"/>
                          </a:rPr>
                          <m:t>𝑓</m:t>
                        </m:r>
                        <m:r>
                          <a:rPr lang="en-US" altLang="zh-CN" sz="3000" i="1">
                            <a:latin typeface="Cambria Math" panose="02040503050406030204" pitchFamily="18" charset="0"/>
                            <a:ea typeface="Cambria Math" panose="02040503050406030204" pitchFamily="18" charset="0"/>
                          </a:rPr>
                          <m:t>(</m:t>
                        </m:r>
                        <m:r>
                          <a:rPr lang="en-US" altLang="zh-CN" sz="3000" i="1">
                            <a:latin typeface="Cambria Math" panose="02040503050406030204" pitchFamily="18" charset="0"/>
                            <a:ea typeface="Cambria Math" panose="02040503050406030204" pitchFamily="18" charset="0"/>
                          </a:rPr>
                          <m:t>𝑧</m:t>
                        </m:r>
                      </m:e>
                      <m:sub>
                        <m:r>
                          <a:rPr lang="en-US" altLang="zh-CN" sz="3000" i="1">
                            <a:latin typeface="Cambria Math" panose="02040503050406030204" pitchFamily="18" charset="0"/>
                            <a:ea typeface="Cambria Math" panose="02040503050406030204" pitchFamily="18" charset="0"/>
                          </a:rPr>
                          <m:t>1</m:t>
                        </m:r>
                      </m:sub>
                    </m:sSub>
                    <m:r>
                      <a:rPr lang="en-US" altLang="zh-CN" sz="3000" i="1">
                        <a:latin typeface="Cambria Math" panose="02040503050406030204" pitchFamily="18" charset="0"/>
                        <a:ea typeface="Cambria Math" panose="02040503050406030204" pitchFamily="18" charset="0"/>
                      </a:rPr>
                      <m:t>)≠</m:t>
                    </m:r>
                    <m:r>
                      <a:rPr lang="en-US" altLang="zh-CN" sz="3000" i="1">
                        <a:latin typeface="Cambria Math" panose="02040503050406030204" pitchFamily="18" charset="0"/>
                        <a:ea typeface="Cambria Math" panose="02040503050406030204" pitchFamily="18" charset="0"/>
                      </a:rPr>
                      <m:t>𝑓</m:t>
                    </m:r>
                    <m:d>
                      <m:dPr>
                        <m:ctrlPr>
                          <a:rPr lang="en-US" altLang="zh-CN" sz="3000" i="1">
                            <a:latin typeface="Cambria Math" panose="02040503050406030204" pitchFamily="18" charset="0"/>
                            <a:ea typeface="Cambria Math" panose="02040503050406030204" pitchFamily="18" charset="0"/>
                          </a:rPr>
                        </m:ctrlPr>
                      </m:dPr>
                      <m:e>
                        <m:sSub>
                          <m:sSubPr>
                            <m:ctrlPr>
                              <a:rPr lang="en-US" altLang="zh-CN" sz="3000" i="1">
                                <a:latin typeface="Cambria Math" panose="02040503050406030204" pitchFamily="18" charset="0"/>
                                <a:ea typeface="Cambria Math" panose="02040503050406030204" pitchFamily="18" charset="0"/>
                              </a:rPr>
                            </m:ctrlPr>
                          </m:sSubPr>
                          <m:e>
                            <m:r>
                              <a:rPr lang="en-US" altLang="zh-CN" sz="3000" i="1">
                                <a:latin typeface="Cambria Math" panose="02040503050406030204" pitchFamily="18" charset="0"/>
                                <a:ea typeface="Cambria Math" panose="02040503050406030204" pitchFamily="18" charset="0"/>
                              </a:rPr>
                              <m:t>𝑧</m:t>
                            </m:r>
                          </m:e>
                          <m:sub>
                            <m:r>
                              <a:rPr lang="en-US" altLang="zh-CN" sz="3000" i="1">
                                <a:latin typeface="Cambria Math" panose="02040503050406030204" pitchFamily="18" charset="0"/>
                                <a:ea typeface="Cambria Math" panose="02040503050406030204" pitchFamily="18" charset="0"/>
                              </a:rPr>
                              <m:t>2</m:t>
                            </m:r>
                          </m:sub>
                        </m:sSub>
                      </m:e>
                    </m:d>
                    <m:r>
                      <a:rPr lang="en-US" altLang="zh-CN" sz="3000" i="1">
                        <a:latin typeface="Cambria Math" panose="02040503050406030204" pitchFamily="18" charset="0"/>
                        <a:ea typeface="Cambria Math" panose="02040503050406030204" pitchFamily="18" charset="0"/>
                      </a:rPr>
                      <m:t>,</m:t>
                    </m:r>
                  </m:oMath>
                </a14:m>
                <a:r>
                  <a:rPr lang="zh-CN" altLang="en-US" sz="3000" dirty="0">
                    <a:latin typeface="楷体" panose="02010609060101010101" pitchFamily="49" charset="-122"/>
                    <a:ea typeface="楷体" panose="02010609060101010101" pitchFamily="49" charset="-122"/>
                  </a:rPr>
                  <a:t>则称</a:t>
                </a:r>
                <a14:m>
                  <m:oMath xmlns:m="http://schemas.openxmlformats.org/officeDocument/2006/math">
                    <m:r>
                      <a:rPr lang="en-US" altLang="zh-CN" sz="3000" i="1">
                        <a:latin typeface="Cambria Math" panose="02040503050406030204" pitchFamily="18" charset="0"/>
                        <a:ea typeface="楷体" panose="02010609060101010101" pitchFamily="49" charset="-122"/>
                      </a:rPr>
                      <m:t>𝑓</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𝑧</m:t>
                    </m:r>
                    <m:r>
                      <a:rPr lang="en-US" altLang="zh-CN" sz="3000" i="1">
                        <a:latin typeface="Cambria Math" panose="02040503050406030204" pitchFamily="18" charset="0"/>
                        <a:ea typeface="楷体" panose="02010609060101010101" pitchFamily="49" charset="-122"/>
                      </a:rPr>
                      <m:t>)</m:t>
                    </m:r>
                  </m:oMath>
                </a14:m>
                <a:r>
                  <a:rPr lang="zh-CN" altLang="en-US" sz="3000" dirty="0">
                    <a:latin typeface="楷体" panose="02010609060101010101" pitchFamily="49" charset="-122"/>
                    <a:ea typeface="楷体" panose="02010609060101010101" pitchFamily="49" charset="-122"/>
                  </a:rPr>
                  <a:t>在</a:t>
                </a:r>
                <a:r>
                  <a:rPr lang="en-US" altLang="zh-CN" sz="3000" i="1" dirty="0">
                    <a:latin typeface="楷体" panose="02010609060101010101" pitchFamily="49" charset="-122"/>
                    <a:ea typeface="楷体" panose="02010609060101010101" pitchFamily="49" charset="-122"/>
                  </a:rPr>
                  <a:t>D</a:t>
                </a:r>
                <a:r>
                  <a:rPr lang="zh-CN" altLang="en-US" sz="3000" dirty="0">
                    <a:latin typeface="楷体" panose="02010609060101010101" pitchFamily="49" charset="-122"/>
                    <a:ea typeface="楷体" panose="02010609060101010101" pitchFamily="49" charset="-122"/>
                  </a:rPr>
                  <a:t>内是单叶的，区域</a:t>
                </a:r>
                <a:r>
                  <a:rPr lang="en-US" altLang="zh-CN" sz="3000" i="1" dirty="0">
                    <a:latin typeface="楷体" panose="02010609060101010101" pitchFamily="49" charset="-122"/>
                    <a:ea typeface="楷体" panose="02010609060101010101" pitchFamily="49" charset="-122"/>
                  </a:rPr>
                  <a:t>D</a:t>
                </a:r>
                <a:r>
                  <a:rPr lang="zh-CN" altLang="en-US" sz="3000" dirty="0">
                    <a:latin typeface="楷体" panose="02010609060101010101" pitchFamily="49" charset="-122"/>
                    <a:ea typeface="楷体" panose="02010609060101010101" pitchFamily="49" charset="-122"/>
                  </a:rPr>
                  <a:t>称为</a:t>
                </a:r>
                <a14:m>
                  <m:oMath xmlns:m="http://schemas.openxmlformats.org/officeDocument/2006/math">
                    <m:r>
                      <a:rPr lang="en-US" altLang="zh-CN" sz="3000" i="1">
                        <a:latin typeface="Cambria Math" panose="02040503050406030204" pitchFamily="18" charset="0"/>
                        <a:ea typeface="楷体" panose="02010609060101010101" pitchFamily="49" charset="-122"/>
                      </a:rPr>
                      <m:t>𝑓</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𝑧</m:t>
                    </m:r>
                    <m:r>
                      <a:rPr lang="en-US" altLang="zh-CN" sz="3000" i="1">
                        <a:latin typeface="Cambria Math" panose="02040503050406030204" pitchFamily="18" charset="0"/>
                        <a:ea typeface="楷体" panose="02010609060101010101" pitchFamily="49" charset="-122"/>
                      </a:rPr>
                      <m:t>)</m:t>
                    </m:r>
                  </m:oMath>
                </a14:m>
                <a:r>
                  <a:rPr lang="zh-CN" altLang="en-US" sz="3000" dirty="0">
                    <a:latin typeface="楷体" panose="02010609060101010101" pitchFamily="49" charset="-122"/>
                    <a:ea typeface="楷体" panose="02010609060101010101" pitchFamily="49" charset="-122"/>
                  </a:rPr>
                  <a:t>的</a:t>
                </a:r>
                <a:r>
                  <a:rPr lang="zh-CN" altLang="en-US" sz="3000" dirty="0">
                    <a:solidFill>
                      <a:srgbClr val="FF0000"/>
                    </a:solidFill>
                    <a:latin typeface="楷体" panose="02010609060101010101" pitchFamily="49" charset="-122"/>
                    <a:ea typeface="楷体" panose="02010609060101010101" pitchFamily="49" charset="-122"/>
                  </a:rPr>
                  <a:t>单叶性区域</a:t>
                </a:r>
                <a:r>
                  <a:rPr lang="zh-CN" altLang="en-US" sz="3000" dirty="0">
                    <a:latin typeface="楷体" panose="02010609060101010101" pitchFamily="49" charset="-122"/>
                    <a:ea typeface="楷体" panose="02010609060101010101" pitchFamily="49" charset="-122"/>
                  </a:rPr>
                  <a:t>。两个复数</a:t>
                </a:r>
                <a14:m>
                  <m:oMath xmlns:m="http://schemas.openxmlformats.org/officeDocument/2006/math">
                    <m:sSub>
                      <m:sSubPr>
                        <m:ctrlPr>
                          <a:rPr lang="en-US" altLang="zh-CN" sz="3000" i="1">
                            <a:latin typeface="Cambria Math" panose="02040503050406030204" pitchFamily="18" charset="0"/>
                            <a:ea typeface="Cambria Math" panose="02040503050406030204" pitchFamily="18" charset="0"/>
                          </a:rPr>
                        </m:ctrlPr>
                      </m:sSubPr>
                      <m:e>
                        <m:r>
                          <a:rPr lang="en-US" altLang="zh-CN" sz="3000" i="1">
                            <a:latin typeface="Cambria Math" panose="02040503050406030204" pitchFamily="18" charset="0"/>
                            <a:ea typeface="Cambria Math" panose="02040503050406030204" pitchFamily="18" charset="0"/>
                          </a:rPr>
                          <m:t>𝑧</m:t>
                        </m:r>
                      </m:e>
                      <m:sub>
                        <m:r>
                          <a:rPr lang="en-US" altLang="zh-CN" sz="3000" i="1">
                            <a:latin typeface="Cambria Math" panose="02040503050406030204" pitchFamily="18" charset="0"/>
                            <a:ea typeface="Cambria Math" panose="02040503050406030204" pitchFamily="18" charset="0"/>
                          </a:rPr>
                          <m:t>1</m:t>
                        </m:r>
                      </m:sub>
                    </m:sSub>
                    <m:r>
                      <a:rPr lang="en-US" altLang="zh-CN" sz="3000" i="1">
                        <a:latin typeface="Cambria Math" panose="02040503050406030204" pitchFamily="18" charset="0"/>
                        <a:ea typeface="Cambria Math" panose="02040503050406030204" pitchFamily="18" charset="0"/>
                      </a:rPr>
                      <m:t>,</m:t>
                    </m:r>
                    <m:sSub>
                      <m:sSubPr>
                        <m:ctrlPr>
                          <a:rPr lang="en-US" altLang="zh-CN" sz="3000" i="1">
                            <a:latin typeface="Cambria Math" panose="02040503050406030204" pitchFamily="18" charset="0"/>
                            <a:ea typeface="Cambria Math" panose="02040503050406030204" pitchFamily="18" charset="0"/>
                          </a:rPr>
                        </m:ctrlPr>
                      </m:sSubPr>
                      <m:e>
                        <m:r>
                          <a:rPr lang="en-US" altLang="zh-CN" sz="3000" i="1">
                            <a:latin typeface="Cambria Math" panose="02040503050406030204" pitchFamily="18" charset="0"/>
                            <a:ea typeface="Cambria Math" panose="02040503050406030204" pitchFamily="18" charset="0"/>
                          </a:rPr>
                          <m:t>𝑧</m:t>
                        </m:r>
                      </m:e>
                      <m:sub>
                        <m:r>
                          <a:rPr lang="en-US" altLang="zh-CN" sz="3000" i="1">
                            <a:latin typeface="Cambria Math" panose="02040503050406030204" pitchFamily="18" charset="0"/>
                            <a:ea typeface="Cambria Math" panose="02040503050406030204" pitchFamily="18" charset="0"/>
                          </a:rPr>
                          <m:t>2</m:t>
                        </m:r>
                      </m:sub>
                    </m:sSub>
                  </m:oMath>
                </a14:m>
                <a:r>
                  <a:rPr lang="zh-CN" altLang="en-US" sz="3000" dirty="0">
                    <a:latin typeface="楷体" panose="02010609060101010101" pitchFamily="49" charset="-122"/>
                    <a:ea typeface="楷体" panose="02010609060101010101" pitchFamily="49" charset="-122"/>
                  </a:rPr>
                  <a:t>满足</a:t>
                </a:r>
                <a14:m>
                  <m:oMath xmlns:m="http://schemas.openxmlformats.org/officeDocument/2006/math">
                    <m:sSub>
                      <m:sSubPr>
                        <m:ctrlPr>
                          <a:rPr lang="en-US" altLang="zh-CN" sz="3000" i="1">
                            <a:latin typeface="Cambria Math" panose="02040503050406030204" pitchFamily="18" charset="0"/>
                            <a:ea typeface="Cambria Math" panose="02040503050406030204" pitchFamily="18" charset="0"/>
                          </a:rPr>
                        </m:ctrlPr>
                      </m:sSubPr>
                      <m:e>
                        <m:r>
                          <a:rPr lang="en-US" altLang="zh-CN" sz="3000" i="1">
                            <a:latin typeface="Cambria Math" panose="02040503050406030204" pitchFamily="18" charset="0"/>
                            <a:ea typeface="Cambria Math" panose="02040503050406030204" pitchFamily="18" charset="0"/>
                          </a:rPr>
                          <m:t>𝑧</m:t>
                        </m:r>
                      </m:e>
                      <m:sub>
                        <m:r>
                          <a:rPr lang="en-US" altLang="zh-CN" sz="3000" i="1">
                            <a:latin typeface="Cambria Math" panose="02040503050406030204" pitchFamily="18" charset="0"/>
                            <a:ea typeface="Cambria Math" panose="02040503050406030204" pitchFamily="18" charset="0"/>
                          </a:rPr>
                          <m:t>1</m:t>
                        </m:r>
                      </m:sub>
                    </m:sSub>
                    <m:r>
                      <a:rPr lang="en-US" altLang="zh-CN" sz="3000" i="1">
                        <a:latin typeface="Cambria Math" panose="02040503050406030204" pitchFamily="18" charset="0"/>
                        <a:ea typeface="Cambria Math" panose="02040503050406030204" pitchFamily="18" charset="0"/>
                      </a:rPr>
                      <m:t>≠</m:t>
                    </m:r>
                    <m:sSub>
                      <m:sSubPr>
                        <m:ctrlPr>
                          <a:rPr lang="en-US" altLang="zh-CN" sz="3000" i="1">
                            <a:latin typeface="Cambria Math" panose="02040503050406030204" pitchFamily="18" charset="0"/>
                            <a:ea typeface="Cambria Math" panose="02040503050406030204" pitchFamily="18" charset="0"/>
                          </a:rPr>
                        </m:ctrlPr>
                      </m:sSubPr>
                      <m:e>
                        <m:r>
                          <a:rPr lang="en-US" altLang="zh-CN" sz="3000" i="1">
                            <a:latin typeface="Cambria Math" panose="02040503050406030204" pitchFamily="18" charset="0"/>
                            <a:ea typeface="Cambria Math" panose="02040503050406030204" pitchFamily="18" charset="0"/>
                          </a:rPr>
                          <m:t>𝑧</m:t>
                        </m:r>
                      </m:e>
                      <m:sub>
                        <m:r>
                          <a:rPr lang="en-US" altLang="zh-CN" sz="3000" i="1">
                            <a:latin typeface="Cambria Math" panose="02040503050406030204" pitchFamily="18" charset="0"/>
                            <a:ea typeface="Cambria Math" panose="02040503050406030204" pitchFamily="18" charset="0"/>
                          </a:rPr>
                          <m:t>2</m:t>
                        </m:r>
                      </m:sub>
                    </m:sSub>
                  </m:oMath>
                </a14:m>
                <a:r>
                  <a:rPr lang="en-US" altLang="zh-CN" sz="3000" dirty="0">
                    <a:latin typeface="楷体" panose="02010609060101010101" pitchFamily="49" charset="-122"/>
                    <a:ea typeface="楷体" panose="02010609060101010101" pitchFamily="49" charset="-122"/>
                  </a:rPr>
                  <a:t> </a:t>
                </a:r>
                <a:r>
                  <a:rPr lang="zh-CN" altLang="en-US" sz="3000" dirty="0">
                    <a:latin typeface="楷体" panose="02010609060101010101" pitchFamily="49" charset="-122"/>
                    <a:ea typeface="楷体" panose="02010609060101010101" pitchFamily="49" charset="-122"/>
                  </a:rPr>
                  <a:t>且</a:t>
                </a:r>
                <a14:m>
                  <m:oMath xmlns:m="http://schemas.openxmlformats.org/officeDocument/2006/math">
                    <m:d>
                      <m:dPr>
                        <m:begChr m:val="|"/>
                        <m:endChr m:val="|"/>
                        <m:ctrlPr>
                          <a:rPr lang="en-US" altLang="zh-CN" sz="3000" i="1" dirty="0">
                            <a:latin typeface="Cambria Math" panose="02040503050406030204" pitchFamily="18" charset="0"/>
                            <a:ea typeface="楷体" panose="02010609060101010101" pitchFamily="49" charset="-122"/>
                          </a:rPr>
                        </m:ctrlPr>
                      </m:dPr>
                      <m:e>
                        <m:r>
                          <a:rPr lang="en-US" altLang="zh-CN" sz="3000" i="1" dirty="0">
                            <a:latin typeface="Cambria Math" panose="02040503050406030204" pitchFamily="18" charset="0"/>
                            <a:ea typeface="楷体" panose="02010609060101010101" pitchFamily="49" charset="-122"/>
                          </a:rPr>
                          <m:t>𝐼𝑚</m:t>
                        </m:r>
                        <m:sSub>
                          <m:sSubPr>
                            <m:ctrlPr>
                              <a:rPr lang="en-US" altLang="zh-CN" sz="3000" i="1" dirty="0">
                                <a:latin typeface="Cambria Math" panose="02040503050406030204" pitchFamily="18" charset="0"/>
                                <a:ea typeface="楷体" panose="02010609060101010101" pitchFamily="49" charset="-122"/>
                              </a:rPr>
                            </m:ctrlPr>
                          </m:sSubPr>
                          <m:e>
                            <m:r>
                              <a:rPr lang="en-US" altLang="zh-CN" sz="3000" i="1" dirty="0">
                                <a:latin typeface="Cambria Math" panose="02040503050406030204" pitchFamily="18" charset="0"/>
                                <a:ea typeface="楷体" panose="02010609060101010101" pitchFamily="49" charset="-122"/>
                              </a:rPr>
                              <m:t>𝑧</m:t>
                            </m:r>
                          </m:e>
                          <m:sub>
                            <m:r>
                              <a:rPr lang="en-US" altLang="zh-CN" sz="3000" i="1" dirty="0">
                                <a:latin typeface="Cambria Math" panose="02040503050406030204" pitchFamily="18" charset="0"/>
                                <a:ea typeface="楷体" panose="02010609060101010101" pitchFamily="49" charset="-122"/>
                              </a:rPr>
                              <m:t>1</m:t>
                            </m:r>
                          </m:sub>
                        </m:sSub>
                        <m:r>
                          <a:rPr lang="en-US" altLang="zh-CN" sz="3000" i="1" dirty="0">
                            <a:latin typeface="Cambria Math" panose="02040503050406030204" pitchFamily="18" charset="0"/>
                            <a:ea typeface="楷体" panose="02010609060101010101" pitchFamily="49" charset="-122"/>
                          </a:rPr>
                          <m:t>−</m:t>
                        </m:r>
                        <m:r>
                          <a:rPr lang="en-US" altLang="zh-CN" sz="3000" i="1" dirty="0">
                            <a:latin typeface="Cambria Math" panose="02040503050406030204" pitchFamily="18" charset="0"/>
                            <a:ea typeface="楷体" panose="02010609060101010101" pitchFamily="49" charset="-122"/>
                          </a:rPr>
                          <m:t>𝐼𝑚</m:t>
                        </m:r>
                        <m:sSub>
                          <m:sSubPr>
                            <m:ctrlPr>
                              <a:rPr lang="en-US" altLang="zh-CN" sz="3000" i="1" dirty="0">
                                <a:latin typeface="Cambria Math" panose="02040503050406030204" pitchFamily="18" charset="0"/>
                                <a:ea typeface="楷体" panose="02010609060101010101" pitchFamily="49" charset="-122"/>
                              </a:rPr>
                            </m:ctrlPr>
                          </m:sSubPr>
                          <m:e>
                            <m:r>
                              <a:rPr lang="en-US" altLang="zh-CN" sz="3000" i="1" dirty="0">
                                <a:latin typeface="Cambria Math" panose="02040503050406030204" pitchFamily="18" charset="0"/>
                                <a:ea typeface="楷体" panose="02010609060101010101" pitchFamily="49" charset="-122"/>
                              </a:rPr>
                              <m:t>𝑧</m:t>
                            </m:r>
                          </m:e>
                          <m:sub>
                            <m:r>
                              <a:rPr lang="en-US" altLang="zh-CN" sz="3000" i="1" dirty="0">
                                <a:latin typeface="Cambria Math" panose="02040503050406030204" pitchFamily="18" charset="0"/>
                                <a:ea typeface="楷体" panose="02010609060101010101" pitchFamily="49" charset="-122"/>
                              </a:rPr>
                              <m:t>2</m:t>
                            </m:r>
                          </m:sub>
                        </m:sSub>
                      </m:e>
                    </m:d>
                    <m:r>
                      <a:rPr lang="en-US" altLang="zh-CN" sz="3000" i="1" dirty="0">
                        <a:latin typeface="Cambria Math" panose="02040503050406030204" pitchFamily="18" charset="0"/>
                        <a:ea typeface="楷体" panose="02010609060101010101" pitchFamily="49" charset="-122"/>
                      </a:rPr>
                      <m:t>&lt;</m:t>
                    </m:r>
                    <m:r>
                      <a:rPr lang="en-US" altLang="zh-CN" sz="3000" i="1" dirty="0">
                        <a:latin typeface="Cambria Math" panose="02040503050406030204" pitchFamily="18" charset="0"/>
                        <a:ea typeface="楷体" panose="02010609060101010101" pitchFamily="49" charset="-122"/>
                      </a:rPr>
                      <m:t>2</m:t>
                    </m:r>
                    <m:r>
                      <a:rPr lang="zh-CN" altLang="en-US" sz="3000" i="1" dirty="0">
                        <a:latin typeface="Cambria Math" panose="02040503050406030204" pitchFamily="18" charset="0"/>
                        <a:ea typeface="楷体" panose="02010609060101010101" pitchFamily="49" charset="-122"/>
                      </a:rPr>
                      <m:t>𝜋</m:t>
                    </m:r>
                  </m:oMath>
                </a14:m>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有</a:t>
                </a:r>
                <a14:m>
                  <m:oMath xmlns:m="http://schemas.openxmlformats.org/officeDocument/2006/math">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𝑧</m:t>
                            </m:r>
                          </m:e>
                          <m:sub>
                            <m:r>
                              <a:rPr lang="en-US" altLang="zh-CN" sz="3000" i="1">
                                <a:latin typeface="Cambria Math" panose="02040503050406030204" pitchFamily="18" charset="0"/>
                                <a:ea typeface="楷体" panose="02010609060101010101" pitchFamily="49" charset="-122"/>
                              </a:rPr>
                              <m:t>1</m:t>
                            </m:r>
                          </m:sub>
                        </m:sSub>
                      </m:sup>
                    </m:sSup>
                    <m:r>
                      <a:rPr lang="en-US" altLang="zh-CN" sz="3000" i="1">
                        <a:latin typeface="Cambria Math" panose="02040503050406030204" pitchFamily="18" charset="0"/>
                        <a:ea typeface="Cambria Math" panose="02040503050406030204" pitchFamily="18" charset="0"/>
                      </a:rPr>
                      <m:t>≠</m:t>
                    </m:r>
                  </m:oMath>
                </a14:m>
                <a:r>
                  <a:rPr lang="en-US" altLang="zh-CN" sz="3000" dirty="0">
                    <a:latin typeface="楷体" panose="02010609060101010101" pitchFamily="49" charset="-122"/>
                    <a:ea typeface="楷体" panose="02010609060101010101" pitchFamily="49" charset="-122"/>
                  </a:rPr>
                  <a:t> </a:t>
                </a:r>
                <a14:m>
                  <m:oMath xmlns:m="http://schemas.openxmlformats.org/officeDocument/2006/math">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𝑧</m:t>
                            </m:r>
                          </m:e>
                          <m:sub>
                            <m:r>
                              <a:rPr lang="en-US" altLang="zh-CN" sz="3000" i="1">
                                <a:latin typeface="Cambria Math" panose="02040503050406030204" pitchFamily="18" charset="0"/>
                                <a:ea typeface="楷体" panose="02010609060101010101" pitchFamily="49" charset="-122"/>
                              </a:rPr>
                              <m:t>2</m:t>
                            </m:r>
                          </m:sub>
                        </m:sSub>
                      </m:sup>
                    </m:sSup>
                    <m:r>
                      <a:rPr lang="en-US" altLang="zh-CN" sz="3000" i="1">
                        <a:latin typeface="Cambria Math" panose="02040503050406030204" pitchFamily="18" charset="0"/>
                        <a:ea typeface="楷体" panose="02010609060101010101" pitchFamily="49" charset="-122"/>
                      </a:rPr>
                      <m:t>.</m:t>
                    </m:r>
                  </m:oMath>
                </a14:m>
                <a:r>
                  <a:rPr lang="zh-CN" altLang="en-US" sz="3000" dirty="0">
                    <a:latin typeface="楷体" panose="02010609060101010101" pitchFamily="49" charset="-122"/>
                    <a:ea typeface="楷体" panose="02010609060101010101" pitchFamily="49" charset="-122"/>
                  </a:rPr>
                  <a:t>即每一个平行于实轴且宽度不超过</a:t>
                </a:r>
                <a14:m>
                  <m:oMath xmlns:m="http://schemas.openxmlformats.org/officeDocument/2006/math">
                    <m:r>
                      <a:rPr lang="en-US" altLang="zh-CN" sz="3000" i="1">
                        <a:latin typeface="Cambria Math" panose="02040503050406030204" pitchFamily="18" charset="0"/>
                        <a:ea typeface="楷体" panose="02010609060101010101" pitchFamily="49" charset="-122"/>
                      </a:rPr>
                      <m:t>2</m:t>
                    </m:r>
                    <m:r>
                      <a:rPr lang="zh-CN" altLang="en-US" sz="3000" i="1">
                        <a:latin typeface="Cambria Math" panose="02040503050406030204" pitchFamily="18" charset="0"/>
                        <a:ea typeface="楷体" panose="02010609060101010101" pitchFamily="49" charset="-122"/>
                      </a:rPr>
                      <m:t>𝜋</m:t>
                    </m:r>
                    <m:r>
                      <a:rPr lang="zh-CN" altLang="en-US" sz="3000" i="1">
                        <a:latin typeface="Cambria Math" panose="02040503050406030204" pitchFamily="18" charset="0"/>
                        <a:ea typeface="楷体" panose="02010609060101010101" pitchFamily="49" charset="-122"/>
                      </a:rPr>
                      <m:t>的</m:t>
                    </m:r>
                  </m:oMath>
                </a14:m>
                <a:r>
                  <a:rPr lang="zh-CN" altLang="en-US" sz="3000" dirty="0">
                    <a:latin typeface="楷体" panose="02010609060101010101" pitchFamily="49" charset="-122"/>
                    <a:ea typeface="楷体" panose="02010609060101010101" pitchFamily="49" charset="-122"/>
                  </a:rPr>
                  <a:t>水平带状区域都是指数函数</a:t>
                </a:r>
                <a14:m>
                  <m:oMath xmlns:m="http://schemas.openxmlformats.org/officeDocument/2006/math">
                    <m:r>
                      <a:rPr lang="zh-CN" altLang="en-US" sz="3000" i="1">
                        <a:latin typeface="Cambria Math" panose="02040503050406030204" pitchFamily="18" charset="0"/>
                        <a:ea typeface="楷体" panose="02010609060101010101" pitchFamily="49" charset="-122"/>
                      </a:rPr>
                      <m:t>𝜔</m:t>
                    </m:r>
                    <m:r>
                      <a:rPr lang="en-US" altLang="zh-CN" sz="3000" i="1">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𝑧</m:t>
                        </m:r>
                      </m:sup>
                    </m:sSup>
                  </m:oMath>
                </a14:m>
                <a:r>
                  <a:rPr lang="zh-CN" altLang="en-US" sz="3000" dirty="0">
                    <a:latin typeface="楷体" panose="02010609060101010101" pitchFamily="49" charset="-122"/>
                    <a:ea typeface="楷体" panose="02010609060101010101" pitchFamily="49" charset="-122"/>
                  </a:rPr>
                  <a:t>的单性叶区域。</a:t>
                </a:r>
                <a:r>
                  <a:rPr lang="en-US" altLang="zh-CN" sz="3000" dirty="0">
                    <a:latin typeface="楷体" panose="02010609060101010101" pitchFamily="49" charset="-122"/>
                    <a:ea typeface="楷体" panose="02010609060101010101" pitchFamily="49" charset="-122"/>
                  </a:rPr>
                  <a:t>     </a:t>
                </a:r>
                <a:endParaRPr lang="zh-CN" altLang="en-US" sz="3000" dirty="0">
                  <a:latin typeface="楷体" panose="02010609060101010101" pitchFamily="49" charset="-122"/>
                  <a:ea typeface="楷体" panose="02010609060101010101" pitchFamily="49" charset="-122"/>
                </a:endParaRPr>
              </a:p>
            </p:txBody>
          </p:sp>
        </mc:Choice>
        <mc:Fallback>
          <p:sp>
            <p:nvSpPr>
              <p:cNvPr id="2" name="标题 1"/>
              <p:cNvSpPr>
                <a:spLocks noRot="1" noChangeAspect="1" noMove="1" noResize="1" noEditPoints="1" noAdjustHandles="1" noChangeArrowheads="1" noChangeShapeType="1" noTextEdit="1"/>
              </p:cNvSpPr>
              <p:nvPr>
                <p:ph type="title"/>
              </p:nvPr>
            </p:nvSpPr>
            <p:spPr>
              <a:xfrm>
                <a:off x="163983" y="3754549"/>
                <a:ext cx="8625935" cy="2858151"/>
              </a:xfrm>
              <a:blipFill rotWithShape="1">
                <a:blip r:embed="rId1"/>
                <a:stretch>
                  <a:fillRect l="-2" t="-15" r="3" b="1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标题 1"/>
              <p:cNvSpPr txBox="1"/>
              <p:nvPr/>
            </p:nvSpPr>
            <p:spPr>
              <a:xfrm>
                <a:off x="163983" y="531629"/>
                <a:ext cx="8546174" cy="1569890"/>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r>
                  <a:rPr lang="en-US" altLang="zh-CN" sz="3000" dirty="0">
                    <a:latin typeface="楷体" panose="02010609060101010101" pitchFamily="49" charset="-122"/>
                    <a:ea typeface="楷体" panose="02010609060101010101" pitchFamily="49" charset="-122"/>
                  </a:rPr>
                  <a:t>6. </a:t>
                </a:r>
                <a14:m>
                  <m:oMath xmlns:m="http://schemas.openxmlformats.org/officeDocument/2006/math">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𝑧</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2</m:t>
                        </m:r>
                        <m:r>
                          <a:rPr lang="en-US" altLang="zh-CN" sz="3000" i="1">
                            <a:latin typeface="Cambria Math" panose="02040503050406030204" pitchFamily="18" charset="0"/>
                            <a:ea typeface="楷体" panose="02010609060101010101" pitchFamily="49" charset="-122"/>
                          </a:rPr>
                          <m:t>𝑘</m:t>
                        </m:r>
                        <m:r>
                          <a:rPr lang="zh-CN" altLang="en-US" sz="3000" i="1">
                            <a:latin typeface="Cambria Math" panose="02040503050406030204" pitchFamily="18" charset="0"/>
                            <a:ea typeface="楷体" panose="02010609060101010101" pitchFamily="49" charset="-122"/>
                          </a:rPr>
                          <m:t>𝜋</m:t>
                        </m:r>
                        <m:r>
                          <a:rPr lang="en-US" altLang="zh-CN" sz="3000" i="1">
                            <a:latin typeface="Cambria Math" panose="02040503050406030204" pitchFamily="18" charset="0"/>
                            <a:ea typeface="楷体" panose="02010609060101010101" pitchFamily="49" charset="-122"/>
                          </a:rPr>
                          <m:t>𝑖</m:t>
                        </m:r>
                      </m:sup>
                    </m:sSup>
                    <m:r>
                      <a:rPr lang="en-US" altLang="zh-CN" sz="3000" i="1">
                        <a:latin typeface="Cambria Math" panose="02040503050406030204" pitchFamily="18" charset="0"/>
                        <a:ea typeface="Cambria Math" panose="02040503050406030204" pitchFamily="18" charset="0"/>
                      </a:rPr>
                      <m:t>=</m:t>
                    </m:r>
                    <m:sSup>
                      <m:sSupPr>
                        <m:ctrlPr>
                          <a:rPr lang="en-US" altLang="zh-CN" sz="3000" i="1">
                            <a:latin typeface="Cambria Math" panose="02040503050406030204" pitchFamily="18" charset="0"/>
                            <a:ea typeface="Cambria Math" panose="02040503050406030204" pitchFamily="18" charset="0"/>
                          </a:rPr>
                        </m:ctrlPr>
                      </m:sSupPr>
                      <m:e>
                        <m:r>
                          <a:rPr lang="en-US" altLang="zh-CN" sz="3000" i="1">
                            <a:latin typeface="Cambria Math" panose="02040503050406030204" pitchFamily="18" charset="0"/>
                            <a:ea typeface="Cambria Math" panose="02040503050406030204" pitchFamily="18" charset="0"/>
                          </a:rPr>
                          <m:t>𝑒</m:t>
                        </m:r>
                      </m:e>
                      <m:sup>
                        <m:r>
                          <a:rPr lang="en-US" altLang="zh-CN" sz="3000" i="1">
                            <a:latin typeface="Cambria Math" panose="02040503050406030204" pitchFamily="18" charset="0"/>
                            <a:ea typeface="Cambria Math" panose="02040503050406030204" pitchFamily="18" charset="0"/>
                          </a:rPr>
                          <m:t>𝑧</m:t>
                        </m:r>
                      </m:sup>
                    </m:sSup>
                    <m:r>
                      <a:rPr lang="en-US" altLang="zh-CN" sz="3000" i="1">
                        <a:latin typeface="Cambria Math" panose="02040503050406030204" pitchFamily="18" charset="0"/>
                        <a:ea typeface="Cambria Math" panose="02040503050406030204" pitchFamily="18" charset="0"/>
                      </a:rPr>
                      <m:t>∙</m:t>
                    </m:r>
                    <m:sSup>
                      <m:sSupPr>
                        <m:ctrlPr>
                          <a:rPr lang="en-US" altLang="zh-CN" sz="3000" i="1">
                            <a:latin typeface="Cambria Math" panose="02040503050406030204" pitchFamily="18" charset="0"/>
                            <a:ea typeface="Cambria Math" panose="02040503050406030204" pitchFamily="18" charset="0"/>
                          </a:rPr>
                        </m:ctrlPr>
                      </m:sSupPr>
                      <m:e>
                        <m:r>
                          <a:rPr lang="en-US" altLang="zh-CN" sz="3000" i="1">
                            <a:latin typeface="Cambria Math" panose="02040503050406030204" pitchFamily="18" charset="0"/>
                            <a:ea typeface="Cambria Math" panose="02040503050406030204" pitchFamily="18" charset="0"/>
                          </a:rPr>
                          <m:t>𝑒</m:t>
                        </m:r>
                      </m:e>
                      <m:sup>
                        <m:r>
                          <a:rPr lang="en-US" altLang="zh-CN" sz="3000" i="1">
                            <a:latin typeface="Cambria Math" panose="02040503050406030204" pitchFamily="18" charset="0"/>
                            <a:ea typeface="Cambria Math" panose="02040503050406030204" pitchFamily="18" charset="0"/>
                          </a:rPr>
                          <m:t>2</m:t>
                        </m:r>
                        <m:r>
                          <a:rPr lang="en-US" altLang="zh-CN" sz="3000" i="1">
                            <a:latin typeface="Cambria Math" panose="02040503050406030204" pitchFamily="18" charset="0"/>
                            <a:ea typeface="Cambria Math" panose="02040503050406030204" pitchFamily="18" charset="0"/>
                          </a:rPr>
                          <m:t>𝑘</m:t>
                        </m:r>
                        <m:r>
                          <a:rPr lang="zh-CN" altLang="en-US" sz="3000" i="1">
                            <a:latin typeface="Cambria Math" panose="02040503050406030204" pitchFamily="18" charset="0"/>
                            <a:ea typeface="Cambria Math" panose="02040503050406030204" pitchFamily="18" charset="0"/>
                          </a:rPr>
                          <m:t>𝜋</m:t>
                        </m:r>
                        <m:r>
                          <a:rPr lang="en-US" altLang="zh-CN" sz="3000" i="1">
                            <a:latin typeface="Cambria Math" panose="02040503050406030204" pitchFamily="18" charset="0"/>
                            <a:ea typeface="Cambria Math" panose="02040503050406030204" pitchFamily="18" charset="0"/>
                          </a:rPr>
                          <m:t>𝑖</m:t>
                        </m:r>
                      </m:sup>
                    </m:sSup>
                    <m:r>
                      <a:rPr lang="en-US" altLang="zh-CN" sz="3000" i="1">
                        <a:latin typeface="Cambria Math" panose="02040503050406030204" pitchFamily="18" charset="0"/>
                        <a:ea typeface="Cambria Math" panose="02040503050406030204" pitchFamily="18" charset="0"/>
                      </a:rPr>
                      <m:t>=</m:t>
                    </m:r>
                    <m:sSup>
                      <m:sSupPr>
                        <m:ctrlPr>
                          <a:rPr lang="en-US" altLang="zh-CN" sz="3000" i="1">
                            <a:latin typeface="Cambria Math" panose="02040503050406030204" pitchFamily="18" charset="0"/>
                            <a:ea typeface="Cambria Math" panose="02040503050406030204" pitchFamily="18" charset="0"/>
                          </a:rPr>
                        </m:ctrlPr>
                      </m:sSupPr>
                      <m:e>
                        <m:r>
                          <a:rPr lang="en-US" altLang="zh-CN" sz="3000" i="1">
                            <a:latin typeface="Cambria Math" panose="02040503050406030204" pitchFamily="18" charset="0"/>
                            <a:ea typeface="Cambria Math" panose="02040503050406030204" pitchFamily="18" charset="0"/>
                          </a:rPr>
                          <m:t>𝑒</m:t>
                        </m:r>
                      </m:e>
                      <m:sup>
                        <m:r>
                          <a:rPr lang="en-US" altLang="zh-CN" sz="3000" i="1">
                            <a:latin typeface="Cambria Math" panose="02040503050406030204" pitchFamily="18" charset="0"/>
                            <a:ea typeface="Cambria Math" panose="02040503050406030204" pitchFamily="18" charset="0"/>
                          </a:rPr>
                          <m:t>𝑧</m:t>
                        </m:r>
                      </m:sup>
                    </m:sSup>
                    <m:r>
                      <a:rPr lang="en-US" altLang="zh-CN" sz="3000" i="1">
                        <a:latin typeface="Cambria Math" panose="02040503050406030204" pitchFamily="18" charset="0"/>
                        <a:ea typeface="Cambria Math" panose="02040503050406030204" pitchFamily="18" charset="0"/>
                      </a:rPr>
                      <m:t>,</m:t>
                    </m:r>
                  </m:oMath>
                </a14:m>
                <a:r>
                  <a:rPr lang="zh-CN" altLang="en-US" sz="3000" dirty="0">
                    <a:latin typeface="楷体" panose="02010609060101010101" pitchFamily="49" charset="-122"/>
                    <a:ea typeface="楷体" panose="02010609060101010101" pitchFamily="49" charset="-122"/>
                  </a:rPr>
                  <a:t>即</a:t>
                </a:r>
                <a14:m>
                  <m:oMath xmlns:m="http://schemas.openxmlformats.org/officeDocument/2006/math">
                    <m:sSup>
                      <m:sSupPr>
                        <m:ctrlPr>
                          <a:rPr lang="en-US" altLang="zh-CN" sz="3000" i="1">
                            <a:latin typeface="Cambria Math" panose="02040503050406030204" pitchFamily="18" charset="0"/>
                            <a:ea typeface="Cambria Math" panose="02040503050406030204" pitchFamily="18" charset="0"/>
                          </a:rPr>
                        </m:ctrlPr>
                      </m:sSupPr>
                      <m:e>
                        <m:r>
                          <a:rPr lang="en-US" altLang="zh-CN" sz="3000" i="1">
                            <a:latin typeface="Cambria Math" panose="02040503050406030204" pitchFamily="18" charset="0"/>
                            <a:ea typeface="Cambria Math" panose="02040503050406030204" pitchFamily="18" charset="0"/>
                          </a:rPr>
                          <m:t>𝑒</m:t>
                        </m:r>
                      </m:e>
                      <m:sup>
                        <m:r>
                          <a:rPr lang="en-US" altLang="zh-CN" sz="3000" i="1">
                            <a:latin typeface="Cambria Math" panose="02040503050406030204" pitchFamily="18" charset="0"/>
                            <a:ea typeface="Cambria Math" panose="02040503050406030204" pitchFamily="18" charset="0"/>
                          </a:rPr>
                          <m:t>𝑧</m:t>
                        </m:r>
                      </m:sup>
                    </m:sSup>
                  </m:oMath>
                </a14:m>
                <a:r>
                  <a:rPr lang="zh-CN" altLang="en-US" sz="3000" b="1" dirty="0">
                    <a:latin typeface="楷体" panose="02010609060101010101" pitchFamily="49" charset="-122"/>
                    <a:ea typeface="楷体" panose="02010609060101010101" pitchFamily="49" charset="-122"/>
                  </a:rPr>
                  <a:t>是</a:t>
                </a:r>
                <a:r>
                  <a:rPr lang="zh-CN" altLang="en-US" sz="3000" b="1" dirty="0">
                    <a:solidFill>
                      <a:srgbClr val="FF0000"/>
                    </a:solidFill>
                    <a:latin typeface="楷体" panose="02010609060101010101" pitchFamily="49" charset="-122"/>
                    <a:ea typeface="楷体" panose="02010609060101010101" pitchFamily="49" charset="-122"/>
                  </a:rPr>
                  <a:t>以</a:t>
                </a:r>
                <a14:m>
                  <m:oMath xmlns:m="http://schemas.openxmlformats.org/officeDocument/2006/math">
                    <m:r>
                      <a:rPr lang="en-US" altLang="zh-CN" sz="3000" i="1">
                        <a:solidFill>
                          <a:srgbClr val="FF0000"/>
                        </a:solidFill>
                        <a:latin typeface="Cambria Math" panose="02040503050406030204" pitchFamily="18" charset="0"/>
                        <a:ea typeface="Cambria Math" panose="02040503050406030204" pitchFamily="18" charset="0"/>
                      </a:rPr>
                      <m:t>2</m:t>
                    </m:r>
                    <m:r>
                      <a:rPr lang="en-US" altLang="zh-CN" sz="3000" i="1">
                        <a:solidFill>
                          <a:srgbClr val="FF0000"/>
                        </a:solidFill>
                        <a:latin typeface="Cambria Math" panose="02040503050406030204" pitchFamily="18" charset="0"/>
                        <a:ea typeface="Cambria Math" panose="02040503050406030204" pitchFamily="18" charset="0"/>
                      </a:rPr>
                      <m:t>𝑘</m:t>
                    </m:r>
                    <m:r>
                      <a:rPr lang="zh-CN" altLang="en-US" sz="3000" i="1">
                        <a:solidFill>
                          <a:srgbClr val="FF0000"/>
                        </a:solidFill>
                        <a:latin typeface="Cambria Math" panose="02040503050406030204" pitchFamily="18" charset="0"/>
                        <a:ea typeface="Cambria Math" panose="02040503050406030204" pitchFamily="18" charset="0"/>
                      </a:rPr>
                      <m:t>𝜋</m:t>
                    </m:r>
                    <m:r>
                      <a:rPr lang="en-US" altLang="zh-CN" sz="3000" i="1">
                        <a:solidFill>
                          <a:srgbClr val="FF0000"/>
                        </a:solidFill>
                        <a:latin typeface="Cambria Math" panose="02040503050406030204" pitchFamily="18" charset="0"/>
                        <a:ea typeface="Cambria Math" panose="02040503050406030204" pitchFamily="18" charset="0"/>
                      </a:rPr>
                      <m:t>𝑖</m:t>
                    </m:r>
                  </m:oMath>
                </a14:m>
                <a:r>
                  <a:rPr lang="zh-CN" altLang="en-US" sz="3000" dirty="0">
                    <a:solidFill>
                      <a:srgbClr val="FF0000"/>
                    </a:solidFill>
                    <a:latin typeface="楷体" panose="02010609060101010101" pitchFamily="49" charset="-122"/>
                    <a:ea typeface="楷体" panose="02010609060101010101" pitchFamily="49" charset="-122"/>
                  </a:rPr>
                  <a:t>为周期的周期函数；</a:t>
                </a:r>
                <a:r>
                  <a:rPr lang="zh-CN" altLang="en-US" sz="3000" dirty="0">
                    <a:latin typeface="楷体" panose="02010609060101010101" pitchFamily="49" charset="-122"/>
                    <a:ea typeface="楷体" panose="02010609060101010101" pitchFamily="49" charset="-122"/>
                  </a:rPr>
                  <a:t>特别地</a:t>
                </a:r>
                <a14:m>
                  <m:oMath xmlns:m="http://schemas.openxmlformats.org/officeDocument/2006/math">
                    <m:sSup>
                      <m:sSupPr>
                        <m:ctrlPr>
                          <a:rPr lang="en-US" altLang="zh-CN" sz="3000" i="1">
                            <a:latin typeface="Cambria Math" panose="02040503050406030204" pitchFamily="18" charset="0"/>
                            <a:ea typeface="Cambria Math" panose="02040503050406030204" pitchFamily="18" charset="0"/>
                          </a:rPr>
                        </m:ctrlPr>
                      </m:sSupPr>
                      <m:e>
                        <m:r>
                          <a:rPr lang="en-US" altLang="zh-CN" sz="3000" i="1">
                            <a:latin typeface="Cambria Math" panose="02040503050406030204" pitchFamily="18" charset="0"/>
                            <a:ea typeface="Cambria Math" panose="02040503050406030204" pitchFamily="18" charset="0"/>
                          </a:rPr>
                          <m:t>𝑒</m:t>
                        </m:r>
                      </m:e>
                      <m:sup>
                        <m:sSub>
                          <m:sSubPr>
                            <m:ctrlPr>
                              <a:rPr lang="en-US" altLang="zh-CN" sz="3000" i="1">
                                <a:latin typeface="Cambria Math" panose="02040503050406030204" pitchFamily="18" charset="0"/>
                                <a:ea typeface="Cambria Math" panose="02040503050406030204" pitchFamily="18" charset="0"/>
                              </a:rPr>
                            </m:ctrlPr>
                          </m:sSubPr>
                          <m:e>
                            <m:r>
                              <a:rPr lang="en-US" altLang="zh-CN" sz="3000" i="1">
                                <a:latin typeface="Cambria Math" panose="02040503050406030204" pitchFamily="18" charset="0"/>
                                <a:ea typeface="Cambria Math" panose="02040503050406030204" pitchFamily="18" charset="0"/>
                              </a:rPr>
                              <m:t>𝑧</m:t>
                            </m:r>
                          </m:e>
                          <m:sub>
                            <m:r>
                              <a:rPr lang="en-US" altLang="zh-CN" sz="3000" i="1">
                                <a:latin typeface="Cambria Math" panose="02040503050406030204" pitchFamily="18" charset="0"/>
                                <a:ea typeface="Cambria Math" panose="02040503050406030204" pitchFamily="18" charset="0"/>
                              </a:rPr>
                              <m:t>1</m:t>
                            </m:r>
                          </m:sub>
                        </m:sSub>
                      </m:sup>
                    </m:sSup>
                    <m:r>
                      <a:rPr lang="en-US" altLang="zh-CN" sz="3000" i="1">
                        <a:latin typeface="Cambria Math" panose="02040503050406030204" pitchFamily="18" charset="0"/>
                        <a:ea typeface="Cambria Math" panose="02040503050406030204" pitchFamily="18" charset="0"/>
                      </a:rPr>
                      <m:t>=</m:t>
                    </m:r>
                  </m:oMath>
                </a14:m>
                <a:r>
                  <a:rPr lang="en-US" altLang="zh-CN" sz="3000" dirty="0">
                    <a:latin typeface="楷体" panose="02010609060101010101" pitchFamily="49" charset="-122"/>
                    <a:ea typeface="楷体" panose="02010609060101010101" pitchFamily="49" charset="-122"/>
                  </a:rPr>
                  <a:t> </a:t>
                </a:r>
                <a14:m>
                  <m:oMath xmlns:m="http://schemas.openxmlformats.org/officeDocument/2006/math">
                    <m:sSup>
                      <m:sSupPr>
                        <m:ctrlPr>
                          <a:rPr lang="en-US" altLang="zh-CN" sz="3000" i="1">
                            <a:latin typeface="Cambria Math" panose="02040503050406030204" pitchFamily="18" charset="0"/>
                            <a:ea typeface="Cambria Math" panose="02040503050406030204" pitchFamily="18" charset="0"/>
                          </a:rPr>
                        </m:ctrlPr>
                      </m:sSupPr>
                      <m:e>
                        <m:r>
                          <a:rPr lang="en-US" altLang="zh-CN" sz="3000" i="1">
                            <a:latin typeface="Cambria Math" panose="02040503050406030204" pitchFamily="18" charset="0"/>
                            <a:ea typeface="Cambria Math" panose="02040503050406030204" pitchFamily="18" charset="0"/>
                          </a:rPr>
                          <m:t>𝑒</m:t>
                        </m:r>
                      </m:e>
                      <m:sup>
                        <m:sSub>
                          <m:sSubPr>
                            <m:ctrlPr>
                              <a:rPr lang="en-US" altLang="zh-CN" sz="3000" i="1">
                                <a:latin typeface="Cambria Math" panose="02040503050406030204" pitchFamily="18" charset="0"/>
                                <a:ea typeface="Cambria Math" panose="02040503050406030204" pitchFamily="18" charset="0"/>
                              </a:rPr>
                            </m:ctrlPr>
                          </m:sSubPr>
                          <m:e>
                            <m:r>
                              <a:rPr lang="en-US" altLang="zh-CN" sz="3000" i="1">
                                <a:latin typeface="Cambria Math" panose="02040503050406030204" pitchFamily="18" charset="0"/>
                                <a:ea typeface="Cambria Math" panose="02040503050406030204" pitchFamily="18" charset="0"/>
                              </a:rPr>
                              <m:t>𝑧</m:t>
                            </m:r>
                          </m:e>
                          <m:sub>
                            <m:r>
                              <a:rPr lang="en-US" altLang="zh-CN" sz="3000" i="1">
                                <a:latin typeface="Cambria Math" panose="02040503050406030204" pitchFamily="18" charset="0"/>
                                <a:ea typeface="Cambria Math" panose="02040503050406030204" pitchFamily="18" charset="0"/>
                              </a:rPr>
                              <m:t>2</m:t>
                            </m:r>
                          </m:sub>
                        </m:sSub>
                      </m:sup>
                    </m:sSup>
                    <m:groupChr>
                      <m:groupChrPr>
                        <m:chr m:val="⇔"/>
                        <m:vertJc m:val="bot"/>
                        <m:ctrlPr>
                          <a:rPr lang="en-US" altLang="zh-CN" sz="3000" i="1">
                            <a:latin typeface="Cambria Math" panose="02040503050406030204" pitchFamily="18" charset="0"/>
                            <a:ea typeface="Cambria Math" panose="02040503050406030204" pitchFamily="18" charset="0"/>
                          </a:rPr>
                        </m:ctrlPr>
                      </m:groupChrPr>
                      <m:e/>
                    </m:groupChr>
                    <m:sSub>
                      <m:sSubPr>
                        <m:ctrlPr>
                          <a:rPr lang="en-US" altLang="zh-CN" sz="3000" i="1">
                            <a:latin typeface="Cambria Math" panose="02040503050406030204" pitchFamily="18" charset="0"/>
                            <a:ea typeface="Cambria Math" panose="02040503050406030204" pitchFamily="18" charset="0"/>
                          </a:rPr>
                        </m:ctrlPr>
                      </m:sSubPr>
                      <m:e>
                        <m:r>
                          <a:rPr lang="en-US" altLang="zh-CN" sz="3000" i="1">
                            <a:latin typeface="Cambria Math" panose="02040503050406030204" pitchFamily="18" charset="0"/>
                            <a:ea typeface="Cambria Math" panose="02040503050406030204" pitchFamily="18" charset="0"/>
                          </a:rPr>
                          <m:t>𝑧</m:t>
                        </m:r>
                      </m:e>
                      <m:sub>
                        <m:r>
                          <a:rPr lang="en-US" altLang="zh-CN" sz="3000" i="1">
                            <a:latin typeface="Cambria Math" panose="02040503050406030204" pitchFamily="18" charset="0"/>
                            <a:ea typeface="Cambria Math" panose="02040503050406030204" pitchFamily="18" charset="0"/>
                          </a:rPr>
                          <m:t>1</m:t>
                        </m:r>
                      </m:sub>
                    </m:sSub>
                    <m:r>
                      <a:rPr lang="en-US" altLang="zh-CN" sz="3000" i="1">
                        <a:latin typeface="Cambria Math" panose="02040503050406030204" pitchFamily="18" charset="0"/>
                        <a:ea typeface="Cambria Math" panose="02040503050406030204" pitchFamily="18" charset="0"/>
                      </a:rPr>
                      <m:t>=</m:t>
                    </m:r>
                    <m:sSub>
                      <m:sSubPr>
                        <m:ctrlPr>
                          <a:rPr lang="en-US" altLang="zh-CN" sz="3000" i="1">
                            <a:latin typeface="Cambria Math" panose="02040503050406030204" pitchFamily="18" charset="0"/>
                            <a:ea typeface="Cambria Math" panose="02040503050406030204" pitchFamily="18" charset="0"/>
                          </a:rPr>
                        </m:ctrlPr>
                      </m:sSubPr>
                      <m:e>
                        <m:r>
                          <a:rPr lang="en-US" altLang="zh-CN" sz="3000" i="1">
                            <a:latin typeface="Cambria Math" panose="02040503050406030204" pitchFamily="18" charset="0"/>
                            <a:ea typeface="Cambria Math" panose="02040503050406030204" pitchFamily="18" charset="0"/>
                          </a:rPr>
                          <m:t>𝑧</m:t>
                        </m:r>
                      </m:e>
                      <m:sub>
                        <m:r>
                          <a:rPr lang="en-US" altLang="zh-CN" sz="3000" i="1">
                            <a:latin typeface="Cambria Math" panose="02040503050406030204" pitchFamily="18" charset="0"/>
                            <a:ea typeface="Cambria Math" panose="02040503050406030204" pitchFamily="18" charset="0"/>
                          </a:rPr>
                          <m:t>2</m:t>
                        </m:r>
                      </m:sub>
                    </m:sSub>
                    <m:r>
                      <a:rPr lang="en-US" altLang="zh-CN" sz="3000" i="1">
                        <a:latin typeface="Cambria Math" panose="02040503050406030204" pitchFamily="18" charset="0"/>
                        <a:ea typeface="Cambria Math" panose="02040503050406030204" pitchFamily="18" charset="0"/>
                      </a:rPr>
                      <m:t>+</m:t>
                    </m:r>
                    <m:r>
                      <a:rPr lang="en-US" altLang="zh-CN" sz="3000" i="1">
                        <a:latin typeface="Cambria Math" panose="02040503050406030204" pitchFamily="18" charset="0"/>
                        <a:ea typeface="Cambria Math" panose="02040503050406030204" pitchFamily="18" charset="0"/>
                      </a:rPr>
                      <m:t>2</m:t>
                    </m:r>
                    <m:r>
                      <a:rPr lang="en-US" altLang="zh-CN" sz="3000" i="1">
                        <a:latin typeface="Cambria Math" panose="02040503050406030204" pitchFamily="18" charset="0"/>
                        <a:ea typeface="Cambria Math" panose="02040503050406030204" pitchFamily="18" charset="0"/>
                      </a:rPr>
                      <m:t>𝑘</m:t>
                    </m:r>
                    <m:r>
                      <a:rPr lang="zh-CN" altLang="en-US" sz="3000" i="1">
                        <a:latin typeface="Cambria Math" panose="02040503050406030204" pitchFamily="18" charset="0"/>
                        <a:ea typeface="Cambria Math" panose="02040503050406030204" pitchFamily="18" charset="0"/>
                      </a:rPr>
                      <m:t>𝜋</m:t>
                    </m:r>
                    <m:r>
                      <a:rPr lang="en-US" altLang="zh-CN" sz="3000" i="1">
                        <a:latin typeface="Cambria Math" panose="02040503050406030204" pitchFamily="18" charset="0"/>
                        <a:ea typeface="Cambria Math" panose="02040503050406030204" pitchFamily="18" charset="0"/>
                      </a:rPr>
                      <m:t>𝑖</m:t>
                    </m:r>
                    <m:r>
                      <a:rPr lang="en-US" altLang="zh-CN" sz="3000" i="1">
                        <a:latin typeface="Cambria Math" panose="02040503050406030204" pitchFamily="18" charset="0"/>
                        <a:ea typeface="Cambria Math" panose="02040503050406030204" pitchFamily="18" charset="0"/>
                      </a:rPr>
                      <m:t>;</m:t>
                    </m:r>
                  </m:oMath>
                </a14:m>
                <a:endParaRPr lang="zh-CN" altLang="en-US" sz="3000" dirty="0">
                  <a:latin typeface="楷体" panose="02010609060101010101" pitchFamily="49" charset="-122"/>
                  <a:ea typeface="楷体" panose="02010609060101010101" pitchFamily="49" charset="-122"/>
                </a:endParaRPr>
              </a:p>
            </p:txBody>
          </p:sp>
        </mc:Choice>
        <mc:Fallback>
          <p:sp>
            <p:nvSpPr>
              <p:cNvPr id="4" name="标题 1"/>
              <p:cNvSpPr txBox="1">
                <a:spLocks noRot="1" noChangeAspect="1" noMove="1" noResize="1" noEditPoints="1" noAdjustHandles="1" noChangeArrowheads="1" noChangeShapeType="1" noTextEdit="1"/>
              </p:cNvSpPr>
              <p:nvPr/>
            </p:nvSpPr>
            <p:spPr>
              <a:xfrm>
                <a:off x="163983" y="531629"/>
                <a:ext cx="8546174" cy="1569890"/>
              </a:xfrm>
              <a:prstGeom prst="rect">
                <a:avLst/>
              </a:prstGeom>
              <a:blipFill rotWithShape="1">
                <a:blip r:embed="rId2"/>
                <a:stretch>
                  <a:fillRect l="-2" t="-9" r="6" b="1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标题 1"/>
              <p:cNvSpPr txBox="1"/>
              <p:nvPr/>
            </p:nvSpPr>
            <p:spPr>
              <a:xfrm>
                <a:off x="122036" y="2265723"/>
                <a:ext cx="8546174" cy="1569890"/>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r>
                  <a:rPr lang="en-US" altLang="zh-CN" sz="3000" dirty="0">
                    <a:latin typeface="楷体" panose="02010609060101010101" pitchFamily="49" charset="-122"/>
                    <a:ea typeface="楷体" panose="02010609060101010101" pitchFamily="49" charset="-122"/>
                  </a:rPr>
                  <a:t>7. </a:t>
                </a:r>
                <a14:m>
                  <m:oMath xmlns:m="http://schemas.openxmlformats.org/officeDocument/2006/math">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𝑧</m:t>
                        </m:r>
                      </m:sup>
                    </m:sSup>
                  </m:oMath>
                </a14:m>
                <a:r>
                  <a:rPr lang="zh-CN" altLang="en-US" sz="3000" dirty="0">
                    <a:latin typeface="楷体" panose="02010609060101010101" pitchFamily="49" charset="-122"/>
                    <a:ea typeface="楷体" panose="02010609060101010101" pitchFamily="49" charset="-122"/>
                  </a:rPr>
                  <a:t>不再如实数总大于零。如</a:t>
                </a:r>
                <a14:m>
                  <m:oMath xmlns:m="http://schemas.openxmlformats.org/officeDocument/2006/math">
                    <m:sSup>
                      <m:sSupPr>
                        <m:ctrlPr>
                          <a:rPr lang="en-US" altLang="zh-CN" sz="3000" i="1">
                            <a:latin typeface="Cambria Math" panose="02040503050406030204" pitchFamily="18" charset="0"/>
                            <a:ea typeface="Cambria Math" panose="02040503050406030204" pitchFamily="18" charset="0"/>
                          </a:rPr>
                        </m:ctrlPr>
                      </m:sSupPr>
                      <m:e>
                        <m:r>
                          <a:rPr lang="en-US" altLang="zh-CN" sz="3000" i="1">
                            <a:latin typeface="Cambria Math" panose="02040503050406030204" pitchFamily="18" charset="0"/>
                            <a:ea typeface="Cambria Math" panose="02040503050406030204" pitchFamily="18" charset="0"/>
                          </a:rPr>
                          <m:t>𝑒</m:t>
                        </m:r>
                      </m:e>
                      <m:sup>
                        <m:r>
                          <a:rPr lang="zh-CN" altLang="en-US" sz="3000" i="1" smtClean="0">
                            <a:latin typeface="Cambria Math" panose="02040503050406030204" pitchFamily="18" charset="0"/>
                            <a:ea typeface="Cambria Math" panose="02040503050406030204" pitchFamily="18" charset="0"/>
                          </a:rPr>
                          <m:t>𝜋</m:t>
                        </m:r>
                        <m:r>
                          <a:rPr lang="en-US" altLang="zh-CN" sz="3000" b="0" i="1" smtClean="0">
                            <a:latin typeface="Cambria Math" panose="02040503050406030204" pitchFamily="18" charset="0"/>
                            <a:ea typeface="Cambria Math" panose="02040503050406030204" pitchFamily="18" charset="0"/>
                          </a:rPr>
                          <m:t>𝑖</m:t>
                        </m:r>
                      </m:sup>
                    </m:sSup>
                    <m:r>
                      <a:rPr lang="en-US" altLang="zh-CN" sz="3000" i="1">
                        <a:latin typeface="Cambria Math" panose="02040503050406030204" pitchFamily="18" charset="0"/>
                        <a:ea typeface="Cambria Math" panose="02040503050406030204" pitchFamily="18" charset="0"/>
                      </a:rPr>
                      <m:t>=</m:t>
                    </m:r>
                  </m:oMath>
                </a14:m>
                <a:r>
                  <a:rPr lang="en-US" altLang="zh-CN" sz="3000" dirty="0">
                    <a:latin typeface="楷体" panose="02010609060101010101" pitchFamily="49" charset="-122"/>
                    <a:ea typeface="楷体" panose="02010609060101010101" pitchFamily="49" charset="-122"/>
                  </a:rPr>
                  <a:t> </a:t>
                </a:r>
                <a14:m>
                  <m:oMath xmlns:m="http://schemas.openxmlformats.org/officeDocument/2006/math">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1</m:t>
                    </m:r>
                  </m:oMath>
                </a14:m>
                <a:r>
                  <a:rPr lang="en-US" altLang="zh-CN" sz="3000" dirty="0">
                    <a:latin typeface="楷体" panose="02010609060101010101" pitchFamily="49" charset="-122"/>
                    <a:ea typeface="楷体" panose="02010609060101010101" pitchFamily="49" charset="-122"/>
                  </a:rPr>
                  <a:t>;</a:t>
                </a:r>
                <a:endParaRPr lang="zh-CN" altLang="en-US" sz="3000" dirty="0">
                  <a:latin typeface="楷体" panose="02010609060101010101" pitchFamily="49" charset="-122"/>
                  <a:ea typeface="楷体" panose="02010609060101010101" pitchFamily="49" charset="-122"/>
                </a:endParaRPr>
              </a:p>
            </p:txBody>
          </p:sp>
        </mc:Choice>
        <mc:Fallback>
          <p:sp>
            <p:nvSpPr>
              <p:cNvPr id="3" name="标题 1"/>
              <p:cNvSpPr txBox="1">
                <a:spLocks noRot="1" noChangeAspect="1" noMove="1" noResize="1" noEditPoints="1" noAdjustHandles="1" noChangeArrowheads="1" noChangeShapeType="1" noTextEdit="1"/>
              </p:cNvSpPr>
              <p:nvPr/>
            </p:nvSpPr>
            <p:spPr>
              <a:xfrm>
                <a:off x="122036" y="2265723"/>
                <a:ext cx="8546174" cy="1569890"/>
              </a:xfrm>
              <a:prstGeom prst="rect">
                <a:avLst/>
              </a:prstGeom>
              <a:blipFill rotWithShape="1">
                <a:blip r:embed="rId3"/>
                <a:stretch>
                  <a:fillRect l="-1" t="-3" r="5" b="14"/>
                </a:stretch>
              </a:blipFill>
            </p:spPr>
            <p:txBody>
              <a:bodyPr/>
              <a:lstStyle/>
              <a:p>
                <a:r>
                  <a:rPr lang="zh-CN" altLang="en-US">
                    <a:noFill/>
                  </a:rPr>
                  <a:t> </a:t>
                </a:r>
              </a:p>
            </p:txBody>
          </p:sp>
        </mc:Fallback>
      </mc:AlternateContent>
      <p:sp>
        <p:nvSpPr>
          <p:cNvPr id="6"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2.3 </a:t>
            </a:r>
            <a:r>
              <a:rPr lang="zh-CN" altLang="en-US" sz="1800" b="1" dirty="0">
                <a:latin typeface="楷体" panose="02010609060101010101" pitchFamily="49" charset="-122"/>
                <a:ea typeface="楷体" panose="02010609060101010101" pitchFamily="49" charset="-122"/>
              </a:rPr>
              <a:t>初等函数</a:t>
            </a:r>
            <a:endParaRPr lang="zh-CN" altLang="en-US" sz="1800" b="1" dirty="0">
              <a:latin typeface="楷体" panose="02010609060101010101" pitchFamily="49" charset="-122"/>
              <a:ea typeface="楷体" panose="02010609060101010101" pitchFamily="49" charset="-122"/>
            </a:endParaRPr>
          </a:p>
        </p:txBody>
      </p:sp>
      <p:cxnSp>
        <p:nvCxnSpPr>
          <p:cNvPr id="8" name="直接连接符 7"/>
          <p:cNvCxnSpPr/>
          <p:nvPr/>
        </p:nvCxnSpPr>
        <p:spPr>
          <a:xfrm flipV="1">
            <a:off x="55289" y="531629"/>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标题 1"/>
              <p:cNvSpPr txBox="1"/>
              <p:nvPr/>
            </p:nvSpPr>
            <p:spPr>
              <a:xfrm>
                <a:off x="0" y="405198"/>
                <a:ext cx="2627471" cy="1232510"/>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b="0" i="1" smtClean="0">
                          <a:latin typeface="Cambria Math" panose="02040503050406030204" pitchFamily="18" charset="0"/>
                          <a:ea typeface="楷体" panose="02010609060101010101" pitchFamily="49" charset="-122"/>
                        </a:rPr>
                        <m:t>𝐸𝑔</m:t>
                      </m:r>
                      <m:r>
                        <a:rPr lang="en-US" altLang="zh-CN" sz="3000" b="0" i="1" smtClean="0">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r>
                                <a:rPr lang="en-US" altLang="zh-CN" sz="3000" i="1">
                                  <a:latin typeface="Cambria Math" panose="02040503050406030204" pitchFamily="18" charset="0"/>
                                  <a:ea typeface="楷体" panose="02010609060101010101" pitchFamily="49" charset="-122"/>
                                </a:rPr>
                                <m:t>3</m:t>
                              </m:r>
                            </m:den>
                          </m:f>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2</m:t>
                          </m:r>
                          <m:r>
                            <a:rPr lang="en-US" altLang="zh-CN" sz="3000" i="1">
                              <a:latin typeface="Cambria Math" panose="02040503050406030204" pitchFamily="18" charset="0"/>
                              <a:ea typeface="楷体" panose="02010609060101010101" pitchFamily="49" charset="-122"/>
                            </a:rPr>
                            <m:t>−</m:t>
                          </m:r>
                          <m:r>
                            <a:rPr lang="zh-CN" altLang="en-US" sz="3000" i="1">
                              <a:latin typeface="Cambria Math" panose="02040503050406030204" pitchFamily="18" charset="0"/>
                              <a:ea typeface="楷体" panose="02010609060101010101" pitchFamily="49" charset="-122"/>
                            </a:rPr>
                            <m:t>𝜋</m:t>
                          </m:r>
                          <m:r>
                            <a:rPr lang="en-US" altLang="zh-CN" sz="3000" i="1">
                              <a:latin typeface="Cambria Math" panose="02040503050406030204" pitchFamily="18" charset="0"/>
                              <a:ea typeface="楷体" panose="02010609060101010101" pitchFamily="49" charset="-122"/>
                            </a:rPr>
                            <m:t>𝑖</m:t>
                          </m:r>
                          <m:r>
                            <a:rPr lang="en-US" altLang="zh-CN" sz="3000" i="1">
                              <a:latin typeface="Cambria Math" panose="02040503050406030204" pitchFamily="18" charset="0"/>
                              <a:ea typeface="楷体" panose="02010609060101010101" pitchFamily="49" charset="-122"/>
                            </a:rPr>
                            <m:t>)</m:t>
                          </m:r>
                        </m:sup>
                      </m:sSup>
                    </m:oMath>
                  </m:oMathPara>
                </a14:m>
                <a:endParaRPr lang="zh-CN" altLang="en-US" sz="3000" dirty="0">
                  <a:latin typeface="楷体" panose="02010609060101010101" pitchFamily="49" charset="-122"/>
                  <a:ea typeface="楷体" panose="02010609060101010101" pitchFamily="49" charset="-122"/>
                </a:endParaRPr>
              </a:p>
            </p:txBody>
          </p:sp>
        </mc:Choice>
        <mc:Fallback>
          <p:sp>
            <p:nvSpPr>
              <p:cNvPr id="4" name="标题 1"/>
              <p:cNvSpPr txBox="1">
                <a:spLocks noRot="1" noChangeAspect="1" noMove="1" noResize="1" noEditPoints="1" noAdjustHandles="1" noChangeArrowheads="1" noChangeShapeType="1" noTextEdit="1"/>
              </p:cNvSpPr>
              <p:nvPr/>
            </p:nvSpPr>
            <p:spPr>
              <a:xfrm>
                <a:off x="0" y="405198"/>
                <a:ext cx="2627471" cy="1232510"/>
              </a:xfrm>
              <a:prstGeom prst="rect">
                <a:avLst/>
              </a:prstGeom>
              <a:blipFill rotWithShape="1">
                <a:blip r:embed="rId1"/>
                <a:stretch>
                  <a:fillRect t="-6" r="18" b="3"/>
                </a:stretch>
              </a:blipFill>
            </p:spPr>
            <p:txBody>
              <a:bodyPr/>
              <a:lstStyle/>
              <a:p>
                <a:r>
                  <a:rPr lang="zh-CN" altLang="en-US">
                    <a:noFill/>
                  </a:rPr>
                  <a:t> </a:t>
                </a:r>
              </a:p>
            </p:txBody>
          </p:sp>
        </mc:Fallback>
      </mc:AlternateContent>
      <p:sp>
        <p:nvSpPr>
          <p:cNvPr id="2"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2.3 </a:t>
            </a:r>
            <a:r>
              <a:rPr lang="zh-CN" altLang="en-US" sz="1800" b="1" dirty="0">
                <a:latin typeface="楷体" panose="02010609060101010101" pitchFamily="49" charset="-122"/>
                <a:ea typeface="楷体" panose="02010609060101010101" pitchFamily="49" charset="-122"/>
              </a:rPr>
              <a:t>初等函数</a:t>
            </a:r>
            <a:endParaRPr lang="zh-CN" altLang="en-US" sz="1800" b="1" dirty="0">
              <a:latin typeface="楷体" panose="02010609060101010101" pitchFamily="49" charset="-122"/>
              <a:ea typeface="楷体" panose="02010609060101010101" pitchFamily="49" charset="-122"/>
            </a:endParaRPr>
          </a:p>
        </p:txBody>
      </p:sp>
      <p:cxnSp>
        <p:nvCxnSpPr>
          <p:cNvPr id="6" name="直接连接符 5"/>
          <p:cNvCxnSpPr/>
          <p:nvPr/>
        </p:nvCxnSpPr>
        <p:spPr>
          <a:xfrm flipV="1">
            <a:off x="55289" y="531629"/>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9" name="标题 1"/>
              <p:cNvSpPr txBox="1"/>
              <p:nvPr/>
            </p:nvSpPr>
            <p:spPr>
              <a:xfrm>
                <a:off x="765650" y="1231358"/>
                <a:ext cx="2054205" cy="1014527"/>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200" b="0" i="1" smtClean="0">
                          <a:latin typeface="Cambria Math" panose="02040503050406030204" pitchFamily="18" charset="0"/>
                          <a:ea typeface="楷体" panose="02010609060101010101" pitchFamily="49" charset="-122"/>
                        </a:rPr>
                        <m:t>=</m:t>
                      </m:r>
                      <m:sSup>
                        <m:sSupPr>
                          <m:ctrlPr>
                            <a:rPr lang="en-US" altLang="zh-CN" sz="3200" i="1">
                              <a:latin typeface="Cambria Math" panose="02040503050406030204" pitchFamily="18" charset="0"/>
                              <a:ea typeface="楷体" panose="02010609060101010101" pitchFamily="49" charset="-122"/>
                            </a:rPr>
                          </m:ctrlPr>
                        </m:sSupPr>
                        <m:e>
                          <m:r>
                            <a:rPr lang="en-US" altLang="zh-CN" sz="3200" i="1">
                              <a:latin typeface="Cambria Math" panose="02040503050406030204" pitchFamily="18" charset="0"/>
                              <a:ea typeface="楷体" panose="02010609060101010101" pitchFamily="49" charset="-122"/>
                            </a:rPr>
                            <m:t>𝑒</m:t>
                          </m:r>
                        </m:e>
                        <m:sup>
                          <m:f>
                            <m:fPr>
                              <m:ctrlPr>
                                <a:rPr lang="en-US" altLang="zh-CN" sz="3200" i="1">
                                  <a:latin typeface="Cambria Math" panose="02040503050406030204" pitchFamily="18" charset="0"/>
                                  <a:ea typeface="楷体" panose="02010609060101010101" pitchFamily="49" charset="-122"/>
                                </a:rPr>
                              </m:ctrlPr>
                            </m:fPr>
                            <m:num>
                              <m:r>
                                <a:rPr lang="en-US" altLang="zh-CN" sz="3200" b="0" i="1" smtClean="0">
                                  <a:latin typeface="Cambria Math" panose="02040503050406030204" pitchFamily="18" charset="0"/>
                                  <a:ea typeface="楷体" panose="02010609060101010101" pitchFamily="49" charset="-122"/>
                                </a:rPr>
                                <m:t>2</m:t>
                              </m:r>
                            </m:num>
                            <m:den>
                              <m:r>
                                <a:rPr lang="en-US" altLang="zh-CN" sz="3200" i="1">
                                  <a:latin typeface="Cambria Math" panose="02040503050406030204" pitchFamily="18" charset="0"/>
                                  <a:ea typeface="楷体" panose="02010609060101010101" pitchFamily="49" charset="-122"/>
                                </a:rPr>
                                <m:t>3</m:t>
                              </m:r>
                            </m:den>
                          </m:f>
                          <m:r>
                            <a:rPr lang="en-US" altLang="zh-CN" sz="3200" i="1">
                              <a:latin typeface="Cambria Math" panose="02040503050406030204" pitchFamily="18" charset="0"/>
                              <a:ea typeface="楷体" panose="02010609060101010101" pitchFamily="49" charset="-122"/>
                            </a:rPr>
                            <m:t>−</m:t>
                          </m:r>
                          <m:f>
                            <m:fPr>
                              <m:ctrlPr>
                                <a:rPr lang="en-US" altLang="zh-CN" sz="3200" i="1">
                                  <a:latin typeface="Cambria Math" panose="02040503050406030204" pitchFamily="18" charset="0"/>
                                  <a:ea typeface="楷体" panose="02010609060101010101" pitchFamily="49" charset="-122"/>
                                </a:rPr>
                              </m:ctrlPr>
                            </m:fPr>
                            <m:num>
                              <m:r>
                                <a:rPr lang="en-US" altLang="zh-CN" sz="3200" b="0" i="1" smtClean="0">
                                  <a:latin typeface="Cambria Math" panose="02040503050406030204" pitchFamily="18" charset="0"/>
                                  <a:ea typeface="楷体" panose="02010609060101010101" pitchFamily="49" charset="-122"/>
                                </a:rPr>
                                <m:t>1</m:t>
                              </m:r>
                            </m:num>
                            <m:den>
                              <m:r>
                                <a:rPr lang="en-US" altLang="zh-CN" sz="3200" i="1">
                                  <a:latin typeface="Cambria Math" panose="02040503050406030204" pitchFamily="18" charset="0"/>
                                  <a:ea typeface="楷体" panose="02010609060101010101" pitchFamily="49" charset="-122"/>
                                </a:rPr>
                                <m:t>3</m:t>
                              </m:r>
                            </m:den>
                          </m:f>
                          <m:r>
                            <a:rPr lang="zh-CN" altLang="en-US" sz="3200" i="1">
                              <a:latin typeface="Cambria Math" panose="02040503050406030204" pitchFamily="18" charset="0"/>
                              <a:ea typeface="楷体" panose="02010609060101010101" pitchFamily="49" charset="-122"/>
                            </a:rPr>
                            <m:t>𝜋</m:t>
                          </m:r>
                          <m:r>
                            <a:rPr lang="en-US" altLang="zh-CN" sz="3200" i="1">
                              <a:latin typeface="Cambria Math" panose="02040503050406030204" pitchFamily="18" charset="0"/>
                              <a:ea typeface="楷体" panose="02010609060101010101" pitchFamily="49" charset="-122"/>
                            </a:rPr>
                            <m:t>𝑖</m:t>
                          </m:r>
                        </m:sup>
                      </m:sSup>
                    </m:oMath>
                  </m:oMathPara>
                </a14:m>
                <a:endParaRPr lang="zh-CN" altLang="en-US" sz="3200" dirty="0">
                  <a:latin typeface="楷体" panose="02010609060101010101" pitchFamily="49" charset="-122"/>
                  <a:ea typeface="楷体" panose="02010609060101010101" pitchFamily="49" charset="-122"/>
                </a:endParaRPr>
              </a:p>
            </p:txBody>
          </p:sp>
        </mc:Choice>
        <mc:Fallback>
          <p:sp>
            <p:nvSpPr>
              <p:cNvPr id="9" name="标题 1"/>
              <p:cNvSpPr txBox="1">
                <a:spLocks noRot="1" noChangeAspect="1" noMove="1" noResize="1" noEditPoints="1" noAdjustHandles="1" noChangeArrowheads="1" noChangeShapeType="1" noTextEdit="1"/>
              </p:cNvSpPr>
              <p:nvPr/>
            </p:nvSpPr>
            <p:spPr>
              <a:xfrm>
                <a:off x="765650" y="1231358"/>
                <a:ext cx="2054205" cy="1014527"/>
              </a:xfrm>
              <a:prstGeom prst="rect">
                <a:avLst/>
              </a:prstGeom>
              <a:blipFill rotWithShape="1">
                <a:blip r:embed="rId2"/>
                <a:stretch>
                  <a:fillRect l="-23" t="-9" r="22" b="5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标题 1"/>
              <p:cNvSpPr txBox="1"/>
              <p:nvPr/>
            </p:nvSpPr>
            <p:spPr>
              <a:xfrm>
                <a:off x="518342" y="2115672"/>
                <a:ext cx="5981016" cy="1014527"/>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200" b="0" i="1" smtClean="0">
                          <a:latin typeface="Cambria Math" panose="02040503050406030204" pitchFamily="18" charset="0"/>
                          <a:ea typeface="楷体" panose="02010609060101010101" pitchFamily="49" charset="-122"/>
                        </a:rPr>
                        <m:t>=</m:t>
                      </m:r>
                      <m:sSup>
                        <m:sSupPr>
                          <m:ctrlPr>
                            <a:rPr lang="en-US" altLang="zh-CN" sz="3200" i="1">
                              <a:latin typeface="Cambria Math" panose="02040503050406030204" pitchFamily="18" charset="0"/>
                              <a:ea typeface="楷体" panose="02010609060101010101" pitchFamily="49" charset="-122"/>
                            </a:rPr>
                          </m:ctrlPr>
                        </m:sSupPr>
                        <m:e>
                          <m:r>
                            <a:rPr lang="en-US" altLang="zh-CN" sz="3200" i="1">
                              <a:latin typeface="Cambria Math" panose="02040503050406030204" pitchFamily="18" charset="0"/>
                              <a:ea typeface="楷体" panose="02010609060101010101" pitchFamily="49" charset="-122"/>
                            </a:rPr>
                            <m:t>𝑒</m:t>
                          </m:r>
                        </m:e>
                        <m:sup>
                          <m:f>
                            <m:fPr>
                              <m:ctrlPr>
                                <a:rPr lang="en-US" altLang="zh-CN" sz="3200" i="1">
                                  <a:latin typeface="Cambria Math" panose="02040503050406030204" pitchFamily="18" charset="0"/>
                                  <a:ea typeface="楷体" panose="02010609060101010101" pitchFamily="49" charset="-122"/>
                                </a:rPr>
                              </m:ctrlPr>
                            </m:fPr>
                            <m:num>
                              <m:r>
                                <a:rPr lang="en-US" altLang="zh-CN" sz="3200" b="0" i="1" smtClean="0">
                                  <a:latin typeface="Cambria Math" panose="02040503050406030204" pitchFamily="18" charset="0"/>
                                  <a:ea typeface="楷体" panose="02010609060101010101" pitchFamily="49" charset="-122"/>
                                </a:rPr>
                                <m:t>2</m:t>
                              </m:r>
                            </m:num>
                            <m:den>
                              <m:r>
                                <a:rPr lang="en-US" altLang="zh-CN" sz="3200" i="1">
                                  <a:latin typeface="Cambria Math" panose="02040503050406030204" pitchFamily="18" charset="0"/>
                                  <a:ea typeface="楷体" panose="02010609060101010101" pitchFamily="49" charset="-122"/>
                                </a:rPr>
                                <m:t>3</m:t>
                              </m:r>
                            </m:den>
                          </m:f>
                        </m:sup>
                      </m:sSup>
                      <m:r>
                        <a:rPr lang="en-US" altLang="zh-CN" sz="3200" b="0" i="1" smtClean="0">
                          <a:latin typeface="Cambria Math" panose="02040503050406030204" pitchFamily="18" charset="0"/>
                          <a:ea typeface="楷体" panose="02010609060101010101" pitchFamily="49" charset="-122"/>
                        </a:rPr>
                        <m:t>(</m:t>
                      </m:r>
                      <m:func>
                        <m:funcPr>
                          <m:ctrlPr>
                            <a:rPr lang="en-US" altLang="zh-CN" sz="3200" b="0" i="1" smtClean="0">
                              <a:latin typeface="Cambria Math" panose="02040503050406030204" pitchFamily="18" charset="0"/>
                              <a:ea typeface="楷体" panose="02010609060101010101" pitchFamily="49" charset="-122"/>
                            </a:rPr>
                          </m:ctrlPr>
                        </m:funcPr>
                        <m:fName>
                          <m:r>
                            <m:rPr>
                              <m:sty m:val="p"/>
                            </m:rPr>
                            <a:rPr lang="en-US" altLang="zh-CN" sz="3200" b="0" i="0" smtClean="0">
                              <a:latin typeface="Cambria Math" panose="02040503050406030204" pitchFamily="18" charset="0"/>
                              <a:ea typeface="楷体" panose="02010609060101010101" pitchFamily="49" charset="-122"/>
                            </a:rPr>
                            <m:t>cos</m:t>
                          </m:r>
                        </m:fName>
                        <m:e>
                          <m:d>
                            <m:dPr>
                              <m:ctrlPr>
                                <a:rPr lang="en-US" altLang="zh-CN" sz="3200" b="0" i="1" smtClean="0">
                                  <a:latin typeface="Cambria Math" panose="02040503050406030204" pitchFamily="18" charset="0"/>
                                  <a:ea typeface="楷体" panose="02010609060101010101" pitchFamily="49" charset="-122"/>
                                </a:rPr>
                              </m:ctrlPr>
                            </m:dPr>
                            <m:e>
                              <m:r>
                                <a:rPr lang="en-US" altLang="zh-CN" sz="3200" b="0" i="1" smtClean="0">
                                  <a:latin typeface="Cambria Math" panose="02040503050406030204" pitchFamily="18" charset="0"/>
                                  <a:ea typeface="楷体" panose="02010609060101010101" pitchFamily="49" charset="-122"/>
                                </a:rPr>
                                <m:t>−</m:t>
                              </m:r>
                              <m:f>
                                <m:fPr>
                                  <m:ctrlPr>
                                    <a:rPr lang="en-US" altLang="zh-CN" sz="3200" b="0" i="1" smtClean="0">
                                      <a:latin typeface="Cambria Math" panose="02040503050406030204" pitchFamily="18" charset="0"/>
                                      <a:ea typeface="楷体" panose="02010609060101010101" pitchFamily="49" charset="-122"/>
                                    </a:rPr>
                                  </m:ctrlPr>
                                </m:fPr>
                                <m:num>
                                  <m:r>
                                    <a:rPr lang="zh-CN" altLang="en-US" sz="3200" b="0" i="1" smtClean="0">
                                      <a:latin typeface="Cambria Math" panose="02040503050406030204" pitchFamily="18" charset="0"/>
                                      <a:ea typeface="楷体" panose="02010609060101010101" pitchFamily="49" charset="-122"/>
                                    </a:rPr>
                                    <m:t>𝜋</m:t>
                                  </m:r>
                                </m:num>
                                <m:den>
                                  <m:r>
                                    <a:rPr lang="en-US" altLang="zh-CN" sz="3200" b="0" i="1" smtClean="0">
                                      <a:latin typeface="Cambria Math" panose="02040503050406030204" pitchFamily="18" charset="0"/>
                                      <a:ea typeface="楷体" panose="02010609060101010101" pitchFamily="49" charset="-122"/>
                                    </a:rPr>
                                    <m:t>3</m:t>
                                  </m:r>
                                </m:den>
                              </m:f>
                            </m:e>
                          </m:d>
                        </m:e>
                      </m:func>
                      <m:r>
                        <a:rPr lang="en-US" altLang="zh-CN" sz="3200" i="1">
                          <a:latin typeface="Cambria Math" panose="02040503050406030204" pitchFamily="18" charset="0"/>
                          <a:ea typeface="楷体" panose="02010609060101010101" pitchFamily="49" charset="-122"/>
                        </a:rPr>
                        <m:t>+</m:t>
                      </m:r>
                      <m:r>
                        <a:rPr lang="en-US" altLang="zh-CN" sz="3200" i="1">
                          <a:latin typeface="Cambria Math" panose="02040503050406030204" pitchFamily="18" charset="0"/>
                          <a:ea typeface="楷体" panose="02010609060101010101" pitchFamily="49" charset="-122"/>
                        </a:rPr>
                        <m:t>𝑖𝑠𝑖𝑛</m:t>
                      </m:r>
                      <m:r>
                        <a:rPr lang="en-US" altLang="zh-CN" sz="3200" i="1">
                          <a:latin typeface="Cambria Math" panose="02040503050406030204" pitchFamily="18" charset="0"/>
                          <a:ea typeface="楷体" panose="02010609060101010101" pitchFamily="49" charset="-122"/>
                        </a:rPr>
                        <m:t>(−</m:t>
                      </m:r>
                      <m:f>
                        <m:fPr>
                          <m:ctrlPr>
                            <a:rPr lang="en-US" altLang="zh-CN" sz="3200" i="1">
                              <a:latin typeface="Cambria Math" panose="02040503050406030204" pitchFamily="18" charset="0"/>
                              <a:ea typeface="楷体" panose="02010609060101010101" pitchFamily="49" charset="-122"/>
                            </a:rPr>
                          </m:ctrlPr>
                        </m:fPr>
                        <m:num>
                          <m:r>
                            <a:rPr lang="zh-CN" altLang="en-US" sz="3200" i="1">
                              <a:latin typeface="Cambria Math" panose="02040503050406030204" pitchFamily="18" charset="0"/>
                              <a:ea typeface="楷体" panose="02010609060101010101" pitchFamily="49" charset="-122"/>
                            </a:rPr>
                            <m:t>𝜋</m:t>
                          </m:r>
                        </m:num>
                        <m:den>
                          <m:r>
                            <a:rPr lang="en-US" altLang="zh-CN" sz="3200" i="1">
                              <a:latin typeface="Cambria Math" panose="02040503050406030204" pitchFamily="18" charset="0"/>
                              <a:ea typeface="楷体" panose="02010609060101010101" pitchFamily="49" charset="-122"/>
                            </a:rPr>
                            <m:t>3</m:t>
                          </m:r>
                        </m:den>
                      </m:f>
                      <m:r>
                        <a:rPr lang="en-US" altLang="zh-CN" sz="3200" b="0" i="1" smtClean="0">
                          <a:latin typeface="Cambria Math" panose="02040503050406030204" pitchFamily="18" charset="0"/>
                          <a:ea typeface="楷体" panose="02010609060101010101" pitchFamily="49" charset="-122"/>
                        </a:rPr>
                        <m:t>))</m:t>
                      </m:r>
                    </m:oMath>
                  </m:oMathPara>
                </a14:m>
                <a:endParaRPr lang="zh-CN" altLang="en-US" sz="3200" dirty="0">
                  <a:latin typeface="楷体" panose="02010609060101010101" pitchFamily="49" charset="-122"/>
                  <a:ea typeface="楷体" panose="02010609060101010101" pitchFamily="49" charset="-122"/>
                </a:endParaRPr>
              </a:p>
            </p:txBody>
          </p:sp>
        </mc:Choice>
        <mc:Fallback>
          <p:sp>
            <p:nvSpPr>
              <p:cNvPr id="10" name="标题 1"/>
              <p:cNvSpPr txBox="1">
                <a:spLocks noRot="1" noChangeAspect="1" noMove="1" noResize="1" noEditPoints="1" noAdjustHandles="1" noChangeArrowheads="1" noChangeShapeType="1" noTextEdit="1"/>
              </p:cNvSpPr>
              <p:nvPr/>
            </p:nvSpPr>
            <p:spPr>
              <a:xfrm>
                <a:off x="518342" y="2115672"/>
                <a:ext cx="5981016" cy="1014527"/>
              </a:xfrm>
              <a:prstGeom prst="rect">
                <a:avLst/>
              </a:prstGeom>
              <a:blipFill rotWithShape="1">
                <a:blip r:embed="rId3"/>
                <a:stretch>
                  <a:fillRect l="-3" t="-15946" r="2" b="-1593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标题 1"/>
              <p:cNvSpPr txBox="1"/>
              <p:nvPr/>
            </p:nvSpPr>
            <p:spPr>
              <a:xfrm>
                <a:off x="588610" y="3196234"/>
                <a:ext cx="3556305" cy="1014527"/>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200" b="0" i="1" smtClean="0">
                          <a:latin typeface="Cambria Math" panose="02040503050406030204" pitchFamily="18" charset="0"/>
                          <a:ea typeface="楷体" panose="02010609060101010101" pitchFamily="49" charset="-122"/>
                        </a:rPr>
                        <m:t>=</m:t>
                      </m:r>
                      <m:sSup>
                        <m:sSupPr>
                          <m:ctrlPr>
                            <a:rPr lang="en-US" altLang="zh-CN" sz="3200" i="1">
                              <a:latin typeface="Cambria Math" panose="02040503050406030204" pitchFamily="18" charset="0"/>
                              <a:ea typeface="楷体" panose="02010609060101010101" pitchFamily="49" charset="-122"/>
                            </a:rPr>
                          </m:ctrlPr>
                        </m:sSupPr>
                        <m:e>
                          <m:r>
                            <a:rPr lang="en-US" altLang="zh-CN" sz="3200" i="1">
                              <a:latin typeface="Cambria Math" panose="02040503050406030204" pitchFamily="18" charset="0"/>
                              <a:ea typeface="楷体" panose="02010609060101010101" pitchFamily="49" charset="-122"/>
                            </a:rPr>
                            <m:t>𝑒</m:t>
                          </m:r>
                        </m:e>
                        <m:sup>
                          <m:f>
                            <m:fPr>
                              <m:ctrlPr>
                                <a:rPr lang="en-US" altLang="zh-CN" sz="3200" i="1">
                                  <a:latin typeface="Cambria Math" panose="02040503050406030204" pitchFamily="18" charset="0"/>
                                  <a:ea typeface="楷体" panose="02010609060101010101" pitchFamily="49" charset="-122"/>
                                </a:rPr>
                              </m:ctrlPr>
                            </m:fPr>
                            <m:num>
                              <m:r>
                                <a:rPr lang="en-US" altLang="zh-CN" sz="3200" b="0" i="1" smtClean="0">
                                  <a:latin typeface="Cambria Math" panose="02040503050406030204" pitchFamily="18" charset="0"/>
                                  <a:ea typeface="楷体" panose="02010609060101010101" pitchFamily="49" charset="-122"/>
                                </a:rPr>
                                <m:t>2</m:t>
                              </m:r>
                            </m:num>
                            <m:den>
                              <m:r>
                                <a:rPr lang="en-US" altLang="zh-CN" sz="3200" i="1">
                                  <a:latin typeface="Cambria Math" panose="02040503050406030204" pitchFamily="18" charset="0"/>
                                  <a:ea typeface="楷体" panose="02010609060101010101" pitchFamily="49" charset="-122"/>
                                </a:rPr>
                                <m:t>3</m:t>
                              </m:r>
                            </m:den>
                          </m:f>
                        </m:sup>
                      </m:sSup>
                      <m:r>
                        <a:rPr lang="en-US" altLang="zh-CN" sz="3200" b="0" i="1" smtClean="0">
                          <a:latin typeface="Cambria Math" panose="02040503050406030204" pitchFamily="18" charset="0"/>
                          <a:ea typeface="楷体" panose="02010609060101010101" pitchFamily="49" charset="-122"/>
                        </a:rPr>
                        <m:t>(</m:t>
                      </m:r>
                      <m:f>
                        <m:fPr>
                          <m:ctrlPr>
                            <a:rPr lang="en-US" altLang="zh-CN" sz="3200" b="0" i="1" smtClean="0">
                              <a:latin typeface="Cambria Math" panose="02040503050406030204" pitchFamily="18" charset="0"/>
                              <a:ea typeface="楷体" panose="02010609060101010101" pitchFamily="49" charset="-122"/>
                            </a:rPr>
                          </m:ctrlPr>
                        </m:fPr>
                        <m:num>
                          <m:r>
                            <a:rPr lang="en-US" altLang="zh-CN" sz="3200" b="0" i="1" smtClean="0">
                              <a:latin typeface="Cambria Math" panose="02040503050406030204" pitchFamily="18" charset="0"/>
                              <a:ea typeface="楷体" panose="02010609060101010101" pitchFamily="49" charset="-122"/>
                            </a:rPr>
                            <m:t>1</m:t>
                          </m:r>
                        </m:num>
                        <m:den>
                          <m:r>
                            <a:rPr lang="en-US" altLang="zh-CN" sz="3200" b="0" i="1" smtClean="0">
                              <a:latin typeface="Cambria Math" panose="02040503050406030204" pitchFamily="18" charset="0"/>
                              <a:ea typeface="楷体" panose="02010609060101010101" pitchFamily="49" charset="-122"/>
                            </a:rPr>
                            <m:t>2</m:t>
                          </m:r>
                        </m:den>
                      </m:f>
                      <m:r>
                        <a:rPr lang="en-US" altLang="zh-CN" sz="3200" b="0" i="1" smtClean="0">
                          <a:latin typeface="Cambria Math" panose="02040503050406030204" pitchFamily="18" charset="0"/>
                          <a:ea typeface="楷体" panose="02010609060101010101" pitchFamily="49" charset="-122"/>
                        </a:rPr>
                        <m:t>−</m:t>
                      </m:r>
                      <m:r>
                        <a:rPr lang="en-US" altLang="zh-CN" sz="3200" i="1">
                          <a:latin typeface="Cambria Math" panose="02040503050406030204" pitchFamily="18" charset="0"/>
                          <a:ea typeface="楷体" panose="02010609060101010101" pitchFamily="49" charset="-122"/>
                        </a:rPr>
                        <m:t>𝑖</m:t>
                      </m:r>
                      <m:f>
                        <m:fPr>
                          <m:ctrlPr>
                            <a:rPr lang="en-US" altLang="zh-CN" sz="3200" i="1" smtClean="0">
                              <a:latin typeface="Cambria Math" panose="02040503050406030204" pitchFamily="18" charset="0"/>
                              <a:ea typeface="楷体" panose="02010609060101010101" pitchFamily="49" charset="-122"/>
                            </a:rPr>
                          </m:ctrlPr>
                        </m:fPr>
                        <m:num>
                          <m:rad>
                            <m:radPr>
                              <m:degHide m:val="on"/>
                              <m:ctrlPr>
                                <a:rPr lang="en-US" altLang="zh-CN" sz="3200" i="1" smtClean="0">
                                  <a:latin typeface="Cambria Math" panose="02040503050406030204" pitchFamily="18" charset="0"/>
                                  <a:ea typeface="楷体" panose="02010609060101010101" pitchFamily="49" charset="-122"/>
                                </a:rPr>
                              </m:ctrlPr>
                            </m:radPr>
                            <m:deg/>
                            <m:e>
                              <m:r>
                                <a:rPr lang="en-US" altLang="zh-CN" sz="3200" b="0" i="1" smtClean="0">
                                  <a:latin typeface="Cambria Math" panose="02040503050406030204" pitchFamily="18" charset="0"/>
                                  <a:ea typeface="楷体" panose="02010609060101010101" pitchFamily="49" charset="-122"/>
                                </a:rPr>
                                <m:t>3</m:t>
                              </m:r>
                            </m:e>
                          </m:rad>
                        </m:num>
                        <m:den>
                          <m:r>
                            <a:rPr lang="en-US" altLang="zh-CN" sz="3200" b="0" i="1" smtClean="0">
                              <a:latin typeface="Cambria Math" panose="02040503050406030204" pitchFamily="18" charset="0"/>
                              <a:ea typeface="楷体" panose="02010609060101010101" pitchFamily="49" charset="-122"/>
                            </a:rPr>
                            <m:t>2</m:t>
                          </m:r>
                        </m:den>
                      </m:f>
                      <m:r>
                        <a:rPr lang="en-US" altLang="zh-CN" sz="3200" b="0" i="1" smtClean="0">
                          <a:latin typeface="Cambria Math" panose="02040503050406030204" pitchFamily="18" charset="0"/>
                          <a:ea typeface="楷体" panose="02010609060101010101" pitchFamily="49" charset="-122"/>
                        </a:rPr>
                        <m:t>)</m:t>
                      </m:r>
                    </m:oMath>
                  </m:oMathPara>
                </a14:m>
                <a:endParaRPr lang="zh-CN" altLang="en-US" sz="3200" dirty="0">
                  <a:latin typeface="楷体" panose="02010609060101010101" pitchFamily="49" charset="-122"/>
                  <a:ea typeface="楷体" panose="02010609060101010101" pitchFamily="49" charset="-122"/>
                </a:endParaRPr>
              </a:p>
            </p:txBody>
          </p:sp>
        </mc:Choice>
        <mc:Fallback>
          <p:sp>
            <p:nvSpPr>
              <p:cNvPr id="11" name="标题 1"/>
              <p:cNvSpPr txBox="1">
                <a:spLocks noRot="1" noChangeAspect="1" noMove="1" noResize="1" noEditPoints="1" noAdjustHandles="1" noChangeArrowheads="1" noChangeShapeType="1" noTextEdit="1"/>
              </p:cNvSpPr>
              <p:nvPr/>
            </p:nvSpPr>
            <p:spPr>
              <a:xfrm>
                <a:off x="588610" y="3196234"/>
                <a:ext cx="3556305" cy="1014527"/>
              </a:xfrm>
              <a:prstGeom prst="rect">
                <a:avLst/>
              </a:prstGeom>
              <a:blipFill rotWithShape="1">
                <a:blip r:embed="rId4"/>
                <a:stretch>
                  <a:fillRect l="-17" t="-25252" r="8" b="-25217"/>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0" grpId="0"/>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标题 1"/>
              <p:cNvSpPr>
                <a:spLocks noGrp="1"/>
              </p:cNvSpPr>
              <p:nvPr>
                <p:ph type="title"/>
              </p:nvPr>
            </p:nvSpPr>
            <p:spPr>
              <a:xfrm>
                <a:off x="118533" y="467986"/>
                <a:ext cx="8546174" cy="802298"/>
              </a:xfrm>
            </p:spPr>
            <p:txBody>
              <a:bodyPr>
                <a:normAutofit/>
              </a:bodyPr>
              <a:lstStyle/>
              <a:p>
                <a:pPr>
                  <a:lnSpc>
                    <a:spcPct val="150000"/>
                  </a:lnSpc>
                </a:pP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𝐸𝑔</m:t>
                    </m:r>
                    <m:r>
                      <a:rPr lang="en-US" altLang="zh-CN" sz="3000" b="0" i="1" smtClean="0">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𝑧</m:t>
                        </m:r>
                      </m:sup>
                    </m:sSup>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1</m:t>
                    </m:r>
                    <m:r>
                      <a:rPr lang="en-US" altLang="zh-CN" sz="3000" i="1">
                        <a:latin typeface="Cambria Math" panose="02040503050406030204" pitchFamily="18" charset="0"/>
                        <a:ea typeface="楷体" panose="02010609060101010101" pitchFamily="49" charset="-122"/>
                      </a:rPr>
                      <m:t>−</m:t>
                    </m:r>
                    <m:rad>
                      <m:radPr>
                        <m:degHide m:val="on"/>
                        <m:ctrlPr>
                          <a:rPr lang="en-US" altLang="zh-CN" sz="3000" i="1">
                            <a:latin typeface="Cambria Math" panose="02040503050406030204" pitchFamily="18" charset="0"/>
                            <a:ea typeface="楷体" panose="02010609060101010101" pitchFamily="49" charset="-122"/>
                          </a:rPr>
                        </m:ctrlPr>
                      </m:radPr>
                      <m:deg/>
                      <m:e>
                        <m:r>
                          <a:rPr lang="en-US" altLang="zh-CN" sz="3000" i="1">
                            <a:latin typeface="Cambria Math" panose="02040503050406030204" pitchFamily="18" charset="0"/>
                            <a:ea typeface="楷体" panose="02010609060101010101" pitchFamily="49" charset="-122"/>
                          </a:rPr>
                          <m:t>3</m:t>
                        </m:r>
                      </m:e>
                    </m:rad>
                    <m:r>
                      <a:rPr lang="en-US" altLang="zh-CN" sz="3000" i="1">
                        <a:latin typeface="Cambria Math" panose="02040503050406030204" pitchFamily="18" charset="0"/>
                        <a:ea typeface="楷体" panose="02010609060101010101" pitchFamily="49" charset="-122"/>
                      </a:rPr>
                      <m:t>𝑖</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0</m:t>
                    </m:r>
                  </m:oMath>
                </a14:m>
                <a:r>
                  <a:rPr lang="zh-CN" altLang="en-US" sz="3000" dirty="0">
                    <a:latin typeface="楷体" panose="02010609060101010101" pitchFamily="49" charset="-122"/>
                    <a:ea typeface="楷体" panose="02010609060101010101" pitchFamily="49" charset="-122"/>
                  </a:rPr>
                  <a:t>，求复数</a:t>
                </a:r>
                <a14:m>
                  <m:oMath xmlns:m="http://schemas.openxmlformats.org/officeDocument/2006/math">
                    <m:r>
                      <a:rPr lang="en-US" altLang="zh-CN" sz="3000" i="1">
                        <a:latin typeface="Cambria Math" panose="02040503050406030204" pitchFamily="18" charset="0"/>
                        <a:ea typeface="楷体" panose="02010609060101010101" pitchFamily="49" charset="-122"/>
                      </a:rPr>
                      <m:t>𝑧</m:t>
                    </m:r>
                  </m:oMath>
                </a14:m>
                <a:r>
                  <a:rPr lang="en-US" altLang="zh-CN" sz="3000" dirty="0">
                    <a:latin typeface="楷体" panose="02010609060101010101" pitchFamily="49" charset="-122"/>
                    <a:ea typeface="楷体" panose="02010609060101010101" pitchFamily="49" charset="-122"/>
                  </a:rPr>
                  <a:t>.</a:t>
                </a:r>
                <a:endParaRPr lang="zh-CN" altLang="en-US" sz="3000" dirty="0">
                  <a:latin typeface="楷体" panose="02010609060101010101" pitchFamily="49" charset="-122"/>
                  <a:ea typeface="楷体" panose="02010609060101010101" pitchFamily="49" charset="-122"/>
                </a:endParaRPr>
              </a:p>
            </p:txBody>
          </p:sp>
        </mc:Choice>
        <mc:Fallback>
          <p:sp>
            <p:nvSpPr>
              <p:cNvPr id="2" name="标题 1"/>
              <p:cNvSpPr>
                <a:spLocks noRot="1" noChangeAspect="1" noMove="1" noResize="1" noEditPoints="1" noAdjustHandles="1" noChangeArrowheads="1" noChangeShapeType="1" noTextEdit="1"/>
              </p:cNvSpPr>
              <p:nvPr>
                <p:ph type="title"/>
              </p:nvPr>
            </p:nvSpPr>
            <p:spPr>
              <a:xfrm>
                <a:off x="118533" y="467986"/>
                <a:ext cx="8546174" cy="802298"/>
              </a:xfrm>
              <a:blipFill rotWithShape="1">
                <a:blip r:embed="rId1"/>
                <a:stretch>
                  <a:fillRect l="-5" t="-78" r="2" b="35"/>
                </a:stretch>
              </a:blipFill>
            </p:spPr>
            <p:txBody>
              <a:bodyPr/>
              <a:lstStyle/>
              <a:p>
                <a:r>
                  <a:rPr lang="zh-CN" altLang="en-US">
                    <a:noFill/>
                  </a:rPr>
                  <a:t> </a:t>
                </a:r>
              </a:p>
            </p:txBody>
          </p:sp>
        </mc:Fallback>
      </mc:AlternateContent>
      <p:sp>
        <p:nvSpPr>
          <p:cNvPr id="6" name="文本框 5"/>
          <p:cNvSpPr txBox="1"/>
          <p:nvPr/>
        </p:nvSpPr>
        <p:spPr>
          <a:xfrm>
            <a:off x="-66198" y="7059454"/>
            <a:ext cx="184731" cy="300082"/>
          </a:xfrm>
          <a:prstGeom prst="rect">
            <a:avLst/>
          </a:prstGeom>
          <a:noFill/>
        </p:spPr>
        <p:txBody>
          <a:bodyPr wrap="none" rtlCol="0">
            <a:spAutoFit/>
          </a:bodyPr>
          <a:lstStyle/>
          <a:p>
            <a:endParaRPr lang="zh-CN" altLang="en-US" sz="1350"/>
          </a:p>
        </p:txBody>
      </p:sp>
      <p:sp>
        <p:nvSpPr>
          <p:cNvPr id="3"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2.3 </a:t>
            </a:r>
            <a:r>
              <a:rPr lang="zh-CN" altLang="en-US" sz="1800" b="1" dirty="0">
                <a:latin typeface="楷体" panose="02010609060101010101" pitchFamily="49" charset="-122"/>
                <a:ea typeface="楷体" panose="02010609060101010101" pitchFamily="49" charset="-122"/>
              </a:rPr>
              <a:t>初等函数</a:t>
            </a:r>
            <a:endParaRPr lang="zh-CN" altLang="en-US" sz="1800" b="1" dirty="0">
              <a:latin typeface="楷体" panose="02010609060101010101" pitchFamily="49" charset="-122"/>
              <a:ea typeface="楷体" panose="02010609060101010101" pitchFamily="49" charset="-122"/>
            </a:endParaRPr>
          </a:p>
        </p:txBody>
      </p:sp>
      <p:cxnSp>
        <p:nvCxnSpPr>
          <p:cNvPr id="7" name="直接连接符 6"/>
          <p:cNvCxnSpPr/>
          <p:nvPr/>
        </p:nvCxnSpPr>
        <p:spPr>
          <a:xfrm flipV="1">
            <a:off x="55289" y="531629"/>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0" name="标题 1"/>
              <p:cNvSpPr txBox="1"/>
              <p:nvPr/>
            </p:nvSpPr>
            <p:spPr>
              <a:xfrm>
                <a:off x="118533" y="1178882"/>
                <a:ext cx="2942301" cy="802298"/>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ea typeface="楷体" panose="02010609060101010101" pitchFamily="49" charset="-122"/>
                  </a:rPr>
                  <a:t>解：</a:t>
                </a:r>
                <a14:m>
                  <m:oMath xmlns:m="http://schemas.openxmlformats.org/officeDocument/2006/math">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𝑧</m:t>
                        </m:r>
                      </m:sup>
                    </m:sSup>
                    <m:r>
                      <a:rPr lang="en-US" altLang="zh-CN" sz="3000" i="1" smtClean="0">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1</m:t>
                    </m:r>
                    <m:r>
                      <a:rPr lang="en-US" altLang="zh-CN" sz="3000" i="1" smtClean="0">
                        <a:latin typeface="Cambria Math" panose="02040503050406030204" pitchFamily="18" charset="0"/>
                        <a:ea typeface="楷体" panose="02010609060101010101" pitchFamily="49" charset="-122"/>
                      </a:rPr>
                      <m:t>+</m:t>
                    </m:r>
                    <m:rad>
                      <m:radPr>
                        <m:degHide m:val="on"/>
                        <m:ctrlPr>
                          <a:rPr lang="en-US" altLang="zh-CN" sz="3000" i="1">
                            <a:latin typeface="Cambria Math" panose="02040503050406030204" pitchFamily="18" charset="0"/>
                            <a:ea typeface="楷体" panose="02010609060101010101" pitchFamily="49" charset="-122"/>
                          </a:rPr>
                        </m:ctrlPr>
                      </m:radPr>
                      <m:deg/>
                      <m:e>
                        <m:r>
                          <a:rPr lang="en-US" altLang="zh-CN" sz="3000" i="1">
                            <a:latin typeface="Cambria Math" panose="02040503050406030204" pitchFamily="18" charset="0"/>
                            <a:ea typeface="楷体" panose="02010609060101010101" pitchFamily="49" charset="-122"/>
                          </a:rPr>
                          <m:t>3</m:t>
                        </m:r>
                      </m:e>
                    </m:rad>
                    <m:r>
                      <a:rPr lang="en-US" altLang="zh-CN" sz="3000" i="1">
                        <a:latin typeface="Cambria Math" panose="02040503050406030204" pitchFamily="18" charset="0"/>
                        <a:ea typeface="楷体" panose="02010609060101010101" pitchFamily="49" charset="-122"/>
                      </a:rPr>
                      <m:t>𝑖</m:t>
                    </m:r>
                  </m:oMath>
                </a14:m>
                <a:endParaRPr lang="zh-CN" altLang="en-US" sz="3000" dirty="0">
                  <a:latin typeface="楷体" panose="02010609060101010101" pitchFamily="49" charset="-122"/>
                  <a:ea typeface="楷体" panose="02010609060101010101" pitchFamily="49" charset="-122"/>
                </a:endParaRPr>
              </a:p>
            </p:txBody>
          </p:sp>
        </mc:Choice>
        <mc:Fallback>
          <p:sp>
            <p:nvSpPr>
              <p:cNvPr id="10" name="标题 1"/>
              <p:cNvSpPr txBox="1">
                <a:spLocks noRot="1" noChangeAspect="1" noMove="1" noResize="1" noEditPoints="1" noAdjustHandles="1" noChangeArrowheads="1" noChangeShapeType="1" noTextEdit="1"/>
              </p:cNvSpPr>
              <p:nvPr/>
            </p:nvSpPr>
            <p:spPr>
              <a:xfrm>
                <a:off x="118533" y="1178882"/>
                <a:ext cx="2942301" cy="802298"/>
              </a:xfrm>
              <a:prstGeom prst="rect">
                <a:avLst/>
              </a:prstGeom>
              <a:blipFill rotWithShape="1">
                <a:blip r:embed="rId2"/>
                <a:stretch>
                  <a:fillRect l="-14" t="-40" r="5" b="7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标题 1"/>
              <p:cNvSpPr txBox="1"/>
              <p:nvPr/>
            </p:nvSpPr>
            <p:spPr>
              <a:xfrm>
                <a:off x="2929329" y="897811"/>
                <a:ext cx="3529223" cy="136444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i="1">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𝑐𝑜𝑠</m:t>
                    </m:r>
                    <m:f>
                      <m:fPr>
                        <m:ctrlPr>
                          <a:rPr lang="en-US" altLang="zh-CN" sz="3000" b="0" i="1" smtClean="0">
                            <a:latin typeface="Cambria Math" panose="02040503050406030204" pitchFamily="18" charset="0"/>
                            <a:ea typeface="楷体" panose="02010609060101010101" pitchFamily="49" charset="-122"/>
                          </a:rPr>
                        </m:ctrlPr>
                      </m:fPr>
                      <m:num>
                        <m:r>
                          <a:rPr lang="zh-CN" altLang="en-US" sz="3000" b="0" i="1" smtClean="0">
                            <a:latin typeface="Cambria Math" panose="02040503050406030204" pitchFamily="18" charset="0"/>
                            <a:ea typeface="楷体" panose="02010609060101010101" pitchFamily="49" charset="-122"/>
                          </a:rPr>
                          <m:t>𝜋</m:t>
                        </m:r>
                      </m:num>
                      <m:den>
                        <m:r>
                          <a:rPr lang="en-US" altLang="zh-CN" sz="3000" b="0" i="1" smtClean="0">
                            <a:latin typeface="Cambria Math" panose="02040503050406030204" pitchFamily="18" charset="0"/>
                            <a:ea typeface="楷体" panose="02010609060101010101" pitchFamily="49" charset="-122"/>
                          </a:rPr>
                          <m:t>3</m:t>
                        </m:r>
                      </m:den>
                    </m:f>
                    <m:r>
                      <a:rPr lang="en-US" altLang="zh-CN" sz="3000" i="1" smtClean="0">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𝑖</m:t>
                    </m:r>
                    <m:r>
                      <a:rPr lang="en-US" altLang="zh-CN" sz="3000" b="0" i="1" smtClean="0">
                        <a:latin typeface="Cambria Math" panose="02040503050406030204" pitchFamily="18" charset="0"/>
                        <a:ea typeface="楷体" panose="02010609060101010101" pitchFamily="49" charset="-122"/>
                      </a:rPr>
                      <m:t>𝑠𝑖𝑛</m:t>
                    </m:r>
                  </m:oMath>
                </a14:m>
                <a:r>
                  <a:rPr lang="en-US" altLang="zh-CN" sz="3000" dirty="0">
                    <a:ea typeface="楷体" panose="02010609060101010101" pitchFamily="49" charset="-122"/>
                  </a:rPr>
                  <a:t> </a:t>
                </a:r>
                <a14:m>
                  <m:oMath xmlns:m="http://schemas.openxmlformats.org/officeDocument/2006/math">
                    <m:f>
                      <m:fPr>
                        <m:ctrlPr>
                          <a:rPr lang="en-US" altLang="zh-CN" sz="3000" i="1">
                            <a:latin typeface="Cambria Math" panose="02040503050406030204" pitchFamily="18" charset="0"/>
                            <a:ea typeface="楷体" panose="02010609060101010101" pitchFamily="49" charset="-122"/>
                          </a:rPr>
                        </m:ctrlPr>
                      </m:fPr>
                      <m:num>
                        <m:r>
                          <a:rPr lang="zh-CN" altLang="en-US" sz="3000" i="1">
                            <a:latin typeface="Cambria Math" panose="02040503050406030204" pitchFamily="18" charset="0"/>
                            <a:ea typeface="楷体" panose="02010609060101010101" pitchFamily="49" charset="-122"/>
                          </a:rPr>
                          <m:t>𝜋</m:t>
                        </m:r>
                      </m:num>
                      <m:den>
                        <m:r>
                          <a:rPr lang="en-US" altLang="zh-CN" sz="3000" i="1">
                            <a:latin typeface="Cambria Math" panose="02040503050406030204" pitchFamily="18" charset="0"/>
                            <a:ea typeface="楷体" panose="02010609060101010101" pitchFamily="49" charset="-122"/>
                          </a:rPr>
                          <m:t>3</m:t>
                        </m:r>
                      </m:den>
                    </m:f>
                  </m:oMath>
                </a14:m>
                <a:r>
                  <a:rPr lang="en-US" altLang="zh-CN" sz="3000" dirty="0">
                    <a:latin typeface="楷体" panose="02010609060101010101" pitchFamily="49" charset="-122"/>
                    <a:ea typeface="楷体" panose="02010609060101010101" pitchFamily="49" charset="-122"/>
                  </a:rPr>
                  <a:t>)</a:t>
                </a:r>
                <a:endParaRPr lang="zh-CN" altLang="en-US" sz="3000" dirty="0">
                  <a:latin typeface="楷体" panose="02010609060101010101" pitchFamily="49" charset="-122"/>
                  <a:ea typeface="楷体" panose="02010609060101010101" pitchFamily="49" charset="-122"/>
                </a:endParaRPr>
              </a:p>
            </p:txBody>
          </p:sp>
        </mc:Choice>
        <mc:Fallback>
          <p:sp>
            <p:nvSpPr>
              <p:cNvPr id="12" name="标题 1"/>
              <p:cNvSpPr txBox="1">
                <a:spLocks noRot="1" noChangeAspect="1" noMove="1" noResize="1" noEditPoints="1" noAdjustHandles="1" noChangeArrowheads="1" noChangeShapeType="1" noTextEdit="1"/>
              </p:cNvSpPr>
              <p:nvPr/>
            </p:nvSpPr>
            <p:spPr>
              <a:xfrm>
                <a:off x="2929329" y="897811"/>
                <a:ext cx="3529223" cy="1364440"/>
              </a:xfrm>
              <a:prstGeom prst="rect">
                <a:avLst/>
              </a:prstGeom>
              <a:blipFill rotWithShape="1">
                <a:blip r:embed="rId3"/>
                <a:stretch>
                  <a:fillRect l="-2" t="-41" r="17" b="2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标题 1"/>
              <p:cNvSpPr txBox="1"/>
              <p:nvPr/>
            </p:nvSpPr>
            <p:spPr>
              <a:xfrm>
                <a:off x="2929329" y="1719590"/>
                <a:ext cx="4131811" cy="14304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sSup>
                      <m:sSupPr>
                        <m:ctrlPr>
                          <a:rPr lang="en-US" altLang="zh-CN" sz="3000" i="1" smtClean="0">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𝑒</m:t>
                        </m:r>
                      </m:e>
                      <m:sup>
                        <m:r>
                          <a:rPr lang="en-US" altLang="zh-CN" sz="3000" b="0" i="1" smtClean="0">
                            <a:latin typeface="Cambria Math" panose="02040503050406030204" pitchFamily="18" charset="0"/>
                            <a:ea typeface="楷体" panose="02010609060101010101" pitchFamily="49" charset="-122"/>
                          </a:rPr>
                          <m:t>𝑙𝑛</m:t>
                        </m:r>
                        <m:r>
                          <a:rPr lang="en-US" altLang="zh-CN" sz="3000" b="0" i="1" smtClean="0">
                            <a:latin typeface="Cambria Math" panose="02040503050406030204" pitchFamily="18" charset="0"/>
                            <a:ea typeface="楷体" panose="02010609060101010101" pitchFamily="49" charset="-122"/>
                          </a:rPr>
                          <m:t>2</m:t>
                        </m:r>
                      </m:sup>
                    </m:sSup>
                  </m:oMath>
                </a14:m>
                <a:r>
                  <a:rPr lang="en-US" altLang="zh-CN" sz="3000" dirty="0">
                    <a:ea typeface="楷体" panose="02010609060101010101" pitchFamily="49" charset="-122"/>
                  </a:rPr>
                  <a:t> </a:t>
                </a:r>
                <a14:m>
                  <m:oMath xmlns:m="http://schemas.openxmlformats.org/officeDocument/2006/math">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𝑐𝑜𝑠</m:t>
                    </m:r>
                    <m:f>
                      <m:fPr>
                        <m:ctrlPr>
                          <a:rPr lang="en-US" altLang="zh-CN" sz="3000" i="1">
                            <a:latin typeface="Cambria Math" panose="02040503050406030204" pitchFamily="18" charset="0"/>
                            <a:ea typeface="楷体" panose="02010609060101010101" pitchFamily="49" charset="-122"/>
                          </a:rPr>
                        </m:ctrlPr>
                      </m:fPr>
                      <m:num>
                        <m:r>
                          <a:rPr lang="zh-CN" altLang="en-US" sz="3000" i="1">
                            <a:latin typeface="Cambria Math" panose="02040503050406030204" pitchFamily="18" charset="0"/>
                            <a:ea typeface="楷体" panose="02010609060101010101" pitchFamily="49" charset="-122"/>
                          </a:rPr>
                          <m:t>𝜋</m:t>
                        </m:r>
                      </m:num>
                      <m:den>
                        <m:r>
                          <a:rPr lang="en-US" altLang="zh-CN" sz="3000" i="1">
                            <a:latin typeface="Cambria Math" panose="02040503050406030204" pitchFamily="18" charset="0"/>
                            <a:ea typeface="楷体" panose="02010609060101010101" pitchFamily="49" charset="-122"/>
                          </a:rPr>
                          <m:t>3</m:t>
                        </m:r>
                      </m:den>
                    </m:f>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𝑖𝑠𝑖𝑛</m:t>
                    </m:r>
                  </m:oMath>
                </a14:m>
                <a:r>
                  <a:rPr lang="en-US" altLang="zh-CN" sz="3000" dirty="0">
                    <a:ea typeface="楷体" panose="02010609060101010101" pitchFamily="49" charset="-122"/>
                  </a:rPr>
                  <a:t> </a:t>
                </a:r>
                <a14:m>
                  <m:oMath xmlns:m="http://schemas.openxmlformats.org/officeDocument/2006/math">
                    <m:f>
                      <m:fPr>
                        <m:ctrlPr>
                          <a:rPr lang="en-US" altLang="zh-CN" sz="3000" i="1">
                            <a:latin typeface="Cambria Math" panose="02040503050406030204" pitchFamily="18" charset="0"/>
                            <a:ea typeface="楷体" panose="02010609060101010101" pitchFamily="49" charset="-122"/>
                          </a:rPr>
                        </m:ctrlPr>
                      </m:fPr>
                      <m:num>
                        <m:r>
                          <a:rPr lang="zh-CN" altLang="en-US" sz="3000" i="1">
                            <a:latin typeface="Cambria Math" panose="02040503050406030204" pitchFamily="18" charset="0"/>
                            <a:ea typeface="楷体" panose="02010609060101010101" pitchFamily="49" charset="-122"/>
                          </a:rPr>
                          <m:t>𝜋</m:t>
                        </m:r>
                      </m:num>
                      <m:den>
                        <m:r>
                          <a:rPr lang="en-US" altLang="zh-CN" sz="3000" i="1">
                            <a:latin typeface="Cambria Math" panose="02040503050406030204" pitchFamily="18" charset="0"/>
                            <a:ea typeface="楷体" panose="02010609060101010101" pitchFamily="49" charset="-122"/>
                          </a:rPr>
                          <m:t>3</m:t>
                        </m:r>
                      </m:den>
                    </m:f>
                  </m:oMath>
                </a14:m>
                <a:r>
                  <a:rPr lang="en-US" altLang="zh-CN" sz="3000" dirty="0">
                    <a:latin typeface="楷体" panose="02010609060101010101" pitchFamily="49" charset="-122"/>
                    <a:ea typeface="楷体" panose="02010609060101010101" pitchFamily="49" charset="-122"/>
                  </a:rPr>
                  <a:t>)</a:t>
                </a:r>
                <a:endParaRPr lang="zh-CN" altLang="en-US" sz="3000" dirty="0">
                  <a:latin typeface="楷体" panose="02010609060101010101" pitchFamily="49" charset="-122"/>
                  <a:ea typeface="楷体" panose="02010609060101010101" pitchFamily="49" charset="-122"/>
                </a:endParaRPr>
              </a:p>
            </p:txBody>
          </p:sp>
        </mc:Choice>
        <mc:Fallback>
          <p:sp>
            <p:nvSpPr>
              <p:cNvPr id="14" name="标题 1"/>
              <p:cNvSpPr txBox="1">
                <a:spLocks noRot="1" noChangeAspect="1" noMove="1" noResize="1" noEditPoints="1" noAdjustHandles="1" noChangeArrowheads="1" noChangeShapeType="1" noTextEdit="1"/>
              </p:cNvSpPr>
              <p:nvPr/>
            </p:nvSpPr>
            <p:spPr>
              <a:xfrm>
                <a:off x="2929329" y="1719590"/>
                <a:ext cx="4131811" cy="1430400"/>
              </a:xfrm>
              <a:prstGeom prst="rect">
                <a:avLst/>
              </a:prstGeom>
              <a:blipFill rotWithShape="1">
                <a:blip r:embed="rId4"/>
                <a:stretch>
                  <a:fillRect l="-2" t="-1" r="14" b="2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7" name="标题 1"/>
              <p:cNvSpPr txBox="1"/>
              <p:nvPr/>
            </p:nvSpPr>
            <p:spPr>
              <a:xfrm>
                <a:off x="658985" y="3883169"/>
                <a:ext cx="5735635" cy="198098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𝑧</m:t>
                      </m:r>
                      <m:r>
                        <a:rPr lang="en-US" altLang="zh-CN" sz="3000" b="0" i="0"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𝑙𝑛</m:t>
                      </m:r>
                      <m:r>
                        <a:rPr lang="en-US" altLang="zh-CN" sz="3000" b="0" i="0" smtClean="0">
                          <a:latin typeface="Cambria Math" panose="02040503050406030204" pitchFamily="18" charset="0"/>
                          <a:ea typeface="Cambria Math" panose="02040503050406030204" pitchFamily="18" charset="0"/>
                        </a:rPr>
                        <m:t>2</m:t>
                      </m:r>
                      <m:r>
                        <a:rPr lang="en-US" altLang="zh-CN" sz="3000" b="0" i="0"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𝑖</m:t>
                      </m:r>
                      <m:r>
                        <a:rPr lang="en-US" altLang="zh-CN" sz="3000" b="0" i="1" smtClean="0">
                          <a:latin typeface="Cambria Math" panose="02040503050406030204" pitchFamily="18" charset="0"/>
                          <a:ea typeface="Cambria Math" panose="02040503050406030204" pitchFamily="18" charset="0"/>
                        </a:rPr>
                        <m:t>(</m:t>
                      </m:r>
                      <m:f>
                        <m:fPr>
                          <m:ctrlPr>
                            <a:rPr lang="en-US" altLang="zh-CN" sz="3000" i="1">
                              <a:latin typeface="Cambria Math" panose="02040503050406030204" pitchFamily="18" charset="0"/>
                              <a:ea typeface="楷体" panose="02010609060101010101" pitchFamily="49" charset="-122"/>
                            </a:rPr>
                          </m:ctrlPr>
                        </m:fPr>
                        <m:num>
                          <m:r>
                            <a:rPr lang="zh-CN" altLang="en-US" sz="3000" i="1">
                              <a:latin typeface="Cambria Math" panose="02040503050406030204" pitchFamily="18" charset="0"/>
                              <a:ea typeface="楷体" panose="02010609060101010101" pitchFamily="49" charset="-122"/>
                            </a:rPr>
                            <m:t>𝜋</m:t>
                          </m:r>
                        </m:num>
                        <m:den>
                          <m:r>
                            <a:rPr lang="en-US" altLang="zh-CN" sz="3000" i="1">
                              <a:latin typeface="Cambria Math" panose="02040503050406030204" pitchFamily="18" charset="0"/>
                              <a:ea typeface="楷体" panose="02010609060101010101" pitchFamily="49" charset="-122"/>
                            </a:rPr>
                            <m:t>3</m:t>
                          </m:r>
                        </m:den>
                      </m:f>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2</m:t>
                      </m:r>
                      <m:r>
                        <a:rPr lang="en-US" altLang="zh-CN" sz="3000" i="1">
                          <a:latin typeface="Cambria Math" panose="02040503050406030204" pitchFamily="18" charset="0"/>
                          <a:ea typeface="楷体" panose="02010609060101010101" pitchFamily="49" charset="-122"/>
                        </a:rPr>
                        <m:t>𝑘</m:t>
                      </m:r>
                      <m:r>
                        <a:rPr lang="zh-CN" altLang="en-US" sz="3000" i="1">
                          <a:latin typeface="Cambria Math" panose="02040503050406030204" pitchFamily="18" charset="0"/>
                          <a:ea typeface="楷体" panose="02010609060101010101" pitchFamily="49" charset="-122"/>
                        </a:rPr>
                        <m:t>𝜋</m:t>
                      </m:r>
                      <m:r>
                        <a:rPr lang="en-US" altLang="zh-CN" sz="3000" b="0" i="1" smtClean="0">
                          <a:latin typeface="Cambria Math" panose="02040503050406030204" pitchFamily="18" charset="0"/>
                          <a:ea typeface="Cambria Math" panose="02040503050406030204" pitchFamily="18" charset="0"/>
                        </a:rPr>
                        <m:t>)</m:t>
                      </m:r>
                    </m:oMath>
                  </m:oMathPara>
                </a14:m>
                <a:endParaRPr lang="zh-CN" altLang="en-US" sz="3000" i="1" dirty="0">
                  <a:latin typeface="楷体" panose="02010609060101010101" pitchFamily="49" charset="-122"/>
                  <a:ea typeface="楷体" panose="02010609060101010101" pitchFamily="49" charset="-122"/>
                </a:endParaRPr>
              </a:p>
            </p:txBody>
          </p:sp>
        </mc:Choice>
        <mc:Fallback>
          <p:sp>
            <p:nvSpPr>
              <p:cNvPr id="17" name="标题 1"/>
              <p:cNvSpPr txBox="1">
                <a:spLocks noRot="1" noChangeAspect="1" noMove="1" noResize="1" noEditPoints="1" noAdjustHandles="1" noChangeArrowheads="1" noChangeShapeType="1" noTextEdit="1"/>
              </p:cNvSpPr>
              <p:nvPr/>
            </p:nvSpPr>
            <p:spPr>
              <a:xfrm>
                <a:off x="658985" y="3883169"/>
                <a:ext cx="5735635" cy="1980982"/>
              </a:xfrm>
              <a:prstGeom prst="rect">
                <a:avLst/>
              </a:prstGeom>
              <a:blipFill rotWithShape="1">
                <a:blip r:embed="rId5"/>
                <a:stretch>
                  <a:fillRect l="-9" t="-7" r="3" b="2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标题 1"/>
              <p:cNvSpPr txBox="1"/>
              <p:nvPr/>
            </p:nvSpPr>
            <p:spPr>
              <a:xfrm>
                <a:off x="2638946" y="2643079"/>
                <a:ext cx="2318064" cy="125043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sSup>
                        <m:sSupPr>
                          <m:ctrlPr>
                            <a:rPr lang="en-US" altLang="zh-CN" sz="3000" i="1" smtClean="0">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𝑒</m:t>
                          </m:r>
                        </m:e>
                        <m:sup>
                          <m:r>
                            <a:rPr lang="en-US" altLang="zh-CN" sz="3000" b="0" i="1" smtClean="0">
                              <a:latin typeface="Cambria Math" panose="02040503050406030204" pitchFamily="18" charset="0"/>
                              <a:ea typeface="楷体" panose="02010609060101010101" pitchFamily="49" charset="-122"/>
                            </a:rPr>
                            <m:t>𝑙𝑛</m:t>
                          </m:r>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r>
                                <a:rPr lang="zh-CN" altLang="en-US" sz="3000" i="1">
                                  <a:latin typeface="Cambria Math" panose="02040503050406030204" pitchFamily="18" charset="0"/>
                                  <a:ea typeface="楷体" panose="02010609060101010101" pitchFamily="49" charset="-122"/>
                                </a:rPr>
                                <m:t>𝜋</m:t>
                              </m:r>
                            </m:num>
                            <m:den>
                              <m:r>
                                <a:rPr lang="en-US" altLang="zh-CN" sz="3000" i="1">
                                  <a:latin typeface="Cambria Math" panose="02040503050406030204" pitchFamily="18" charset="0"/>
                                  <a:ea typeface="楷体" panose="02010609060101010101" pitchFamily="49" charset="-122"/>
                                </a:rPr>
                                <m:t>3</m:t>
                              </m:r>
                            </m:den>
                          </m:f>
                          <m:r>
                            <a:rPr lang="en-US" altLang="zh-CN" sz="3000" b="0" i="1" smtClean="0">
                              <a:latin typeface="Cambria Math" panose="02040503050406030204" pitchFamily="18" charset="0"/>
                              <a:ea typeface="楷体" panose="02010609060101010101" pitchFamily="49" charset="-122"/>
                            </a:rPr>
                            <m:t>𝑖</m:t>
                          </m:r>
                        </m:sup>
                      </m:sSup>
                    </m:oMath>
                  </m:oMathPara>
                </a14:m>
                <a:endParaRPr lang="zh-CN" altLang="en-US" sz="3000" dirty="0">
                  <a:latin typeface="楷体" panose="02010609060101010101" pitchFamily="49" charset="-122"/>
                  <a:ea typeface="楷体" panose="02010609060101010101" pitchFamily="49" charset="-122"/>
                </a:endParaRPr>
              </a:p>
            </p:txBody>
          </p:sp>
        </mc:Choice>
        <mc:Fallback>
          <p:sp>
            <p:nvSpPr>
              <p:cNvPr id="4" name="标题 1"/>
              <p:cNvSpPr txBox="1">
                <a:spLocks noRot="1" noChangeAspect="1" noMove="1" noResize="1" noEditPoints="1" noAdjustHandles="1" noChangeArrowheads="1" noChangeShapeType="1" noTextEdit="1"/>
              </p:cNvSpPr>
              <p:nvPr/>
            </p:nvSpPr>
            <p:spPr>
              <a:xfrm>
                <a:off x="2638946" y="2643079"/>
                <a:ext cx="2318064" cy="1250438"/>
              </a:xfrm>
              <a:prstGeom prst="rect">
                <a:avLst/>
              </a:prstGeom>
              <a:blipFill rotWithShape="1">
                <a:blip r:embed="rId6"/>
                <a:stretch>
                  <a:fillRect l="-22" t="-17" r="9" b="27"/>
                </a:stretch>
              </a:blipFill>
            </p:spPr>
            <p:txBody>
              <a:bodyPr/>
              <a:lstStyle/>
              <a:p>
                <a:r>
                  <a:rPr lang="zh-CN" altLang="en-US">
                    <a:noFill/>
                  </a:rPr>
                  <a:t> </a:t>
                </a:r>
              </a:p>
            </p:txBody>
          </p:sp>
        </mc:Fallback>
      </mc:AlternateContent>
      <p:sp>
        <p:nvSpPr>
          <p:cNvPr id="5" name="标题 1"/>
          <p:cNvSpPr txBox="1"/>
          <p:nvPr/>
        </p:nvSpPr>
        <p:spPr>
          <a:xfrm>
            <a:off x="794104" y="3386606"/>
            <a:ext cx="3777896" cy="125043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楷体" panose="02010609060101010101" pitchFamily="49" charset="-122"/>
                <a:ea typeface="楷体" panose="02010609060101010101" pitchFamily="49" charset="-122"/>
              </a:rPr>
              <a:t>考虑周期函数周期性</a:t>
            </a:r>
            <a:endParaRPr lang="zh-CN" altLang="en-US" sz="3000" dirty="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 grpId="0"/>
      <p:bldP spid="12" grpId="0"/>
      <p:bldP spid="14" grpId="0"/>
      <p:bldP spid="17" grpId="0"/>
      <p:bldP spid="4" grpId="0"/>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标题 1"/>
              <p:cNvSpPr>
                <a:spLocks noGrp="1"/>
              </p:cNvSpPr>
              <p:nvPr>
                <p:ph type="title"/>
              </p:nvPr>
            </p:nvSpPr>
            <p:spPr>
              <a:xfrm>
                <a:off x="122036" y="531629"/>
                <a:ext cx="2266293" cy="802298"/>
              </a:xfrm>
            </p:spPr>
            <p:txBody>
              <a:bodyPr>
                <a:normAutofit fontScale="90000"/>
              </a:bodyPr>
              <a:lstStyle/>
              <a:p>
                <a:pPr>
                  <a:lnSpc>
                    <a:spcPct val="150000"/>
                  </a:lnSpc>
                </a:pPr>
                <a14:m>
                  <m:oMathPara xmlns:m="http://schemas.openxmlformats.org/officeDocument/2006/math">
                    <m:oMathParaPr>
                      <m:jc m:val="centerGroup"/>
                    </m:oMathParaPr>
                    <m:oMath xmlns:m="http://schemas.openxmlformats.org/officeDocument/2006/math">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𝐸𝑔</m:t>
                      </m:r>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m:t>
                      </m:r>
                      <m:acc>
                        <m:accPr>
                          <m:chr m:val="̅"/>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accPr>
                        <m:e>
                          <m:sSup>
                            <m:sSup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sSupPr>
                            <m:e>
                              <m:r>
                                <a:rPr lang="en-US" altLang="zh-CN" sz="3000" i="1">
                                  <a:latin typeface="Cambria Math" panose="02040503050406030204" pitchFamily="18" charset="0"/>
                                  <a:ea typeface="楷体" panose="02010609060101010101" pitchFamily="49" charset="-122"/>
                                  <a:cs typeface="Cambria Math" panose="02040503050406030204" pitchFamily="18" charset="0"/>
                                </a:rPr>
                                <m:t>𝑒</m:t>
                              </m:r>
                            </m:e>
                            <m:sup>
                              <m:r>
                                <a:rPr lang="en-US" altLang="zh-CN" sz="3000" i="1">
                                  <a:latin typeface="Cambria Math" panose="02040503050406030204" pitchFamily="18" charset="0"/>
                                  <a:ea typeface="楷体" panose="02010609060101010101" pitchFamily="49" charset="-122"/>
                                  <a:cs typeface="Cambria Math" panose="02040503050406030204" pitchFamily="18" charset="0"/>
                                </a:rPr>
                                <m:t>𝑖𝑧</m:t>
                              </m:r>
                            </m:sup>
                          </m:sSup>
                        </m:e>
                      </m:acc>
                      <m:r>
                        <a:rPr lang="en-US" altLang="zh-CN" sz="3000" i="1">
                          <a:latin typeface="Cambria Math" panose="02040503050406030204" pitchFamily="18" charset="0"/>
                          <a:ea typeface="楷体" panose="02010609060101010101" pitchFamily="49" charset="-122"/>
                          <a:cs typeface="Cambria Math" panose="02040503050406030204" pitchFamily="18" charset="0"/>
                        </a:rPr>
                        <m:t>=</m:t>
                      </m:r>
                      <m:sSup>
                        <m:sSup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sSupPr>
                        <m:e>
                          <m:r>
                            <a:rPr lang="en-US" altLang="zh-CN" sz="3000" i="1">
                              <a:latin typeface="Cambria Math" panose="02040503050406030204" pitchFamily="18" charset="0"/>
                              <a:ea typeface="楷体" panose="02010609060101010101" pitchFamily="49" charset="-122"/>
                              <a:cs typeface="Cambria Math" panose="02040503050406030204" pitchFamily="18" charset="0"/>
                            </a:rPr>
                            <m:t>𝑒</m:t>
                          </m:r>
                        </m:e>
                        <m:sup>
                          <m:r>
                            <a:rPr lang="en-US" altLang="zh-CN" sz="3000" i="1">
                              <a:latin typeface="Cambria Math" panose="02040503050406030204" pitchFamily="18" charset="0"/>
                              <a:ea typeface="楷体" panose="02010609060101010101" pitchFamily="49" charset="-122"/>
                              <a:cs typeface="Cambria Math" panose="02040503050406030204" pitchFamily="18" charset="0"/>
                            </a:rPr>
                            <m:t>−</m:t>
                          </m:r>
                          <m:r>
                            <a:rPr lang="en-US" altLang="zh-CN" sz="3000" i="1">
                              <a:latin typeface="Cambria Math" panose="02040503050406030204" pitchFamily="18" charset="0"/>
                              <a:ea typeface="楷体" panose="02010609060101010101" pitchFamily="49" charset="-122"/>
                              <a:cs typeface="Cambria Math" panose="02040503050406030204" pitchFamily="18" charset="0"/>
                            </a:rPr>
                            <m:t>𝑖</m:t>
                          </m:r>
                          <m:acc>
                            <m:accPr>
                              <m:chr m:val="̅"/>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acc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e>
                          </m:acc>
                        </m:sup>
                      </m:sSup>
                    </m:oMath>
                  </m:oMathPara>
                </a14:m>
                <a:endParaRPr lang="zh-CN" altLang="en-US" sz="3000" dirty="0">
                  <a:latin typeface="楷体" panose="02010609060101010101" pitchFamily="49" charset="-122"/>
                  <a:ea typeface="楷体" panose="02010609060101010101" pitchFamily="49" charset="-122"/>
                </a:endParaRPr>
              </a:p>
            </p:txBody>
          </p:sp>
        </mc:Choice>
        <mc:Fallback>
          <p:sp>
            <p:nvSpPr>
              <p:cNvPr id="2" name="标题 1"/>
              <p:cNvSpPr>
                <a:spLocks noRot="1" noChangeAspect="1" noMove="1" noResize="1" noEditPoints="1" noAdjustHandles="1" noChangeArrowheads="1" noChangeShapeType="1" noTextEdit="1"/>
              </p:cNvSpPr>
              <p:nvPr>
                <p:ph type="title"/>
              </p:nvPr>
            </p:nvSpPr>
            <p:spPr>
              <a:xfrm>
                <a:off x="122036" y="531629"/>
                <a:ext cx="2266293" cy="802298"/>
              </a:xfrm>
              <a:blipFill rotWithShape="1">
                <a:blip r:embed="rId1"/>
                <a:stretch>
                  <a:fillRect l="-5" t="-17" r="4" b="53"/>
                </a:stretch>
              </a:blipFill>
            </p:spPr>
            <p:txBody>
              <a:bodyPr/>
              <a:lstStyle/>
              <a:p>
                <a:r>
                  <a:rPr lang="zh-CN" altLang="en-US">
                    <a:noFill/>
                  </a:rPr>
                  <a:t> </a:t>
                </a:r>
              </a:p>
            </p:txBody>
          </p:sp>
        </mc:Fallback>
      </mc:AlternateContent>
      <p:sp>
        <p:nvSpPr>
          <p:cNvPr id="7"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2.3 </a:t>
            </a:r>
            <a:r>
              <a:rPr lang="zh-CN" altLang="en-US" sz="1800" b="1" dirty="0">
                <a:latin typeface="楷体" panose="02010609060101010101" pitchFamily="49" charset="-122"/>
                <a:ea typeface="楷体" panose="02010609060101010101" pitchFamily="49" charset="-122"/>
              </a:rPr>
              <a:t>初等函数</a:t>
            </a:r>
            <a:endParaRPr lang="zh-CN" altLang="en-US" sz="1800" b="1" dirty="0">
              <a:latin typeface="楷体" panose="02010609060101010101" pitchFamily="49" charset="-122"/>
              <a:ea typeface="楷体" panose="02010609060101010101" pitchFamily="49" charset="-122"/>
            </a:endParaRPr>
          </a:p>
        </p:txBody>
      </p:sp>
      <p:cxnSp>
        <p:nvCxnSpPr>
          <p:cNvPr id="8" name="直接连接符 7"/>
          <p:cNvCxnSpPr/>
          <p:nvPr/>
        </p:nvCxnSpPr>
        <p:spPr>
          <a:xfrm flipV="1">
            <a:off x="55289" y="531629"/>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0" name="标题 1"/>
              <p:cNvSpPr txBox="1"/>
              <p:nvPr/>
            </p:nvSpPr>
            <p:spPr>
              <a:xfrm>
                <a:off x="0" y="1223556"/>
                <a:ext cx="2934841" cy="72681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b="0" i="1" smtClean="0">
                          <a:latin typeface="Cambria Math" panose="02040503050406030204" pitchFamily="18" charset="0"/>
                          <a:ea typeface="楷体" panose="02010609060101010101" pitchFamily="49" charset="-122"/>
                        </a:rPr>
                        <m:t>𝑝𝑓</m:t>
                      </m:r>
                      <m:r>
                        <a:rPr lang="en-US" altLang="zh-CN" sz="3000" b="0" i="1" smtClean="0">
                          <a:latin typeface="Cambria Math" panose="02040503050406030204" pitchFamily="18" charset="0"/>
                          <a:ea typeface="楷体" panose="02010609060101010101" pitchFamily="49" charset="-122"/>
                        </a:rPr>
                        <m:t>:</m:t>
                      </m:r>
                      <m:acc>
                        <m:accPr>
                          <m:chr m:val="̅"/>
                          <m:ctrlPr>
                            <a:rPr lang="en-US" altLang="zh-CN" sz="3000" b="0" i="1" smtClean="0">
                              <a:latin typeface="Cambria Math" panose="02040503050406030204" pitchFamily="18" charset="0"/>
                              <a:ea typeface="楷体" panose="02010609060101010101" pitchFamily="49" charset="-122"/>
                            </a:rPr>
                          </m:ctrlPr>
                        </m:accPr>
                        <m:e>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𝑒</m:t>
                              </m:r>
                            </m:e>
                            <m:sup>
                              <m:r>
                                <a:rPr lang="en-US" altLang="zh-CN" sz="3000" b="0" i="1" smtClean="0">
                                  <a:latin typeface="Cambria Math" panose="02040503050406030204" pitchFamily="18" charset="0"/>
                                  <a:ea typeface="楷体" panose="02010609060101010101" pitchFamily="49" charset="-122"/>
                                </a:rPr>
                                <m:t>𝑖𝑧</m:t>
                              </m:r>
                            </m:sup>
                          </m:sSup>
                        </m:e>
                      </m:acc>
                      <m:r>
                        <a:rPr lang="en-US" altLang="zh-CN" sz="3000" b="0" i="1" smtClean="0">
                          <a:latin typeface="Cambria Math" panose="02040503050406030204" pitchFamily="18" charset="0"/>
                          <a:ea typeface="楷体" panose="02010609060101010101" pitchFamily="49" charset="-122"/>
                        </a:rPr>
                        <m:t>=</m:t>
                      </m:r>
                      <m:acc>
                        <m:accPr>
                          <m:chr m:val="̅"/>
                          <m:ctrlPr>
                            <a:rPr lang="en-US" altLang="zh-CN" sz="3000" b="0" i="1" smtClean="0">
                              <a:latin typeface="Cambria Math" panose="02040503050406030204" pitchFamily="18" charset="0"/>
                              <a:ea typeface="楷体" panose="02010609060101010101" pitchFamily="49" charset="-122"/>
                            </a:rPr>
                          </m:ctrlPr>
                        </m:accPr>
                        <m:e>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𝑒</m:t>
                              </m:r>
                            </m:e>
                            <m:sup>
                              <m:r>
                                <a:rPr lang="en-US" altLang="zh-CN" sz="3000" b="0" i="1" smtClean="0">
                                  <a:latin typeface="Cambria Math" panose="02040503050406030204" pitchFamily="18" charset="0"/>
                                  <a:ea typeface="楷体" panose="02010609060101010101" pitchFamily="49" charset="-122"/>
                                </a:rPr>
                                <m:t>𝑖𝑥</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𝑦</m:t>
                              </m:r>
                            </m:sup>
                          </m:sSup>
                        </m:e>
                      </m:acc>
                    </m:oMath>
                  </m:oMathPara>
                </a14:m>
                <a:endParaRPr lang="en-US" altLang="zh-CN" sz="3000" i="1" dirty="0">
                  <a:latin typeface="Cambria Math" panose="02040503050406030204" pitchFamily="18" charset="0"/>
                  <a:ea typeface="Cambria Math" panose="02040503050406030204" pitchFamily="18" charset="0"/>
                </a:endParaRPr>
              </a:p>
            </p:txBody>
          </p:sp>
        </mc:Choice>
        <mc:Fallback>
          <p:sp>
            <p:nvSpPr>
              <p:cNvPr id="10" name="标题 1"/>
              <p:cNvSpPr txBox="1">
                <a:spLocks noRot="1" noChangeAspect="1" noMove="1" noResize="1" noEditPoints="1" noAdjustHandles="1" noChangeArrowheads="1" noChangeShapeType="1" noTextEdit="1"/>
              </p:cNvSpPr>
              <p:nvPr/>
            </p:nvSpPr>
            <p:spPr>
              <a:xfrm>
                <a:off x="0" y="1223556"/>
                <a:ext cx="2934841" cy="726818"/>
              </a:xfrm>
              <a:prstGeom prst="rect">
                <a:avLst/>
              </a:prstGeom>
              <a:blipFill rotWithShape="1">
                <a:blip r:embed="rId2"/>
                <a:stretch>
                  <a:fillRect t="-2521" r="17" b="-240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标题 1"/>
              <p:cNvSpPr txBox="1"/>
              <p:nvPr/>
            </p:nvSpPr>
            <p:spPr>
              <a:xfrm>
                <a:off x="2577507" y="1247076"/>
                <a:ext cx="3735169" cy="72681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acc>
                        <m:accPr>
                          <m:chr m:val="̅"/>
                          <m:ctrlPr>
                            <a:rPr lang="en-US" altLang="zh-CN" sz="3000" b="0" i="1" smtClean="0">
                              <a:latin typeface="Cambria Math" panose="02040503050406030204" pitchFamily="18" charset="0"/>
                              <a:ea typeface="楷体" panose="02010609060101010101" pitchFamily="49" charset="-122"/>
                            </a:rPr>
                          </m:ctrlPr>
                        </m:accPr>
                        <m:e>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𝑒</m:t>
                              </m:r>
                            </m:e>
                            <m:sup>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𝑦</m:t>
                              </m:r>
                            </m:sup>
                          </m:sSup>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𝑐𝑜𝑠𝑥</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𝑖𝑠𝑖𝑛𝑥</m:t>
                          </m:r>
                          <m:r>
                            <a:rPr lang="en-US" altLang="zh-CN" sz="3000" b="0" i="1" smtClean="0">
                              <a:latin typeface="Cambria Math" panose="02040503050406030204" pitchFamily="18" charset="0"/>
                              <a:ea typeface="楷体" panose="02010609060101010101" pitchFamily="49" charset="-122"/>
                            </a:rPr>
                            <m:t>)</m:t>
                          </m:r>
                        </m:e>
                      </m:acc>
                    </m:oMath>
                  </m:oMathPara>
                </a14:m>
                <a:endParaRPr lang="en-US" altLang="zh-CN" sz="3000" i="1" dirty="0">
                  <a:latin typeface="Cambria Math" panose="02040503050406030204" pitchFamily="18" charset="0"/>
                  <a:ea typeface="Cambria Math" panose="02040503050406030204" pitchFamily="18" charset="0"/>
                </a:endParaRPr>
              </a:p>
            </p:txBody>
          </p:sp>
        </mc:Choice>
        <mc:Fallback>
          <p:sp>
            <p:nvSpPr>
              <p:cNvPr id="11" name="标题 1"/>
              <p:cNvSpPr txBox="1">
                <a:spLocks noRot="1" noChangeAspect="1" noMove="1" noResize="1" noEditPoints="1" noAdjustHandles="1" noChangeArrowheads="1" noChangeShapeType="1" noTextEdit="1"/>
              </p:cNvSpPr>
              <p:nvPr/>
            </p:nvSpPr>
            <p:spPr>
              <a:xfrm>
                <a:off x="2577507" y="1247076"/>
                <a:ext cx="3735169" cy="726818"/>
              </a:xfrm>
              <a:prstGeom prst="rect">
                <a:avLst/>
              </a:prstGeom>
              <a:blipFill rotWithShape="1">
                <a:blip r:embed="rId3"/>
                <a:stretch>
                  <a:fillRect l="-1" t="-79" r="4" b="4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标题 1"/>
              <p:cNvSpPr txBox="1"/>
              <p:nvPr/>
            </p:nvSpPr>
            <p:spPr>
              <a:xfrm>
                <a:off x="1256434" y="1950374"/>
                <a:ext cx="3735169" cy="72681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𝑦</m:t>
                          </m:r>
                        </m:sup>
                      </m:sSup>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𝑐𝑜𝑠𝑥</m:t>
                      </m:r>
                      <m:r>
                        <a:rPr lang="en-US" altLang="zh-CN" sz="3000" b="0" i="1" smtClean="0">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𝑖𝑠𝑖𝑛𝑥</m:t>
                      </m:r>
                      <m:r>
                        <a:rPr lang="en-US" altLang="zh-CN" sz="3000" b="0" i="1" smtClean="0">
                          <a:latin typeface="Cambria Math" panose="02040503050406030204" pitchFamily="18" charset="0"/>
                          <a:ea typeface="楷体" panose="02010609060101010101" pitchFamily="49" charset="-122"/>
                        </a:rPr>
                        <m:t>)</m:t>
                      </m:r>
                    </m:oMath>
                  </m:oMathPara>
                </a14:m>
                <a:endParaRPr lang="en-US" altLang="zh-CN" sz="3000" i="1" dirty="0">
                  <a:latin typeface="Cambria Math" panose="02040503050406030204" pitchFamily="18" charset="0"/>
                  <a:ea typeface="Cambria Math" panose="02040503050406030204" pitchFamily="18" charset="0"/>
                </a:endParaRPr>
              </a:p>
            </p:txBody>
          </p:sp>
        </mc:Choice>
        <mc:Fallback>
          <p:sp>
            <p:nvSpPr>
              <p:cNvPr id="12" name="标题 1"/>
              <p:cNvSpPr txBox="1">
                <a:spLocks noRot="1" noChangeAspect="1" noMove="1" noResize="1" noEditPoints="1" noAdjustHandles="1" noChangeArrowheads="1" noChangeShapeType="1" noTextEdit="1"/>
              </p:cNvSpPr>
              <p:nvPr/>
            </p:nvSpPr>
            <p:spPr>
              <a:xfrm>
                <a:off x="1256434" y="1950374"/>
                <a:ext cx="3735169" cy="726818"/>
              </a:xfrm>
              <a:prstGeom prst="rect">
                <a:avLst/>
              </a:prstGeom>
              <a:blipFill rotWithShape="1">
                <a:blip r:embed="rId4"/>
                <a:stretch>
                  <a:fillRect l="-11" t="-40" r="13" b="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标题 1"/>
              <p:cNvSpPr txBox="1"/>
              <p:nvPr/>
            </p:nvSpPr>
            <p:spPr>
              <a:xfrm>
                <a:off x="1255182" y="2702182"/>
                <a:ext cx="4992305" cy="72681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𝑦</m:t>
                          </m:r>
                        </m:sup>
                      </m:sSup>
                      <m:r>
                        <a:rPr lang="en-US" altLang="zh-CN" sz="3000" i="1">
                          <a:latin typeface="Cambria Math" panose="02040503050406030204" pitchFamily="18" charset="0"/>
                          <a:ea typeface="楷体" panose="02010609060101010101" pitchFamily="49" charset="-122"/>
                        </a:rPr>
                        <m:t>(</m:t>
                      </m:r>
                      <m:func>
                        <m:funcPr>
                          <m:ctrlPr>
                            <a:rPr lang="en-US" altLang="zh-CN" sz="3000" b="0" i="1" smtClean="0">
                              <a:latin typeface="Cambria Math" panose="02040503050406030204" pitchFamily="18" charset="0"/>
                              <a:ea typeface="楷体" panose="02010609060101010101" pitchFamily="49" charset="-122"/>
                            </a:rPr>
                          </m:ctrlPr>
                        </m:funcPr>
                        <m:fName>
                          <m:r>
                            <m:rPr>
                              <m:sty m:val="p"/>
                            </m:rPr>
                            <a:rPr lang="en-US" altLang="zh-CN" sz="3000" i="0">
                              <a:latin typeface="Cambria Math" panose="02040503050406030204" pitchFamily="18" charset="0"/>
                              <a:ea typeface="楷体" panose="02010609060101010101" pitchFamily="49" charset="-122"/>
                            </a:rPr>
                            <m:t>cos</m:t>
                          </m:r>
                        </m:fName>
                        <m:e>
                          <m:d>
                            <m:dPr>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𝑥</m:t>
                              </m:r>
                            </m:e>
                          </m:d>
                        </m:e>
                      </m:func>
                      <m:r>
                        <a:rPr lang="en-US" altLang="zh-CN" sz="3000" b="0" i="1" smtClean="0">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𝑖𝑠𝑖𝑛</m:t>
                      </m:r>
                      <m:d>
                        <m:dPr>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𝑥</m:t>
                          </m:r>
                        </m:e>
                      </m:d>
                      <m:r>
                        <a:rPr lang="en-US" altLang="zh-CN" sz="3000" b="0" i="1" smtClean="0">
                          <a:latin typeface="Cambria Math" panose="02040503050406030204" pitchFamily="18" charset="0"/>
                          <a:ea typeface="楷体" panose="02010609060101010101" pitchFamily="49" charset="-122"/>
                        </a:rPr>
                        <m:t>)</m:t>
                      </m:r>
                    </m:oMath>
                  </m:oMathPara>
                </a14:m>
                <a:endParaRPr lang="en-US" altLang="zh-CN" sz="3000" i="1" dirty="0">
                  <a:latin typeface="Cambria Math" panose="02040503050406030204" pitchFamily="18" charset="0"/>
                  <a:ea typeface="Cambria Math" panose="02040503050406030204" pitchFamily="18" charset="0"/>
                </a:endParaRPr>
              </a:p>
            </p:txBody>
          </p:sp>
        </mc:Choice>
        <mc:Fallback>
          <p:sp>
            <p:nvSpPr>
              <p:cNvPr id="13" name="标题 1"/>
              <p:cNvSpPr txBox="1">
                <a:spLocks noRot="1" noChangeAspect="1" noMove="1" noResize="1" noEditPoints="1" noAdjustHandles="1" noChangeArrowheads="1" noChangeShapeType="1" noTextEdit="1"/>
              </p:cNvSpPr>
              <p:nvPr/>
            </p:nvSpPr>
            <p:spPr>
              <a:xfrm>
                <a:off x="1255182" y="2702182"/>
                <a:ext cx="4992305" cy="726818"/>
              </a:xfrm>
              <a:prstGeom prst="rect">
                <a:avLst/>
              </a:prstGeom>
              <a:blipFill rotWithShape="1">
                <a:blip r:embed="rId5"/>
                <a:stretch>
                  <a:fillRect l="-8" t="-35" r="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标题 1"/>
              <p:cNvSpPr txBox="1"/>
              <p:nvPr/>
            </p:nvSpPr>
            <p:spPr>
              <a:xfrm>
                <a:off x="1255182" y="3448971"/>
                <a:ext cx="2468123" cy="72681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𝑦</m:t>
                          </m:r>
                        </m:sup>
                      </m:sSup>
                      <m:r>
                        <a:rPr lang="en-US" altLang="zh-CN" sz="3000" i="1" smtClean="0">
                          <a:latin typeface="Cambria Math" panose="02040503050406030204" pitchFamily="18" charset="0"/>
                          <a:ea typeface="Cambria Math" panose="02040503050406030204" pitchFamily="18" charset="0"/>
                        </a:rPr>
                        <m:t>∙</m:t>
                      </m:r>
                      <m:sSup>
                        <m:sSupPr>
                          <m:ctrlPr>
                            <a:rPr lang="en-US" altLang="zh-CN" sz="3000" i="1" smtClean="0">
                              <a:latin typeface="Cambria Math" panose="02040503050406030204" pitchFamily="18" charset="0"/>
                              <a:ea typeface="Cambria Math" panose="02040503050406030204" pitchFamily="18" charset="0"/>
                            </a:rPr>
                          </m:ctrlPr>
                        </m:sSupPr>
                        <m:e>
                          <m:r>
                            <a:rPr lang="en-US" altLang="zh-CN" sz="3000" b="0" i="1" smtClean="0">
                              <a:latin typeface="Cambria Math" panose="02040503050406030204" pitchFamily="18" charset="0"/>
                              <a:ea typeface="Cambria Math" panose="02040503050406030204" pitchFamily="18" charset="0"/>
                            </a:rPr>
                            <m:t>𝑒</m:t>
                          </m:r>
                        </m:e>
                        <m:sup>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𝑖𝑥</m:t>
                          </m:r>
                        </m:sup>
                      </m:sSup>
                    </m:oMath>
                  </m:oMathPara>
                </a14:m>
                <a:endParaRPr lang="en-US" altLang="zh-CN" sz="3000" i="1" dirty="0">
                  <a:latin typeface="Cambria Math" panose="02040503050406030204" pitchFamily="18" charset="0"/>
                  <a:ea typeface="Cambria Math" panose="02040503050406030204" pitchFamily="18" charset="0"/>
                </a:endParaRPr>
              </a:p>
            </p:txBody>
          </p:sp>
        </mc:Choice>
        <mc:Fallback>
          <p:sp>
            <p:nvSpPr>
              <p:cNvPr id="14" name="标题 1"/>
              <p:cNvSpPr txBox="1">
                <a:spLocks noRot="1" noChangeAspect="1" noMove="1" noResize="1" noEditPoints="1" noAdjustHandles="1" noChangeArrowheads="1" noChangeShapeType="1" noTextEdit="1"/>
              </p:cNvSpPr>
              <p:nvPr/>
            </p:nvSpPr>
            <p:spPr>
              <a:xfrm>
                <a:off x="1255182" y="3448971"/>
                <a:ext cx="2468123" cy="726818"/>
              </a:xfrm>
              <a:prstGeom prst="rect">
                <a:avLst/>
              </a:prstGeom>
              <a:blipFill rotWithShape="1">
                <a:blip r:embed="rId6"/>
                <a:stretch>
                  <a:fillRect l="-17" t="-39" r="12" b="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标题 1"/>
              <p:cNvSpPr txBox="1"/>
              <p:nvPr/>
            </p:nvSpPr>
            <p:spPr>
              <a:xfrm>
                <a:off x="1266064" y="4110588"/>
                <a:ext cx="2019205" cy="72681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𝑦</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𝑖𝑥</m:t>
                          </m:r>
                        </m:sup>
                      </m:sSup>
                    </m:oMath>
                  </m:oMathPara>
                </a14:m>
                <a:endParaRPr lang="en-US" altLang="zh-CN" sz="3000" i="1" dirty="0">
                  <a:latin typeface="Cambria Math" panose="02040503050406030204" pitchFamily="18" charset="0"/>
                  <a:ea typeface="Cambria Math" panose="02040503050406030204" pitchFamily="18" charset="0"/>
                </a:endParaRPr>
              </a:p>
            </p:txBody>
          </p:sp>
        </mc:Choice>
        <mc:Fallback>
          <p:sp>
            <p:nvSpPr>
              <p:cNvPr id="15" name="标题 1"/>
              <p:cNvSpPr txBox="1">
                <a:spLocks noRot="1" noChangeAspect="1" noMove="1" noResize="1" noEditPoints="1" noAdjustHandles="1" noChangeArrowheads="1" noChangeShapeType="1" noTextEdit="1"/>
              </p:cNvSpPr>
              <p:nvPr/>
            </p:nvSpPr>
            <p:spPr>
              <a:xfrm>
                <a:off x="1266064" y="4110588"/>
                <a:ext cx="2019205" cy="726818"/>
              </a:xfrm>
              <a:prstGeom prst="rect">
                <a:avLst/>
              </a:prstGeom>
              <a:blipFill rotWithShape="1">
                <a:blip r:embed="rId7"/>
                <a:stretch>
                  <a:fillRect l="-25" t="-32" r="21" b="8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标题 1"/>
              <p:cNvSpPr txBox="1"/>
              <p:nvPr/>
            </p:nvSpPr>
            <p:spPr>
              <a:xfrm>
                <a:off x="1467420" y="4679123"/>
                <a:ext cx="2019205" cy="72681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𝑖</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𝑥</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𝑖𝑦</m:t>
                          </m:r>
                          <m:r>
                            <a:rPr lang="en-US" altLang="zh-CN" sz="3000" b="0" i="1" smtClean="0">
                              <a:latin typeface="Cambria Math" panose="02040503050406030204" pitchFamily="18" charset="0"/>
                              <a:ea typeface="楷体" panose="02010609060101010101" pitchFamily="49" charset="-122"/>
                            </a:rPr>
                            <m:t>)</m:t>
                          </m:r>
                        </m:sup>
                      </m:sSup>
                    </m:oMath>
                  </m:oMathPara>
                </a14:m>
                <a:endParaRPr lang="en-US" altLang="zh-CN" sz="3000" i="1" dirty="0">
                  <a:latin typeface="Cambria Math" panose="02040503050406030204" pitchFamily="18" charset="0"/>
                  <a:ea typeface="Cambria Math" panose="02040503050406030204" pitchFamily="18" charset="0"/>
                </a:endParaRPr>
              </a:p>
            </p:txBody>
          </p:sp>
        </mc:Choice>
        <mc:Fallback>
          <p:sp>
            <p:nvSpPr>
              <p:cNvPr id="16" name="标题 1"/>
              <p:cNvSpPr txBox="1">
                <a:spLocks noRot="1" noChangeAspect="1" noMove="1" noResize="1" noEditPoints="1" noAdjustHandles="1" noChangeArrowheads="1" noChangeShapeType="1" noTextEdit="1"/>
              </p:cNvSpPr>
              <p:nvPr/>
            </p:nvSpPr>
            <p:spPr>
              <a:xfrm>
                <a:off x="1467420" y="4679123"/>
                <a:ext cx="2019205" cy="726818"/>
              </a:xfrm>
              <a:prstGeom prst="rect">
                <a:avLst/>
              </a:prstGeom>
              <a:blipFill rotWithShape="1">
                <a:blip r:embed="rId8"/>
                <a:stretch>
                  <a:fillRect l="-28" t="-61" r="24" b="2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7" name="标题 1"/>
              <p:cNvSpPr txBox="1"/>
              <p:nvPr/>
            </p:nvSpPr>
            <p:spPr>
              <a:xfrm>
                <a:off x="1490524" y="5271035"/>
                <a:ext cx="1318382" cy="72681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𝑖</m:t>
                          </m:r>
                          <m:acc>
                            <m:accPr>
                              <m:chr m:val="̅"/>
                              <m:ctrlPr>
                                <a:rPr lang="en-US" altLang="zh-CN" sz="3000" b="0" i="1" smtClean="0">
                                  <a:latin typeface="Cambria Math" panose="02040503050406030204" pitchFamily="18" charset="0"/>
                                  <a:ea typeface="楷体" panose="02010609060101010101" pitchFamily="49" charset="-122"/>
                                </a:rPr>
                              </m:ctrlPr>
                            </m:accPr>
                            <m:e>
                              <m:r>
                                <a:rPr lang="en-US" altLang="zh-CN" sz="3000" b="0" i="1" smtClean="0">
                                  <a:latin typeface="Cambria Math" panose="02040503050406030204" pitchFamily="18" charset="0"/>
                                  <a:ea typeface="楷体" panose="02010609060101010101" pitchFamily="49" charset="-122"/>
                                </a:rPr>
                                <m:t>𝑧</m:t>
                              </m:r>
                            </m:e>
                          </m:acc>
                        </m:sup>
                      </m:sSup>
                    </m:oMath>
                  </m:oMathPara>
                </a14:m>
                <a:endParaRPr lang="en-US" altLang="zh-CN" sz="3000" i="1" dirty="0">
                  <a:latin typeface="Cambria Math" panose="02040503050406030204" pitchFamily="18" charset="0"/>
                  <a:ea typeface="Cambria Math" panose="02040503050406030204" pitchFamily="18" charset="0"/>
                </a:endParaRPr>
              </a:p>
            </p:txBody>
          </p:sp>
        </mc:Choice>
        <mc:Fallback>
          <p:sp>
            <p:nvSpPr>
              <p:cNvPr id="17" name="标题 1"/>
              <p:cNvSpPr txBox="1">
                <a:spLocks noRot="1" noChangeAspect="1" noMove="1" noResize="1" noEditPoints="1" noAdjustHandles="1" noChangeArrowheads="1" noChangeShapeType="1" noTextEdit="1"/>
              </p:cNvSpPr>
              <p:nvPr/>
            </p:nvSpPr>
            <p:spPr>
              <a:xfrm>
                <a:off x="1490524" y="5271035"/>
                <a:ext cx="1318382" cy="726818"/>
              </a:xfrm>
              <a:prstGeom prst="rect">
                <a:avLst/>
              </a:prstGeom>
              <a:blipFill rotWithShape="1">
                <a:blip r:embed="rId9"/>
                <a:stretch>
                  <a:fillRect l="-14" t="-74" r="23" b="38"/>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 grpId="0"/>
      <p:bldP spid="11" grpId="0"/>
      <p:bldP spid="12" grpId="0"/>
      <p:bldP spid="13" grpId="0"/>
      <p:bldP spid="14" grpId="0"/>
      <p:bldP spid="15" grpId="0"/>
      <p:bldP spid="16" grpId="0"/>
      <p:bldP spid="1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644" y="563822"/>
            <a:ext cx="3337175" cy="942975"/>
          </a:xfrm>
        </p:spPr>
        <p:txBody>
          <a:bodyPr>
            <a:normAutofit/>
          </a:bodyPr>
          <a:lstStyle/>
          <a:p>
            <a:r>
              <a:rPr lang="zh-CN" altLang="en-US" sz="3000" b="1" dirty="0">
                <a:latin typeface="楷体" panose="02010609060101010101" pitchFamily="49" charset="-122"/>
                <a:ea typeface="楷体" panose="02010609060101010101" pitchFamily="49" charset="-122"/>
              </a:rPr>
              <a:t>二、对数函数</a:t>
            </a:r>
            <a:endParaRPr lang="zh-CN" altLang="en-US" sz="3000" b="1" dirty="0">
              <a:latin typeface="楷体" panose="02010609060101010101" pitchFamily="49" charset="-122"/>
              <a:ea typeface="楷体" panose="02010609060101010101" pitchFamily="49" charset="-122"/>
            </a:endParaRPr>
          </a:p>
        </p:txBody>
      </p:sp>
      <p:sp>
        <p:nvSpPr>
          <p:cNvPr id="7" name="标题 1"/>
          <p:cNvSpPr txBox="1"/>
          <p:nvPr/>
        </p:nvSpPr>
        <p:spPr>
          <a:xfrm>
            <a:off x="133526" y="1244977"/>
            <a:ext cx="8876948" cy="1432274"/>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楷体" panose="02010609060101010101" pitchFamily="49" charset="-122"/>
                <a:ea typeface="楷体" panose="02010609060101010101" pitchFamily="49" charset="-122"/>
              </a:rPr>
              <a:t>与实数函数类似，复变量的对数函数定义为复变量指数函数的反函数。</a:t>
            </a:r>
            <a:endParaRPr lang="en-US" altLang="zh-CN" sz="3000" dirty="0">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3" name="标题 1"/>
              <p:cNvSpPr txBox="1"/>
              <p:nvPr/>
            </p:nvSpPr>
            <p:spPr>
              <a:xfrm>
                <a:off x="177330" y="2780840"/>
                <a:ext cx="4022444" cy="56159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楷体" panose="02010609060101010101" pitchFamily="49" charset="-122"/>
                    <a:ea typeface="楷体" panose="02010609060101010101" pitchFamily="49" charset="-122"/>
                  </a:rPr>
                  <a:t>令</a:t>
                </a:r>
                <a14:m>
                  <m:oMath xmlns:m="http://schemas.openxmlformats.org/officeDocument/2006/math">
                    <m:r>
                      <a:rPr lang="zh-CN" altLang="en-US" sz="3000" i="1" dirty="0">
                        <a:latin typeface="Cambria Math" panose="02040503050406030204" pitchFamily="18" charset="0"/>
                        <a:ea typeface="楷体" panose="02010609060101010101" pitchFamily="49" charset="-122"/>
                      </a:rPr>
                      <m:t>𝜔</m:t>
                    </m:r>
                    <m:r>
                      <a:rPr lang="en-US" altLang="zh-CN" sz="3000" i="1" dirty="0">
                        <a:latin typeface="Cambria Math" panose="02040503050406030204" pitchFamily="18" charset="0"/>
                        <a:ea typeface="楷体" panose="02010609060101010101" pitchFamily="49" charset="-122"/>
                      </a:rPr>
                      <m:t>=</m:t>
                    </m:r>
                    <m:r>
                      <a:rPr lang="en-US" altLang="zh-CN" sz="3000" i="1" dirty="0">
                        <a:latin typeface="Cambria Math" panose="02040503050406030204" pitchFamily="18" charset="0"/>
                        <a:ea typeface="楷体" panose="02010609060101010101" pitchFamily="49" charset="-122"/>
                      </a:rPr>
                      <m:t>𝑢</m:t>
                    </m:r>
                    <m:r>
                      <a:rPr lang="en-US" altLang="zh-CN" sz="3000" i="1" dirty="0">
                        <a:latin typeface="Cambria Math" panose="02040503050406030204" pitchFamily="18" charset="0"/>
                        <a:ea typeface="楷体" panose="02010609060101010101" pitchFamily="49" charset="-122"/>
                      </a:rPr>
                      <m:t>+</m:t>
                    </m:r>
                    <m:r>
                      <a:rPr lang="en-US" altLang="zh-CN" sz="3000" i="1" dirty="0">
                        <a:latin typeface="Cambria Math" panose="02040503050406030204" pitchFamily="18" charset="0"/>
                        <a:ea typeface="楷体" panose="02010609060101010101" pitchFamily="49" charset="-122"/>
                      </a:rPr>
                      <m:t>𝑖𝑣</m:t>
                    </m:r>
                    <m:r>
                      <a:rPr lang="en-US" altLang="zh-CN" sz="3000" i="1" dirty="0">
                        <a:latin typeface="Cambria Math" panose="02040503050406030204" pitchFamily="18" charset="0"/>
                        <a:ea typeface="楷体" panose="02010609060101010101" pitchFamily="49" charset="-122"/>
                      </a:rPr>
                      <m:t>,</m:t>
                    </m:r>
                    <m:r>
                      <a:rPr lang="en-US" altLang="zh-CN" sz="3000" i="1" dirty="0">
                        <a:latin typeface="Cambria Math" panose="02040503050406030204" pitchFamily="18" charset="0"/>
                        <a:ea typeface="楷体" panose="02010609060101010101" pitchFamily="49" charset="-122"/>
                      </a:rPr>
                      <m:t>𝑧</m:t>
                    </m:r>
                    <m:r>
                      <a:rPr lang="en-US" altLang="zh-CN" sz="3000" i="1" dirty="0">
                        <a:latin typeface="Cambria Math" panose="02040503050406030204" pitchFamily="18" charset="0"/>
                        <a:ea typeface="楷体" panose="02010609060101010101" pitchFamily="49" charset="-122"/>
                      </a:rPr>
                      <m:t>=</m:t>
                    </m:r>
                    <m:r>
                      <a:rPr lang="en-US" altLang="zh-CN" sz="3000" i="1" dirty="0">
                        <a:latin typeface="Cambria Math" panose="02040503050406030204" pitchFamily="18" charset="0"/>
                        <a:ea typeface="楷体" panose="02010609060101010101" pitchFamily="49" charset="-122"/>
                      </a:rPr>
                      <m:t>𝑟</m:t>
                    </m:r>
                    <m:sSup>
                      <m:sSupPr>
                        <m:ctrlPr>
                          <a:rPr lang="en-US" altLang="zh-CN" sz="3000" i="1" dirty="0">
                            <a:latin typeface="Cambria Math" panose="02040503050406030204" pitchFamily="18" charset="0"/>
                            <a:ea typeface="楷体" panose="02010609060101010101" pitchFamily="49" charset="-122"/>
                          </a:rPr>
                        </m:ctrlPr>
                      </m:sSupPr>
                      <m:e>
                        <m:r>
                          <a:rPr lang="en-US" altLang="zh-CN" sz="3000" i="1" dirty="0">
                            <a:latin typeface="Cambria Math" panose="02040503050406030204" pitchFamily="18" charset="0"/>
                            <a:ea typeface="楷体" panose="02010609060101010101" pitchFamily="49" charset="-122"/>
                          </a:rPr>
                          <m:t>𝑒</m:t>
                        </m:r>
                      </m:e>
                      <m:sup>
                        <m:r>
                          <a:rPr lang="en-US" altLang="zh-CN" sz="3000" i="1" dirty="0">
                            <a:latin typeface="Cambria Math" panose="02040503050406030204" pitchFamily="18" charset="0"/>
                            <a:ea typeface="楷体" panose="02010609060101010101" pitchFamily="49" charset="-122"/>
                          </a:rPr>
                          <m:t>𝑖</m:t>
                        </m:r>
                        <m:r>
                          <a:rPr lang="zh-CN" altLang="en-US" sz="3000" i="1" dirty="0">
                            <a:latin typeface="Cambria Math" panose="02040503050406030204" pitchFamily="18" charset="0"/>
                            <a:ea typeface="楷体" panose="02010609060101010101" pitchFamily="49" charset="-122"/>
                          </a:rPr>
                          <m:t>𝜃</m:t>
                        </m:r>
                      </m:sup>
                    </m:sSup>
                  </m:oMath>
                </a14:m>
                <a:endParaRPr lang="en-US" altLang="zh-CN" sz="3000" dirty="0">
                  <a:latin typeface="楷体" panose="02010609060101010101" pitchFamily="49" charset="-122"/>
                  <a:ea typeface="楷体" panose="02010609060101010101" pitchFamily="49" charset="-122"/>
                </a:endParaRPr>
              </a:p>
            </p:txBody>
          </p:sp>
        </mc:Choice>
        <mc:Fallback>
          <p:sp>
            <p:nvSpPr>
              <p:cNvPr id="3" name="标题 1"/>
              <p:cNvSpPr txBox="1">
                <a:spLocks noRot="1" noChangeAspect="1" noMove="1" noResize="1" noEditPoints="1" noAdjustHandles="1" noChangeArrowheads="1" noChangeShapeType="1" noTextEdit="1"/>
              </p:cNvSpPr>
              <p:nvPr/>
            </p:nvSpPr>
            <p:spPr>
              <a:xfrm>
                <a:off x="177330" y="2780840"/>
                <a:ext cx="4022444" cy="561590"/>
              </a:xfrm>
              <a:prstGeom prst="rect">
                <a:avLst/>
              </a:prstGeom>
              <a:blipFill rotWithShape="1">
                <a:blip r:embed="rId1"/>
                <a:stretch>
                  <a:fillRect l="-4" t="-11451" r="13" b="-1145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标题 1"/>
              <p:cNvSpPr txBox="1"/>
              <p:nvPr/>
            </p:nvSpPr>
            <p:spPr>
              <a:xfrm>
                <a:off x="-137507" y="3499938"/>
                <a:ext cx="3455818" cy="709523"/>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sSup>
                        <m:sSupPr>
                          <m:ctrlPr>
                            <a:rPr lang="en-US" altLang="zh-CN" sz="3000" i="1">
                              <a:latin typeface="Cambria Math" panose="02040503050406030204" pitchFamily="18" charset="0"/>
                              <a:ea typeface="楷体" panose="02010609060101010101" pitchFamily="49" charset="-122"/>
                            </a:rPr>
                          </m:ctrlPr>
                        </m:sSupPr>
                        <m:e>
                          <m:r>
                            <a:rPr lang="zh-CN" altLang="en-US" sz="3000" i="1">
                              <a:latin typeface="Cambria Math" panose="02040503050406030204" pitchFamily="18" charset="0"/>
                              <a:ea typeface="楷体" panose="02010609060101010101" pitchFamily="49" charset="-122"/>
                            </a:rPr>
                            <m:t>由</m:t>
                          </m:r>
                          <m:r>
                            <a:rPr lang="en-US" altLang="zh-CN" sz="3000" i="1">
                              <a:latin typeface="Cambria Math" panose="02040503050406030204" pitchFamily="18" charset="0"/>
                              <a:ea typeface="楷体" panose="02010609060101010101" pitchFamily="49" charset="-122"/>
                            </a:rPr>
                            <m:t>𝑒</m:t>
                          </m:r>
                        </m:e>
                        <m:sup>
                          <m:r>
                            <a:rPr lang="zh-CN" altLang="en-US" sz="3000" i="1">
                              <a:latin typeface="Cambria Math" panose="02040503050406030204" pitchFamily="18" charset="0"/>
                              <a:ea typeface="楷体" panose="02010609060101010101" pitchFamily="49" charset="-122"/>
                            </a:rPr>
                            <m:t>𝜔</m:t>
                          </m:r>
                        </m:sup>
                      </m:sSup>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𝑧</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𝑧</m:t>
                      </m:r>
                      <m:r>
                        <a:rPr lang="en-US" altLang="zh-CN" sz="3000" i="1">
                          <a:latin typeface="Cambria Math" panose="02040503050406030204" pitchFamily="18" charset="0"/>
                          <a:ea typeface="Cambria Math" panose="02040503050406030204" pitchFamily="18" charset="0"/>
                        </a:rPr>
                        <m:t>≠</m:t>
                      </m:r>
                      <m:r>
                        <a:rPr lang="en-US" altLang="zh-CN" sz="3000" i="1">
                          <a:latin typeface="Cambria Math" panose="02040503050406030204" pitchFamily="18" charset="0"/>
                          <a:ea typeface="Cambria Math" panose="02040503050406030204" pitchFamily="18" charset="0"/>
                        </a:rPr>
                        <m:t>0</m:t>
                      </m:r>
                      <m:r>
                        <a:rPr lang="en-US" altLang="zh-CN" sz="3000" i="1">
                          <a:latin typeface="Cambria Math" panose="02040503050406030204" pitchFamily="18" charset="0"/>
                          <a:ea typeface="楷体" panose="02010609060101010101" pitchFamily="49" charset="-122"/>
                        </a:rPr>
                        <m:t>)</m:t>
                      </m:r>
                    </m:oMath>
                  </m:oMathPara>
                </a14:m>
                <a:endParaRPr lang="en-US" altLang="zh-CN" sz="3000" dirty="0">
                  <a:latin typeface="楷体" panose="02010609060101010101" pitchFamily="49" charset="-122"/>
                  <a:ea typeface="Cambria Math" panose="02040503050406030204" pitchFamily="18" charset="0"/>
                </a:endParaRPr>
              </a:p>
            </p:txBody>
          </p:sp>
        </mc:Choice>
        <mc:Fallback>
          <p:sp>
            <p:nvSpPr>
              <p:cNvPr id="6" name="标题 1"/>
              <p:cNvSpPr txBox="1">
                <a:spLocks noRot="1" noChangeAspect="1" noMove="1" noResize="1" noEditPoints="1" noAdjustHandles="1" noChangeArrowheads="1" noChangeShapeType="1" noTextEdit="1"/>
              </p:cNvSpPr>
              <p:nvPr/>
            </p:nvSpPr>
            <p:spPr>
              <a:xfrm>
                <a:off x="-137507" y="3499938"/>
                <a:ext cx="3455818" cy="709523"/>
              </a:xfrm>
              <a:prstGeom prst="rect">
                <a:avLst/>
              </a:prstGeom>
              <a:blipFill rotWithShape="1">
                <a:blip r:embed="rId2"/>
                <a:stretch>
                  <a:fillRect l="10" t="-64" r="13" b="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标题 1"/>
              <p:cNvSpPr txBox="1"/>
              <p:nvPr/>
            </p:nvSpPr>
            <p:spPr>
              <a:xfrm>
                <a:off x="479997" y="4173808"/>
                <a:ext cx="3634804" cy="122658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groupChr>
                        <m:groupChrPr>
                          <m:chr m:val="⇒"/>
                          <m:vertJc m:val="bot"/>
                          <m:ctrlPr>
                            <a:rPr lang="en-US" altLang="zh-CN" sz="3000" i="1">
                              <a:latin typeface="Cambria Math" panose="02040503050406030204" pitchFamily="18" charset="0"/>
                              <a:ea typeface="楷体" panose="02010609060101010101" pitchFamily="49" charset="-122"/>
                            </a:rPr>
                          </m:ctrlPr>
                        </m:groupChrPr>
                        <m:e/>
                      </m:groupChr>
                      <m:d>
                        <m:dPr>
                          <m:begChr m:val="{"/>
                          <m:endChr m:val=""/>
                          <m:ctrlPr>
                            <a:rPr lang="en-US" altLang="zh-CN" sz="3000" i="1">
                              <a:latin typeface="Cambria Math" panose="02040503050406030204" pitchFamily="18" charset="0"/>
                              <a:ea typeface="楷体" panose="02010609060101010101" pitchFamily="49" charset="-122"/>
                            </a:rPr>
                          </m:ctrlPr>
                        </m:dPr>
                        <m:e>
                          <m:m>
                            <m:mPr>
                              <m:mcs>
                                <m:mc>
                                  <m:mcPr>
                                    <m:count m:val="1"/>
                                    <m:mcJc m:val="center"/>
                                  </m:mcPr>
                                </m:mc>
                              </m:mcs>
                              <m:ctrlPr>
                                <a:rPr lang="en-US" altLang="zh-CN" sz="3000" i="1">
                                  <a:latin typeface="Cambria Math" panose="02040503050406030204" pitchFamily="18" charset="0"/>
                                  <a:ea typeface="楷体" panose="02010609060101010101" pitchFamily="49" charset="-122"/>
                                </a:rPr>
                              </m:ctrlPr>
                            </m:mPr>
                            <m:mr>
                              <m:e>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𝑢</m:t>
                                    </m:r>
                                  </m:sup>
                                </m:sSup>
                                <m:r>
                                  <m:rPr>
                                    <m:brk m:alnAt="7"/>
                                  </m:rP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𝑟</m:t>
                                </m:r>
                              </m:e>
                            </m:mr>
                            <m:mr>
                              <m:e>
                                <m:r>
                                  <a:rPr lang="en-US" altLang="zh-CN" sz="3000" i="1">
                                    <a:latin typeface="Cambria Math" panose="02040503050406030204" pitchFamily="18" charset="0"/>
                                    <a:ea typeface="楷体" panose="02010609060101010101" pitchFamily="49" charset="-122"/>
                                  </a:rPr>
                                  <m:t>𝑣</m:t>
                                </m:r>
                                <m:r>
                                  <a:rPr lang="en-US" altLang="zh-CN" sz="3000" i="1">
                                    <a:latin typeface="Cambria Math" panose="02040503050406030204" pitchFamily="18" charset="0"/>
                                    <a:ea typeface="楷体" panose="02010609060101010101" pitchFamily="49" charset="-122"/>
                                  </a:rPr>
                                  <m:t>=</m:t>
                                </m:r>
                                <m:r>
                                  <a:rPr lang="zh-CN" altLang="en-US" sz="3000" i="1">
                                    <a:latin typeface="Cambria Math" panose="02040503050406030204" pitchFamily="18" charset="0"/>
                                    <a:ea typeface="楷体" panose="02010609060101010101" pitchFamily="49" charset="-122"/>
                                  </a:rPr>
                                  <m:t>𝜃</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2</m:t>
                                </m:r>
                                <m:r>
                                  <a:rPr lang="en-US" altLang="zh-CN" sz="3000" i="1">
                                    <a:latin typeface="Cambria Math" panose="02040503050406030204" pitchFamily="18" charset="0"/>
                                    <a:ea typeface="楷体" panose="02010609060101010101" pitchFamily="49" charset="-122"/>
                                  </a:rPr>
                                  <m:t>𝑘</m:t>
                                </m:r>
                                <m:r>
                                  <a:rPr lang="zh-CN" altLang="en-US" sz="3000" i="1">
                                    <a:latin typeface="Cambria Math" panose="02040503050406030204" pitchFamily="18" charset="0"/>
                                    <a:ea typeface="楷体" panose="02010609060101010101" pitchFamily="49" charset="-122"/>
                                  </a:rPr>
                                  <m:t>𝜋</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𝐴𝑟𝑔𝑧</m:t>
                                </m:r>
                              </m:e>
                            </m:mr>
                          </m:m>
                        </m:e>
                      </m:d>
                    </m:oMath>
                  </m:oMathPara>
                </a14:m>
                <a:endParaRPr lang="en-US" altLang="zh-CN" sz="3000" dirty="0">
                  <a:latin typeface="楷体" panose="02010609060101010101" pitchFamily="49" charset="-122"/>
                  <a:ea typeface="楷体" panose="02010609060101010101" pitchFamily="49" charset="-122"/>
                </a:endParaRPr>
              </a:p>
            </p:txBody>
          </p:sp>
        </mc:Choice>
        <mc:Fallback>
          <p:sp>
            <p:nvSpPr>
              <p:cNvPr id="8" name="标题 1"/>
              <p:cNvSpPr txBox="1">
                <a:spLocks noRot="1" noChangeAspect="1" noMove="1" noResize="1" noEditPoints="1" noAdjustHandles="1" noChangeArrowheads="1" noChangeShapeType="1" noTextEdit="1"/>
              </p:cNvSpPr>
              <p:nvPr/>
            </p:nvSpPr>
            <p:spPr>
              <a:xfrm>
                <a:off x="479997" y="4173808"/>
                <a:ext cx="3634804" cy="1226582"/>
              </a:xfrm>
              <a:prstGeom prst="rect">
                <a:avLst/>
              </a:prstGeom>
              <a:blipFill rotWithShape="1">
                <a:blip r:embed="rId3"/>
                <a:stretch>
                  <a:fillRect l="-16" t="-2222" r="-9172" b="-219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标题 1"/>
              <p:cNvSpPr txBox="1"/>
              <p:nvPr/>
            </p:nvSpPr>
            <p:spPr>
              <a:xfrm>
                <a:off x="3318311" y="3508629"/>
                <a:ext cx="3455818" cy="709523"/>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楷体" panose="02010609060101010101" pitchFamily="49" charset="-122"/>
                    <a:ea typeface="楷体" panose="02010609060101010101" pitchFamily="49" charset="-122"/>
                  </a:rPr>
                  <a:t>有</a:t>
                </a:r>
                <a14:m>
                  <m:oMath xmlns:m="http://schemas.openxmlformats.org/officeDocument/2006/math">
                    <m:sSup>
                      <m:sSupPr>
                        <m:ctrlPr>
                          <a:rPr lang="en-US" altLang="zh-CN" sz="3000" i="1" dirty="0">
                            <a:latin typeface="Cambria Math" panose="02040503050406030204" pitchFamily="18" charset="0"/>
                            <a:ea typeface="楷体" panose="02010609060101010101" pitchFamily="49" charset="-122"/>
                          </a:rPr>
                        </m:ctrlPr>
                      </m:sSupPr>
                      <m:e>
                        <m:r>
                          <a:rPr lang="en-US" altLang="zh-CN" sz="3000" i="1" dirty="0">
                            <a:latin typeface="Cambria Math" panose="02040503050406030204" pitchFamily="18" charset="0"/>
                            <a:ea typeface="楷体" panose="02010609060101010101" pitchFamily="49" charset="-122"/>
                          </a:rPr>
                          <m:t>𝑒</m:t>
                        </m:r>
                      </m:e>
                      <m:sup>
                        <m:r>
                          <a:rPr lang="en-US" altLang="zh-CN" sz="3000" i="1" dirty="0">
                            <a:latin typeface="Cambria Math" panose="02040503050406030204" pitchFamily="18" charset="0"/>
                            <a:ea typeface="楷体" panose="02010609060101010101" pitchFamily="49" charset="-122"/>
                          </a:rPr>
                          <m:t>𝑢</m:t>
                        </m:r>
                      </m:sup>
                    </m:sSup>
                    <m:r>
                      <a:rPr lang="en-US" altLang="zh-CN" sz="3000" i="1" dirty="0">
                        <a:latin typeface="Cambria Math" panose="02040503050406030204" pitchFamily="18" charset="0"/>
                        <a:ea typeface="Cambria Math" panose="02040503050406030204" pitchFamily="18" charset="0"/>
                      </a:rPr>
                      <m:t>∙</m:t>
                    </m:r>
                    <m:sSup>
                      <m:sSupPr>
                        <m:ctrlPr>
                          <a:rPr lang="en-US" altLang="zh-CN" sz="3000" i="1" dirty="0">
                            <a:latin typeface="Cambria Math" panose="02040503050406030204" pitchFamily="18" charset="0"/>
                            <a:ea typeface="Cambria Math" panose="02040503050406030204" pitchFamily="18" charset="0"/>
                          </a:rPr>
                        </m:ctrlPr>
                      </m:sSupPr>
                      <m:e>
                        <m:r>
                          <a:rPr lang="en-US" altLang="zh-CN" sz="3000" i="1" dirty="0">
                            <a:latin typeface="Cambria Math" panose="02040503050406030204" pitchFamily="18" charset="0"/>
                            <a:ea typeface="Cambria Math" panose="02040503050406030204" pitchFamily="18" charset="0"/>
                          </a:rPr>
                          <m:t>𝑒</m:t>
                        </m:r>
                      </m:e>
                      <m:sup>
                        <m:r>
                          <a:rPr lang="en-US" altLang="zh-CN" sz="3000" i="1" dirty="0">
                            <a:latin typeface="Cambria Math" panose="02040503050406030204" pitchFamily="18" charset="0"/>
                            <a:ea typeface="Cambria Math" panose="02040503050406030204" pitchFamily="18" charset="0"/>
                          </a:rPr>
                          <m:t>𝑖𝑣</m:t>
                        </m:r>
                      </m:sup>
                    </m:sSup>
                    <m:r>
                      <a:rPr lang="en-US" altLang="zh-CN" sz="3000" i="1" dirty="0">
                        <a:latin typeface="Cambria Math" panose="02040503050406030204" pitchFamily="18" charset="0"/>
                        <a:ea typeface="Cambria Math" panose="02040503050406030204" pitchFamily="18" charset="0"/>
                      </a:rPr>
                      <m:t>=</m:t>
                    </m:r>
                    <m:r>
                      <a:rPr lang="en-US" altLang="zh-CN" sz="3000" i="1" dirty="0">
                        <a:latin typeface="Cambria Math" panose="02040503050406030204" pitchFamily="18" charset="0"/>
                        <a:ea typeface="Cambria Math" panose="02040503050406030204" pitchFamily="18" charset="0"/>
                      </a:rPr>
                      <m:t>𝑟</m:t>
                    </m:r>
                    <m:sSup>
                      <m:sSupPr>
                        <m:ctrlPr>
                          <a:rPr lang="en-US" altLang="zh-CN" sz="3000" i="1" dirty="0">
                            <a:latin typeface="Cambria Math" panose="02040503050406030204" pitchFamily="18" charset="0"/>
                            <a:ea typeface="Cambria Math" panose="02040503050406030204" pitchFamily="18" charset="0"/>
                          </a:rPr>
                        </m:ctrlPr>
                      </m:sSupPr>
                      <m:e>
                        <m:r>
                          <a:rPr lang="en-US" altLang="zh-CN" sz="3000" i="1" dirty="0">
                            <a:latin typeface="Cambria Math" panose="02040503050406030204" pitchFamily="18" charset="0"/>
                            <a:ea typeface="Cambria Math" panose="02040503050406030204" pitchFamily="18" charset="0"/>
                          </a:rPr>
                          <m:t>𝑒</m:t>
                        </m:r>
                      </m:e>
                      <m:sup>
                        <m:r>
                          <a:rPr lang="en-US" altLang="zh-CN" sz="3000" i="1" dirty="0">
                            <a:latin typeface="Cambria Math" panose="02040503050406030204" pitchFamily="18" charset="0"/>
                            <a:ea typeface="Cambria Math" panose="02040503050406030204" pitchFamily="18" charset="0"/>
                          </a:rPr>
                          <m:t>𝑖</m:t>
                        </m:r>
                        <m:r>
                          <a:rPr lang="zh-CN" altLang="en-US" sz="3000" i="1" dirty="0">
                            <a:latin typeface="Cambria Math" panose="02040503050406030204" pitchFamily="18" charset="0"/>
                            <a:ea typeface="Cambria Math" panose="02040503050406030204" pitchFamily="18" charset="0"/>
                          </a:rPr>
                          <m:t>𝜃</m:t>
                        </m:r>
                      </m:sup>
                    </m:sSup>
                  </m:oMath>
                </a14:m>
                <a:endParaRPr lang="en-US" altLang="zh-CN" sz="3000" dirty="0">
                  <a:latin typeface="楷体" panose="02010609060101010101" pitchFamily="49" charset="-122"/>
                  <a:ea typeface="Cambria Math" panose="02040503050406030204" pitchFamily="18" charset="0"/>
                </a:endParaRPr>
              </a:p>
            </p:txBody>
          </p:sp>
        </mc:Choice>
        <mc:Fallback>
          <p:sp>
            <p:nvSpPr>
              <p:cNvPr id="10" name="标题 1"/>
              <p:cNvSpPr txBox="1">
                <a:spLocks noRot="1" noChangeAspect="1" noMove="1" noResize="1" noEditPoints="1" noAdjustHandles="1" noChangeArrowheads="1" noChangeShapeType="1" noTextEdit="1"/>
              </p:cNvSpPr>
              <p:nvPr/>
            </p:nvSpPr>
            <p:spPr>
              <a:xfrm>
                <a:off x="3318311" y="3508629"/>
                <a:ext cx="3455818" cy="709523"/>
              </a:xfrm>
              <a:prstGeom prst="rect">
                <a:avLst/>
              </a:prstGeom>
              <a:blipFill rotWithShape="1">
                <a:blip r:embed="rId4"/>
                <a:stretch>
                  <a:fillRect l="-13" t="-36" r="17" b="6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标题 1"/>
              <p:cNvSpPr txBox="1"/>
              <p:nvPr/>
            </p:nvSpPr>
            <p:spPr>
              <a:xfrm>
                <a:off x="4647898" y="4173808"/>
                <a:ext cx="3833225" cy="122658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groupChr>
                      <m:groupChrPr>
                        <m:chr m:val="⇒"/>
                        <m:vertJc m:val="bot"/>
                        <m:ctrlPr>
                          <a:rPr lang="en-US" altLang="zh-CN" sz="3000" i="1">
                            <a:latin typeface="Cambria Math" panose="02040503050406030204" pitchFamily="18" charset="0"/>
                            <a:ea typeface="楷体" panose="02010609060101010101" pitchFamily="49" charset="-122"/>
                          </a:rPr>
                        </m:ctrlPr>
                      </m:groupChrPr>
                      <m:e/>
                    </m:groupChr>
                    <m:r>
                      <a:rPr lang="zh-CN" altLang="en-US" sz="3000" i="1">
                        <a:latin typeface="Cambria Math" panose="02040503050406030204" pitchFamily="18" charset="0"/>
                        <a:ea typeface="楷体" panose="02010609060101010101" pitchFamily="49" charset="-122"/>
                      </a:rPr>
                      <m:t>𝜔</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𝑙𝑛</m:t>
                    </m:r>
                    <m:d>
                      <m:dPr>
                        <m:begChr m:val="|"/>
                        <m:endChr m:val="|"/>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𝑧</m:t>
                        </m:r>
                      </m:e>
                    </m:d>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𝑖𝐴𝑟𝑔𝑧</m:t>
                    </m:r>
                  </m:oMath>
                </a14:m>
                <a:r>
                  <a:rPr lang="en-US" altLang="zh-CN" sz="3000" dirty="0">
                    <a:latin typeface="楷体" panose="02010609060101010101" pitchFamily="49" charset="-122"/>
                    <a:ea typeface="楷体" panose="02010609060101010101" pitchFamily="49" charset="-122"/>
                  </a:rPr>
                  <a:t>  </a:t>
                </a:r>
                <a:endParaRPr lang="en-US" altLang="zh-CN" sz="3000" dirty="0">
                  <a:latin typeface="楷体" panose="02010609060101010101" pitchFamily="49" charset="-122"/>
                  <a:ea typeface="楷体" panose="02010609060101010101" pitchFamily="49" charset="-122"/>
                </a:endParaRPr>
              </a:p>
            </p:txBody>
          </p:sp>
        </mc:Choice>
        <mc:Fallback>
          <p:sp>
            <p:nvSpPr>
              <p:cNvPr id="11" name="标题 1"/>
              <p:cNvSpPr txBox="1">
                <a:spLocks noRot="1" noChangeAspect="1" noMove="1" noResize="1" noEditPoints="1" noAdjustHandles="1" noChangeArrowheads="1" noChangeShapeType="1" noTextEdit="1"/>
              </p:cNvSpPr>
              <p:nvPr/>
            </p:nvSpPr>
            <p:spPr>
              <a:xfrm>
                <a:off x="4647898" y="4173808"/>
                <a:ext cx="3833225" cy="1226582"/>
              </a:xfrm>
              <a:prstGeom prst="rect">
                <a:avLst/>
              </a:prstGeom>
              <a:blipFill rotWithShape="1">
                <a:blip r:embed="rId5"/>
                <a:stretch>
                  <a:fillRect l="-9" t="-48" r="2" b="29"/>
                </a:stretch>
              </a:blipFill>
            </p:spPr>
            <p:txBody>
              <a:bodyPr/>
              <a:lstStyle/>
              <a:p>
                <a:r>
                  <a:rPr lang="zh-CN" altLang="en-US">
                    <a:noFill/>
                  </a:rPr>
                  <a:t> </a:t>
                </a:r>
              </a:p>
            </p:txBody>
          </p:sp>
        </mc:Fallback>
      </mc:AlternateContent>
      <p:sp>
        <p:nvSpPr>
          <p:cNvPr id="13"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2.3 </a:t>
            </a:r>
            <a:r>
              <a:rPr lang="zh-CN" altLang="en-US" sz="1800" b="1" dirty="0">
                <a:latin typeface="楷体" panose="02010609060101010101" pitchFamily="49" charset="-122"/>
                <a:ea typeface="楷体" panose="02010609060101010101" pitchFamily="49" charset="-122"/>
              </a:rPr>
              <a:t>初等函数</a:t>
            </a:r>
            <a:endParaRPr lang="zh-CN" altLang="en-US" sz="1800" b="1" dirty="0">
              <a:latin typeface="楷体" panose="02010609060101010101" pitchFamily="49" charset="-122"/>
              <a:ea typeface="楷体" panose="02010609060101010101" pitchFamily="49" charset="-122"/>
            </a:endParaRPr>
          </a:p>
        </p:txBody>
      </p:sp>
      <p:cxnSp>
        <p:nvCxnSpPr>
          <p:cNvPr id="14" name="直接连接符 13"/>
          <p:cNvCxnSpPr/>
          <p:nvPr/>
        </p:nvCxnSpPr>
        <p:spPr>
          <a:xfrm flipV="1">
            <a:off x="27644" y="520901"/>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P spid="3" grpId="0"/>
      <p:bldP spid="6" grpId="0"/>
      <p:bldP spid="8" grpId="0"/>
      <p:bldP spid="10" grpId="0"/>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 name="标题 1"/>
              <p:cNvSpPr txBox="1"/>
              <p:nvPr/>
            </p:nvSpPr>
            <p:spPr>
              <a:xfrm>
                <a:off x="583875" y="3501623"/>
                <a:ext cx="8031004" cy="102521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20000"/>
                  </a:lnSpc>
                  <a:buFont typeface="Arial" panose="020B0604020202020204" pitchFamily="34" charset="0"/>
                  <a:buChar char="•"/>
                </a:pPr>
                <a:r>
                  <a:rPr lang="zh-CN" altLang="en-US" sz="3000" dirty="0">
                    <a:latin typeface="楷体" panose="02010609060101010101" pitchFamily="49" charset="-122"/>
                    <a:ea typeface="楷体" panose="02010609060101010101" pitchFamily="49" charset="-122"/>
                  </a:rPr>
                  <a:t>称</a:t>
                </a:r>
                <a14:m>
                  <m:oMath xmlns:m="http://schemas.openxmlformats.org/officeDocument/2006/math">
                    <m:r>
                      <a:rPr lang="en-US" altLang="zh-CN" sz="3000" i="1" dirty="0">
                        <a:latin typeface="Cambria Math" panose="02040503050406030204" pitchFamily="18" charset="0"/>
                        <a:ea typeface="楷体" panose="02010609060101010101" pitchFamily="49" charset="-122"/>
                      </a:rPr>
                      <m:t>𝐿</m:t>
                    </m:r>
                    <m:sSub>
                      <m:sSubPr>
                        <m:ctrlPr>
                          <a:rPr lang="en-US" altLang="zh-CN" sz="3000" i="1" dirty="0">
                            <a:latin typeface="Cambria Math" panose="02040503050406030204" pitchFamily="18" charset="0"/>
                            <a:ea typeface="楷体" panose="02010609060101010101" pitchFamily="49" charset="-122"/>
                          </a:rPr>
                        </m:ctrlPr>
                      </m:sSubPr>
                      <m:e>
                        <m:r>
                          <a:rPr lang="en-US" altLang="zh-CN" sz="3000" i="1" dirty="0">
                            <a:latin typeface="Cambria Math" panose="02040503050406030204" pitchFamily="18" charset="0"/>
                            <a:ea typeface="楷体" panose="02010609060101010101" pitchFamily="49" charset="-122"/>
                          </a:rPr>
                          <m:t>𝑛</m:t>
                        </m:r>
                      </m:e>
                      <m:sub>
                        <m:r>
                          <a:rPr lang="en-US" altLang="zh-CN" sz="3000" i="1" dirty="0">
                            <a:latin typeface="Cambria Math" panose="02040503050406030204" pitchFamily="18" charset="0"/>
                            <a:ea typeface="楷体" panose="02010609060101010101" pitchFamily="49" charset="-122"/>
                          </a:rPr>
                          <m:t>0</m:t>
                        </m:r>
                      </m:sub>
                    </m:sSub>
                    <m:r>
                      <a:rPr lang="en-US" altLang="zh-CN" sz="3000" i="1" dirty="0">
                        <a:latin typeface="Cambria Math" panose="02040503050406030204" pitchFamily="18" charset="0"/>
                        <a:ea typeface="楷体" panose="02010609060101010101" pitchFamily="49" charset="-122"/>
                      </a:rPr>
                      <m:t>𝑧</m:t>
                    </m:r>
                  </m:oMath>
                </a14:m>
                <a:r>
                  <a:rPr lang="zh-CN" altLang="en-US" sz="3000" dirty="0">
                    <a:latin typeface="楷体" panose="02010609060101010101" pitchFamily="49" charset="-122"/>
                    <a:ea typeface="楷体" panose="02010609060101010101" pitchFamily="49" charset="-122"/>
                  </a:rPr>
                  <a:t>为对数函数的</a:t>
                </a:r>
                <a:r>
                  <a:rPr lang="zh-CN" altLang="en-US" sz="3000" dirty="0">
                    <a:solidFill>
                      <a:srgbClr val="FF0000"/>
                    </a:solidFill>
                    <a:latin typeface="楷体" panose="02010609060101010101" pitchFamily="49" charset="-122"/>
                    <a:ea typeface="楷体" panose="02010609060101010101" pitchFamily="49" charset="-122"/>
                  </a:rPr>
                  <a:t>主值</a:t>
                </a:r>
                <a:r>
                  <a:rPr lang="zh-CN" altLang="en-US" sz="3000" dirty="0">
                    <a:latin typeface="楷体" panose="02010609060101010101" pitchFamily="49" charset="-122"/>
                    <a:ea typeface="楷体" panose="02010609060101010101" pitchFamily="49" charset="-122"/>
                  </a:rPr>
                  <a:t>，记为</a:t>
                </a:r>
                <a14:m>
                  <m:oMath xmlns:m="http://schemas.openxmlformats.org/officeDocument/2006/math">
                    <m:r>
                      <a:rPr lang="en-US" altLang="zh-CN" sz="3000" i="1" dirty="0" smtClean="0">
                        <a:solidFill>
                          <a:srgbClr val="FF0000"/>
                        </a:solidFill>
                        <a:latin typeface="Cambria Math" panose="02040503050406030204" pitchFamily="18" charset="0"/>
                        <a:ea typeface="楷体" panose="02010609060101010101" pitchFamily="49" charset="-122"/>
                      </a:rPr>
                      <m:t>𝑙𝑛𝑧</m:t>
                    </m:r>
                    <m:r>
                      <a:rPr lang="en-US" altLang="zh-CN" sz="3000" i="1" dirty="0">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𝑙𝑛</m:t>
                    </m:r>
                    <m:d>
                      <m:dPr>
                        <m:begChr m:val="|"/>
                        <m:endChr m:val="|"/>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𝑧</m:t>
                        </m:r>
                      </m:e>
                    </m:d>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𝑖𝑎𝑟𝑔𝑧</m:t>
                    </m:r>
                  </m:oMath>
                </a14:m>
                <a:endParaRPr lang="en-US" altLang="zh-CN" sz="3000" dirty="0">
                  <a:latin typeface="楷体" panose="02010609060101010101" pitchFamily="49" charset="-122"/>
                  <a:ea typeface="楷体" panose="02010609060101010101" pitchFamily="49" charset="-122"/>
                </a:endParaRPr>
              </a:p>
            </p:txBody>
          </p:sp>
        </mc:Choice>
        <mc:Fallback>
          <p:sp>
            <p:nvSpPr>
              <p:cNvPr id="8" name="标题 1"/>
              <p:cNvSpPr txBox="1">
                <a:spLocks noRot="1" noChangeAspect="1" noMove="1" noResize="1" noEditPoints="1" noAdjustHandles="1" noChangeArrowheads="1" noChangeShapeType="1" noTextEdit="1"/>
              </p:cNvSpPr>
              <p:nvPr/>
            </p:nvSpPr>
            <p:spPr>
              <a:xfrm>
                <a:off x="583875" y="3501623"/>
                <a:ext cx="8031004" cy="1025215"/>
              </a:xfrm>
              <a:prstGeom prst="rect">
                <a:avLst/>
              </a:prstGeom>
              <a:blipFill rotWithShape="1">
                <a:blip r:embed="rId1"/>
                <a:stretch>
                  <a:fillRect l="-4" t="-3491" r="6" b="-353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 name="标题 1"/>
              <p:cNvSpPr txBox="1"/>
              <p:nvPr/>
            </p:nvSpPr>
            <p:spPr>
              <a:xfrm>
                <a:off x="583875" y="5141163"/>
                <a:ext cx="8410814" cy="877729"/>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20000"/>
                  </a:lnSpc>
                  <a:buFont typeface="Arial" panose="020B0604020202020204" pitchFamily="34" charset="0"/>
                  <a:buChar char="•"/>
                </a:pPr>
                <a:r>
                  <a:rPr lang="zh-CN" altLang="en-US" sz="3000" dirty="0">
                    <a:latin typeface="楷体" panose="02010609060101010101" pitchFamily="49" charset="-122"/>
                    <a:ea typeface="楷体" panose="02010609060101010101" pitchFamily="49" charset="-122"/>
                  </a:rPr>
                  <a:t>只要对数函数的辐角取值限制在长度为</a:t>
                </a:r>
                <a14:m>
                  <m:oMath xmlns:m="http://schemas.openxmlformats.org/officeDocument/2006/math">
                    <m:r>
                      <a:rPr lang="en-US" altLang="zh-CN" sz="3000" i="1">
                        <a:latin typeface="Cambria Math" panose="02040503050406030204" pitchFamily="18" charset="0"/>
                        <a:ea typeface="楷体" panose="02010609060101010101" pitchFamily="49" charset="-122"/>
                      </a:rPr>
                      <m:t>2</m:t>
                    </m:r>
                    <m:r>
                      <a:rPr lang="zh-CN" altLang="en-US" sz="3000" i="1">
                        <a:latin typeface="Cambria Math" panose="02040503050406030204" pitchFamily="18" charset="0"/>
                        <a:ea typeface="MS Mincho" panose="02020609040205080304" charset="-128"/>
                        <a:cs typeface="Cambria Math" panose="02040503050406030204" pitchFamily="18" charset="0"/>
                      </a:rPr>
                      <m:t>𝜋</m:t>
                    </m:r>
                  </m:oMath>
                </a14:m>
                <a:r>
                  <a:rPr lang="zh-CN" altLang="en-US" sz="3000" dirty="0">
                    <a:latin typeface="楷体" panose="02010609060101010101" pitchFamily="49" charset="-122"/>
                    <a:ea typeface="楷体" panose="02010609060101010101" pitchFamily="49" charset="-122"/>
                    <a:cs typeface="Cambria Math" panose="02040503050406030204" pitchFamily="18" charset="0"/>
                  </a:rPr>
                  <a:t>的半开半闭区间上，都可以得到一个对数函数的单值分支</a:t>
                </a:r>
                <a:endParaRPr lang="zh-CN" altLang="en-US" sz="3000" dirty="0">
                  <a:latin typeface="楷体" panose="02010609060101010101" pitchFamily="49" charset="-122"/>
                  <a:ea typeface="楷体" panose="02010609060101010101" pitchFamily="49" charset="-122"/>
                  <a:cs typeface="Cambria Math" panose="02040503050406030204" pitchFamily="18" charset="0"/>
                </a:endParaRPr>
              </a:p>
            </p:txBody>
          </p:sp>
        </mc:Choice>
        <mc:Fallback>
          <p:sp>
            <p:nvSpPr>
              <p:cNvPr id="2" name="标题 1"/>
              <p:cNvSpPr txBox="1">
                <a:spLocks noRot="1" noChangeAspect="1" noMove="1" noResize="1" noEditPoints="1" noAdjustHandles="1" noChangeArrowheads="1" noChangeShapeType="1" noTextEdit="1"/>
              </p:cNvSpPr>
              <p:nvPr/>
            </p:nvSpPr>
            <p:spPr>
              <a:xfrm>
                <a:off x="583875" y="5141163"/>
                <a:ext cx="8410814" cy="877729"/>
              </a:xfrm>
              <a:prstGeom prst="rect">
                <a:avLst/>
              </a:prstGeom>
              <a:blipFill rotWithShape="1">
                <a:blip r:embed="rId2"/>
                <a:stretch>
                  <a:fillRect l="-4" t="-43720" r="7" b="-4380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标题 1"/>
              <p:cNvSpPr txBox="1"/>
              <p:nvPr/>
            </p:nvSpPr>
            <p:spPr>
              <a:xfrm>
                <a:off x="252442" y="654867"/>
                <a:ext cx="8563928" cy="1116529"/>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r>
                  <a:rPr lang="zh-CN" altLang="en-US" sz="3000" b="1" dirty="0">
                    <a:solidFill>
                      <a:srgbClr val="FF0000"/>
                    </a:solidFill>
                    <a:latin typeface="楷体" panose="02010609060101010101" pitchFamily="49" charset="-122"/>
                    <a:ea typeface="楷体" panose="02010609060101010101" pitchFamily="49" charset="-122"/>
                  </a:rPr>
                  <a:t>定义：</a:t>
                </a:r>
                <a:r>
                  <a:rPr lang="zh-CN" altLang="en-US" sz="3000" dirty="0">
                    <a:latin typeface="楷体" panose="02010609060101010101" pitchFamily="49" charset="-122"/>
                    <a:ea typeface="楷体" panose="02010609060101010101" pitchFamily="49" charset="-122"/>
                  </a:rPr>
                  <a:t>对一切非零复数</a:t>
                </a:r>
                <a14:m>
                  <m:oMath xmlns:m="http://schemas.openxmlformats.org/officeDocument/2006/math">
                    <m:r>
                      <a:rPr lang="en-US" altLang="zh-CN" sz="3000" i="1" dirty="0">
                        <a:latin typeface="Cambria Math" panose="02040503050406030204" pitchFamily="18" charset="0"/>
                        <a:ea typeface="楷体" panose="02010609060101010101" pitchFamily="49" charset="-122"/>
                      </a:rPr>
                      <m:t>𝑧</m:t>
                    </m:r>
                  </m:oMath>
                </a14:m>
                <a:r>
                  <a:rPr lang="en-US" altLang="zh-CN" sz="3000" i="1"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定义</a:t>
                </a:r>
                <a:r>
                  <a:rPr lang="zh-CN" altLang="en-US" sz="3000" dirty="0">
                    <a:solidFill>
                      <a:srgbClr val="FF0000"/>
                    </a:solidFill>
                    <a:latin typeface="楷体" panose="02010609060101010101" pitchFamily="49" charset="-122"/>
                    <a:ea typeface="楷体" panose="02010609060101010101" pitchFamily="49" charset="-122"/>
                  </a:rPr>
                  <a:t>对数函数</a:t>
                </a:r>
                <a:r>
                  <a:rPr lang="zh-CN" altLang="en-US" sz="3000" dirty="0">
                    <a:latin typeface="楷体" panose="02010609060101010101" pitchFamily="49" charset="-122"/>
                    <a:ea typeface="楷体" panose="02010609060101010101" pitchFamily="49" charset="-122"/>
                  </a:rPr>
                  <a:t>为</a:t>
                </a:r>
                <a14:m>
                  <m:oMath xmlns:m="http://schemas.openxmlformats.org/officeDocument/2006/math">
                    <m:r>
                      <a:rPr lang="en-US" altLang="zh-CN" sz="3000" i="1" dirty="0">
                        <a:latin typeface="Cambria Math" panose="02040503050406030204" pitchFamily="18" charset="0"/>
                        <a:ea typeface="楷体" panose="02010609060101010101" pitchFamily="49" charset="-122"/>
                      </a:rPr>
                      <m:t>𝐿𝑛𝑧</m:t>
                    </m:r>
                    <m:r>
                      <a:rPr lang="en-US" altLang="zh-CN" sz="3000" i="1" dirty="0">
                        <a:latin typeface="Cambria Math" panose="02040503050406030204" pitchFamily="18" charset="0"/>
                        <a:ea typeface="楷体" panose="02010609060101010101" pitchFamily="49" charset="-122"/>
                      </a:rPr>
                      <m:t>=              </m:t>
                    </m:r>
                    <m:r>
                      <a:rPr lang="en-US" altLang="zh-CN" sz="3000" i="1" dirty="0">
                        <a:latin typeface="Cambria Math" panose="02040503050406030204" pitchFamily="18" charset="0"/>
                        <a:ea typeface="楷体" panose="02010609060101010101" pitchFamily="49" charset="-122"/>
                      </a:rPr>
                      <m:t>𝑙𝑛</m:t>
                    </m:r>
                    <m:d>
                      <m:dPr>
                        <m:begChr m:val="|"/>
                        <m:endChr m:val="|"/>
                        <m:ctrlPr>
                          <a:rPr lang="en-US" altLang="zh-CN" sz="3000" i="1" dirty="0">
                            <a:latin typeface="Cambria Math" panose="02040503050406030204" pitchFamily="18" charset="0"/>
                            <a:ea typeface="楷体" panose="02010609060101010101" pitchFamily="49" charset="-122"/>
                          </a:rPr>
                        </m:ctrlPr>
                      </m:dPr>
                      <m:e>
                        <m:r>
                          <a:rPr lang="en-US" altLang="zh-CN" sz="3000" i="1" dirty="0">
                            <a:latin typeface="Cambria Math" panose="02040503050406030204" pitchFamily="18" charset="0"/>
                            <a:ea typeface="楷体" panose="02010609060101010101" pitchFamily="49" charset="-122"/>
                          </a:rPr>
                          <m:t>𝑧</m:t>
                        </m:r>
                      </m:e>
                    </m:d>
                    <m:r>
                      <a:rPr lang="en-US" altLang="zh-CN" sz="3000" i="1" dirty="0">
                        <a:latin typeface="Cambria Math" panose="02040503050406030204" pitchFamily="18" charset="0"/>
                        <a:ea typeface="楷体" panose="02010609060101010101" pitchFamily="49" charset="-122"/>
                      </a:rPr>
                      <m:t>+</m:t>
                    </m:r>
                    <m:r>
                      <a:rPr lang="en-US" altLang="zh-CN" sz="3000" i="1" dirty="0">
                        <a:latin typeface="Cambria Math" panose="02040503050406030204" pitchFamily="18" charset="0"/>
                        <a:ea typeface="楷体" panose="02010609060101010101" pitchFamily="49" charset="-122"/>
                      </a:rPr>
                      <m:t>𝑖𝐴𝑟𝑔𝑧</m:t>
                    </m:r>
                    <m:r>
                      <a:rPr lang="en-US" altLang="zh-CN" sz="3000" i="1" dirty="0">
                        <a:latin typeface="Cambria Math" panose="02040503050406030204" pitchFamily="18" charset="0"/>
                        <a:ea typeface="楷体" panose="02010609060101010101" pitchFamily="49" charset="-122"/>
                      </a:rPr>
                      <m:t>.</m:t>
                    </m:r>
                  </m:oMath>
                </a14:m>
                <a:r>
                  <a:rPr lang="en-US" altLang="zh-CN" sz="3000" b="1" dirty="0">
                    <a:ea typeface="Cambria Math" panose="02040503050406030204" pitchFamily="18" charset="0"/>
                  </a:rPr>
                  <a:t>                 </a:t>
                </a:r>
                <a:endParaRPr lang="en-US" altLang="zh-CN" sz="3000" b="1" dirty="0">
                  <a:ea typeface="Cambria Math" panose="02040503050406030204" pitchFamily="18" charset="0"/>
                </a:endParaRPr>
              </a:p>
            </p:txBody>
          </p:sp>
        </mc:Choice>
        <mc:Fallback>
          <p:sp>
            <p:nvSpPr>
              <p:cNvPr id="4" name="标题 1"/>
              <p:cNvSpPr txBox="1">
                <a:spLocks noRot="1" noChangeAspect="1" noMove="1" noResize="1" noEditPoints="1" noAdjustHandles="1" noChangeArrowheads="1" noChangeShapeType="1" noTextEdit="1"/>
              </p:cNvSpPr>
              <p:nvPr/>
            </p:nvSpPr>
            <p:spPr>
              <a:xfrm>
                <a:off x="252442" y="654867"/>
                <a:ext cx="8563928" cy="1116529"/>
              </a:xfrm>
              <a:prstGeom prst="rect">
                <a:avLst/>
              </a:prstGeom>
              <a:blipFill rotWithShape="1">
                <a:blip r:embed="rId3"/>
                <a:stretch>
                  <a:fillRect l="-4" t="-16" b="3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标题 1"/>
              <p:cNvSpPr txBox="1"/>
              <p:nvPr/>
            </p:nvSpPr>
            <p:spPr>
              <a:xfrm>
                <a:off x="607687" y="1913607"/>
                <a:ext cx="8410814" cy="125777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20000"/>
                  </a:lnSpc>
                  <a:buFont typeface="Arial" panose="020B0604020202020204" pitchFamily="34" charset="0"/>
                  <a:buChar char="•"/>
                </a:pPr>
                <a:r>
                  <a:rPr lang="zh-CN" altLang="en-US" sz="3000" dirty="0">
                    <a:latin typeface="楷体" panose="02010609060101010101" pitchFamily="49" charset="-122"/>
                    <a:ea typeface="楷体" panose="02010609060101010101" pitchFamily="49" charset="-122"/>
                  </a:rPr>
                  <a:t>因为</a:t>
                </a:r>
                <a14:m>
                  <m:oMath xmlns:m="http://schemas.openxmlformats.org/officeDocument/2006/math">
                    <m:r>
                      <a:rPr lang="en-US" altLang="zh-CN" sz="3000" i="1" dirty="0">
                        <a:latin typeface="Cambria Math" panose="02040503050406030204" pitchFamily="18" charset="0"/>
                        <a:ea typeface="楷体" panose="02010609060101010101" pitchFamily="49" charset="-122"/>
                      </a:rPr>
                      <m:t>𝐴𝑟𝑔𝑧</m:t>
                    </m:r>
                  </m:oMath>
                </a14:m>
                <a:r>
                  <a:rPr lang="zh-CN" altLang="en-US" sz="3000" dirty="0">
                    <a:latin typeface="楷体" panose="02010609060101010101" pitchFamily="49" charset="-122"/>
                    <a:ea typeface="楷体" panose="02010609060101010101" pitchFamily="49" charset="-122"/>
                  </a:rPr>
                  <a:t>多值，对数函数也是多值函数。</a:t>
                </a:r>
                <a14:m>
                  <m:oMath xmlns:m="http://schemas.openxmlformats.org/officeDocument/2006/math">
                    <m:r>
                      <a:rPr lang="en-US" altLang="zh-CN" sz="3000" i="1">
                        <a:latin typeface="Cambria Math" panose="02040503050406030204" pitchFamily="18" charset="0"/>
                        <a:ea typeface="楷体" panose="02010609060101010101" pitchFamily="49" charset="-122"/>
                      </a:rPr>
                      <m:t>𝐿</m:t>
                    </m:r>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𝑛</m:t>
                        </m:r>
                      </m:e>
                      <m:sub>
                        <m:r>
                          <a:rPr lang="en-US" altLang="zh-CN" sz="3000" i="1">
                            <a:latin typeface="Cambria Math" panose="02040503050406030204" pitchFamily="18" charset="0"/>
                            <a:ea typeface="楷体" panose="02010609060101010101" pitchFamily="49" charset="-122"/>
                          </a:rPr>
                          <m:t>𝑘</m:t>
                        </m:r>
                      </m:sub>
                    </m:sSub>
                    <m:r>
                      <a:rPr lang="en-US" altLang="zh-CN" sz="3000" i="1">
                        <a:latin typeface="Cambria Math" panose="02040503050406030204" pitchFamily="18" charset="0"/>
                        <a:ea typeface="楷体" panose="02010609060101010101" pitchFamily="49" charset="-122"/>
                      </a:rPr>
                      <m:t>𝑧</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𝑙𝑛</m:t>
                    </m:r>
                    <m:d>
                      <m:dPr>
                        <m:begChr m:val="|"/>
                        <m:endChr m:val="|"/>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𝑧</m:t>
                        </m:r>
                      </m:e>
                    </m:d>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𝑖</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𝑎𝑟𝑔𝑧</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2</m:t>
                    </m:r>
                    <m:r>
                      <a:rPr lang="en-US" altLang="zh-CN" sz="3000" i="1">
                        <a:latin typeface="Cambria Math" panose="02040503050406030204" pitchFamily="18" charset="0"/>
                        <a:ea typeface="楷体" panose="02010609060101010101" pitchFamily="49" charset="-122"/>
                      </a:rPr>
                      <m:t>𝑘</m:t>
                    </m:r>
                    <m:r>
                      <a:rPr lang="zh-CN" altLang="en-US" sz="3000" i="1">
                        <a:latin typeface="Cambria Math" panose="02040503050406030204" pitchFamily="18" charset="0"/>
                        <a:ea typeface="楷体" panose="02010609060101010101" pitchFamily="49" charset="-122"/>
                      </a:rPr>
                      <m:t>𝜋</m:t>
                    </m:r>
                    <m:r>
                      <a:rPr lang="en-US" altLang="zh-CN" sz="3000" i="1">
                        <a:latin typeface="Cambria Math" panose="02040503050406030204" pitchFamily="18" charset="0"/>
                        <a:ea typeface="楷体" panose="02010609060101010101" pitchFamily="49" charset="-122"/>
                      </a:rPr>
                      <m:t>)</m:t>
                    </m:r>
                  </m:oMath>
                </a14:m>
                <a:r>
                  <a:rPr lang="zh-CN" altLang="en-US" sz="3000" dirty="0">
                    <a:latin typeface="楷体" panose="02010609060101010101" pitchFamily="49" charset="-122"/>
                    <a:ea typeface="楷体" panose="02010609060101010101" pitchFamily="49" charset="-122"/>
                  </a:rPr>
                  <a:t>称为</a:t>
                </a:r>
                <a14:m>
                  <m:oMath xmlns:m="http://schemas.openxmlformats.org/officeDocument/2006/math">
                    <m:r>
                      <a:rPr lang="en-US" altLang="zh-CN" sz="3000" i="1" dirty="0">
                        <a:latin typeface="Cambria Math" panose="02040503050406030204" pitchFamily="18" charset="0"/>
                        <a:ea typeface="楷体" panose="02010609060101010101" pitchFamily="49" charset="-122"/>
                      </a:rPr>
                      <m:t>𝐿𝑛𝑧</m:t>
                    </m:r>
                  </m:oMath>
                </a14:m>
                <a:r>
                  <a:rPr lang="zh-CN" altLang="en-US" sz="3000" dirty="0">
                    <a:latin typeface="楷体" panose="02010609060101010101" pitchFamily="49" charset="-122"/>
                    <a:ea typeface="楷体" panose="02010609060101010101" pitchFamily="49" charset="-122"/>
                  </a:rPr>
                  <a:t>的一个单值分支函数</a:t>
                </a:r>
                <a:r>
                  <a:rPr lang="en-US" altLang="zh-CN" sz="3000" dirty="0">
                    <a:latin typeface="楷体" panose="02010609060101010101" pitchFamily="49" charset="-122"/>
                    <a:ea typeface="楷体" panose="02010609060101010101" pitchFamily="49" charset="-122"/>
                  </a:rPr>
                  <a:t>;</a:t>
                </a:r>
                <a:endParaRPr lang="en-US" altLang="zh-CN" sz="3000" dirty="0">
                  <a:latin typeface="楷体" panose="02010609060101010101" pitchFamily="49" charset="-122"/>
                  <a:ea typeface="楷体" panose="02010609060101010101" pitchFamily="49" charset="-122"/>
                </a:endParaRPr>
              </a:p>
            </p:txBody>
          </p:sp>
        </mc:Choice>
        <mc:Fallback>
          <p:sp>
            <p:nvSpPr>
              <p:cNvPr id="7" name="标题 1"/>
              <p:cNvSpPr txBox="1">
                <a:spLocks noRot="1" noChangeAspect="1" noMove="1" noResize="1" noEditPoints="1" noAdjustHandles="1" noChangeArrowheads="1" noChangeShapeType="1" noTextEdit="1"/>
              </p:cNvSpPr>
              <p:nvPr/>
            </p:nvSpPr>
            <p:spPr>
              <a:xfrm>
                <a:off x="607687" y="1913607"/>
                <a:ext cx="8410814" cy="1257776"/>
              </a:xfrm>
              <a:prstGeom prst="rect">
                <a:avLst/>
              </a:prstGeom>
              <a:blipFill rotWithShape="1">
                <a:blip r:embed="rId4"/>
                <a:stretch>
                  <a:fillRect l="-7" t="-15426" r="3" b="-15433"/>
                </a:stretch>
              </a:blipFill>
            </p:spPr>
            <p:txBody>
              <a:bodyPr/>
              <a:lstStyle/>
              <a:p>
                <a:r>
                  <a:rPr lang="zh-CN" altLang="en-US">
                    <a:noFill/>
                  </a:rPr>
                  <a:t> </a:t>
                </a:r>
              </a:p>
            </p:txBody>
          </p:sp>
        </mc:Fallback>
      </mc:AlternateContent>
      <p:sp>
        <p:nvSpPr>
          <p:cNvPr id="10"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2.3 </a:t>
            </a:r>
            <a:r>
              <a:rPr lang="zh-CN" altLang="en-US" sz="1800" b="1" dirty="0">
                <a:latin typeface="楷体" panose="02010609060101010101" pitchFamily="49" charset="-122"/>
                <a:ea typeface="楷体" panose="02010609060101010101" pitchFamily="49" charset="-122"/>
              </a:rPr>
              <a:t>初等函数</a:t>
            </a:r>
            <a:endParaRPr lang="zh-CN" altLang="en-US" sz="1800" b="1" dirty="0">
              <a:latin typeface="楷体" panose="02010609060101010101" pitchFamily="49" charset="-122"/>
              <a:ea typeface="楷体" panose="02010609060101010101" pitchFamily="49" charset="-122"/>
            </a:endParaRPr>
          </a:p>
        </p:txBody>
      </p:sp>
      <p:cxnSp>
        <p:nvCxnSpPr>
          <p:cNvPr id="11" name="直接连接符 10"/>
          <p:cNvCxnSpPr/>
          <p:nvPr/>
        </p:nvCxnSpPr>
        <p:spPr>
          <a:xfrm flipV="1">
            <a:off x="55289" y="531629"/>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4" grpId="0"/>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0" name="标题 1"/>
              <p:cNvSpPr txBox="1"/>
              <p:nvPr/>
            </p:nvSpPr>
            <p:spPr>
              <a:xfrm>
                <a:off x="586661" y="2639166"/>
                <a:ext cx="6272538" cy="71532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3000" dirty="0">
                    <a:latin typeface="楷体" panose="02010609060101010101" pitchFamily="49" charset="-122"/>
                    <a:ea typeface="楷体" panose="02010609060101010101" pitchFamily="49" charset="-122"/>
                  </a:rPr>
                  <a:t>3.</a:t>
                </a:r>
                <a14:m>
                  <m:oMath xmlns:m="http://schemas.openxmlformats.org/officeDocument/2006/math">
                    <m:r>
                      <a:rPr lang="en-US" altLang="zh-CN" sz="3000" i="1">
                        <a:latin typeface="Cambria Math" panose="02040503050406030204" pitchFamily="18" charset="0"/>
                        <a:ea typeface="楷体" panose="02010609060101010101" pitchFamily="49" charset="-122"/>
                      </a:rPr>
                      <m:t>𝐿𝑛𝑧</m:t>
                    </m:r>
                  </m:oMath>
                </a14:m>
                <a:r>
                  <a:rPr lang="zh-CN" altLang="en-US" sz="3000" dirty="0">
                    <a:latin typeface="楷体" panose="02010609060101010101" pitchFamily="49" charset="-122"/>
                    <a:ea typeface="楷体" panose="02010609060101010101" pitchFamily="49" charset="-122"/>
                  </a:rPr>
                  <a:t>每两个函数值相差</a:t>
                </a:r>
                <a14:m>
                  <m:oMath xmlns:m="http://schemas.openxmlformats.org/officeDocument/2006/math">
                    <m:r>
                      <a:rPr lang="en-US" altLang="zh-CN" sz="3000" i="1">
                        <a:latin typeface="Cambria Math" panose="02040503050406030204" pitchFamily="18" charset="0"/>
                        <a:ea typeface="楷体" panose="02010609060101010101" pitchFamily="49" charset="-122"/>
                      </a:rPr>
                      <m:t>2</m:t>
                    </m:r>
                    <m:r>
                      <a:rPr lang="zh-CN" altLang="en-US" sz="3000" i="1">
                        <a:latin typeface="Cambria Math" panose="02040503050406030204" pitchFamily="18" charset="0"/>
                        <a:ea typeface="楷体" panose="02010609060101010101" pitchFamily="49" charset="-122"/>
                      </a:rPr>
                      <m:t>𝜋</m:t>
                    </m:r>
                    <m:r>
                      <a:rPr lang="en-US" altLang="zh-CN" sz="3000" i="1">
                        <a:latin typeface="Cambria Math" panose="02040503050406030204" pitchFamily="18" charset="0"/>
                        <a:ea typeface="楷体" panose="02010609060101010101" pitchFamily="49" charset="-122"/>
                      </a:rPr>
                      <m:t>𝑖</m:t>
                    </m:r>
                  </m:oMath>
                </a14:m>
                <a:r>
                  <a:rPr lang="zh-CN" altLang="en-US" sz="3000" dirty="0">
                    <a:latin typeface="楷体" panose="02010609060101010101" pitchFamily="49" charset="-122"/>
                    <a:ea typeface="楷体" panose="02010609060101010101" pitchFamily="49" charset="-122"/>
                  </a:rPr>
                  <a:t>整数倍</a:t>
                </a:r>
                <a:endParaRPr lang="en-US" altLang="zh-CN" sz="3000" dirty="0">
                  <a:latin typeface="楷体" panose="02010609060101010101" pitchFamily="49" charset="-122"/>
                  <a:ea typeface="楷体" panose="02010609060101010101" pitchFamily="49" charset="-122"/>
                </a:endParaRPr>
              </a:p>
            </p:txBody>
          </p:sp>
        </mc:Choice>
        <mc:Fallback>
          <p:sp>
            <p:nvSpPr>
              <p:cNvPr id="10" name="标题 1"/>
              <p:cNvSpPr txBox="1">
                <a:spLocks noRot="1" noChangeAspect="1" noMove="1" noResize="1" noEditPoints="1" noAdjustHandles="1" noChangeArrowheads="1" noChangeShapeType="1" noTextEdit="1"/>
              </p:cNvSpPr>
              <p:nvPr/>
            </p:nvSpPr>
            <p:spPr>
              <a:xfrm>
                <a:off x="586661" y="2639166"/>
                <a:ext cx="6272538" cy="715328"/>
              </a:xfrm>
              <a:prstGeom prst="rect">
                <a:avLst/>
              </a:prstGeom>
              <a:blipFill rotWithShape="1">
                <a:blip r:embed="rId1"/>
                <a:stretch>
                  <a:fillRect l="-9" t="-15" r="9" b="5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标题 1"/>
              <p:cNvSpPr txBox="1"/>
              <p:nvPr/>
            </p:nvSpPr>
            <p:spPr>
              <a:xfrm>
                <a:off x="0" y="531629"/>
                <a:ext cx="8894942" cy="74897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solidFill>
                      <a:srgbClr val="FF0000"/>
                    </a:solidFill>
                    <a:latin typeface="楷体" panose="02010609060101010101" pitchFamily="49" charset="-122"/>
                    <a:ea typeface="楷体" panose="02010609060101010101" pitchFamily="49" charset="-122"/>
                  </a:rPr>
                  <a:t>注</a:t>
                </a:r>
                <a:r>
                  <a:rPr lang="en-US" altLang="zh-CN" sz="3000" dirty="0">
                    <a:latin typeface="楷体" panose="02010609060101010101" pitchFamily="49" charset="-122"/>
                    <a:ea typeface="楷体" panose="02010609060101010101" pitchFamily="49" charset="-122"/>
                    <a:sym typeface="Wingdings" panose="05000000000000000000" pitchFamily="2" charset="2"/>
                  </a:rPr>
                  <a:t>:1.</a:t>
                </a:r>
                <a14:m>
                  <m:oMath xmlns:m="http://schemas.openxmlformats.org/officeDocument/2006/math">
                    <m:r>
                      <a:rPr lang="en-US" altLang="zh-CN" sz="3000" i="1">
                        <a:latin typeface="Cambria Math" panose="02040503050406030204" pitchFamily="18" charset="0"/>
                        <a:ea typeface="楷体" panose="02010609060101010101" pitchFamily="49" charset="-122"/>
                        <a:sym typeface="Wingdings" panose="05000000000000000000" pitchFamily="2" charset="2"/>
                      </a:rPr>
                      <m:t>𝑧</m:t>
                    </m:r>
                    <m:r>
                      <a:rPr lang="en-US" altLang="zh-CN" sz="3000" i="1">
                        <a:latin typeface="Cambria Math" panose="02040503050406030204" pitchFamily="18" charset="0"/>
                        <a:ea typeface="楷体" panose="02010609060101010101" pitchFamily="49" charset="-122"/>
                        <a:sym typeface="Wingdings" panose="05000000000000000000" pitchFamily="2" charset="2"/>
                      </a:rPr>
                      <m:t>=</m:t>
                    </m:r>
                    <m:r>
                      <a:rPr lang="en-US" altLang="zh-CN" sz="3000" i="1">
                        <a:latin typeface="Cambria Math" panose="02040503050406030204" pitchFamily="18" charset="0"/>
                        <a:ea typeface="楷体" panose="02010609060101010101" pitchFamily="49" charset="-122"/>
                        <a:sym typeface="Wingdings" panose="05000000000000000000" pitchFamily="2" charset="2"/>
                      </a:rPr>
                      <m:t>𝑥</m:t>
                    </m:r>
                    <m:r>
                      <a:rPr lang="en-US" altLang="zh-CN" sz="3000" i="1">
                        <a:latin typeface="Cambria Math" panose="02040503050406030204" pitchFamily="18" charset="0"/>
                        <a:ea typeface="楷体" panose="02010609060101010101" pitchFamily="49" charset="-122"/>
                        <a:sym typeface="Wingdings" panose="05000000000000000000" pitchFamily="2" charset="2"/>
                      </a:rPr>
                      <m:t>&gt;</m:t>
                    </m:r>
                    <m:r>
                      <a:rPr lang="en-US" altLang="zh-CN" sz="3000" i="1">
                        <a:latin typeface="Cambria Math" panose="02040503050406030204" pitchFamily="18" charset="0"/>
                        <a:ea typeface="楷体" panose="02010609060101010101" pitchFamily="49" charset="-122"/>
                        <a:sym typeface="Wingdings" panose="05000000000000000000" pitchFamily="2" charset="2"/>
                      </a:rPr>
                      <m:t>0</m:t>
                    </m:r>
                  </m:oMath>
                </a14:m>
                <a:r>
                  <a:rPr lang="zh-CN" altLang="en-US" sz="3000" dirty="0">
                    <a:latin typeface="楷体" panose="02010609060101010101" pitchFamily="49" charset="-122"/>
                    <a:ea typeface="楷体" panose="02010609060101010101" pitchFamily="49" charset="-122"/>
                  </a:rPr>
                  <a:t>时，</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𝑙</m:t>
                    </m:r>
                    <m:r>
                      <a:rPr lang="en-US" altLang="zh-CN" sz="3000" i="1">
                        <a:latin typeface="Cambria Math" panose="02040503050406030204" pitchFamily="18" charset="0"/>
                        <a:ea typeface="楷体" panose="02010609060101010101" pitchFamily="49" charset="-122"/>
                      </a:rPr>
                      <m:t>𝑛𝑧</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𝑙𝑛𝑥</m:t>
                    </m:r>
                  </m:oMath>
                </a14:m>
                <a:r>
                  <a:rPr lang="zh-CN" altLang="en-US" sz="3000" dirty="0">
                    <a:latin typeface="楷体" panose="02010609060101010101" pitchFamily="49" charset="-122"/>
                    <a:ea typeface="楷体" panose="02010609060101010101" pitchFamily="49" charset="-122"/>
                  </a:rPr>
                  <a:t>就是实变量对数函数；</a:t>
                </a:r>
                <a:endParaRPr lang="en-US" altLang="zh-CN" sz="3000" dirty="0">
                  <a:latin typeface="楷体" panose="02010609060101010101" pitchFamily="49" charset="-122"/>
                  <a:ea typeface="楷体" panose="02010609060101010101" pitchFamily="49" charset="-122"/>
                </a:endParaRPr>
              </a:p>
            </p:txBody>
          </p:sp>
        </mc:Choice>
        <mc:Fallback>
          <p:sp>
            <p:nvSpPr>
              <p:cNvPr id="8" name="标题 1"/>
              <p:cNvSpPr txBox="1">
                <a:spLocks noRot="1" noChangeAspect="1" noMove="1" noResize="1" noEditPoints="1" noAdjustHandles="1" noChangeArrowheads="1" noChangeShapeType="1" noTextEdit="1"/>
              </p:cNvSpPr>
              <p:nvPr/>
            </p:nvSpPr>
            <p:spPr>
              <a:xfrm>
                <a:off x="0" y="531629"/>
                <a:ext cx="8894942" cy="748975"/>
              </a:xfrm>
              <a:prstGeom prst="rect">
                <a:avLst/>
              </a:prstGeom>
              <a:blipFill rotWithShape="1">
                <a:blip r:embed="rId2"/>
                <a:stretch>
                  <a:fillRect t="-18" r="6" b="5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标题 1"/>
              <p:cNvSpPr txBox="1"/>
              <p:nvPr/>
            </p:nvSpPr>
            <p:spPr>
              <a:xfrm>
                <a:off x="586661" y="1320237"/>
                <a:ext cx="8269780" cy="66103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3000" dirty="0">
                    <a:latin typeface="楷体" panose="02010609060101010101" pitchFamily="49" charset="-122"/>
                    <a:ea typeface="楷体" panose="02010609060101010101" pitchFamily="49" charset="-122"/>
                  </a:rPr>
                  <a:t>2.</a:t>
                </a:r>
                <a:r>
                  <a:rPr lang="zh-CN" altLang="en-US" sz="3000" dirty="0">
                    <a:latin typeface="楷体" panose="02010609060101010101" pitchFamily="49" charset="-122"/>
                    <a:ea typeface="楷体" panose="02010609060101010101" pitchFamily="49" charset="-122"/>
                  </a:rPr>
                  <a:t>对数函数的定义域</a:t>
                </a:r>
                <a14:m>
                  <m:oMath xmlns:m="http://schemas.openxmlformats.org/officeDocument/2006/math">
                    <m:r>
                      <a:rPr lang="en-US" altLang="zh-CN" sz="3000" i="1">
                        <a:latin typeface="Cambria Math" panose="02040503050406030204" pitchFamily="18" charset="0"/>
                        <a:ea typeface="楷体" panose="02010609060101010101" pitchFamily="49" charset="-122"/>
                      </a:rPr>
                      <m:t>𝑧</m:t>
                    </m:r>
                    <m:r>
                      <a:rPr lang="en-US" altLang="zh-CN" sz="3000" i="1">
                        <a:latin typeface="Cambria Math" panose="02040503050406030204" pitchFamily="18" charset="0"/>
                        <a:ea typeface="Cambria Math" panose="02040503050406030204" pitchFamily="18" charset="0"/>
                      </a:rPr>
                      <m:t>≠</m:t>
                    </m:r>
                    <m:r>
                      <a:rPr lang="en-US" altLang="zh-CN" sz="3000" i="1">
                        <a:latin typeface="Cambria Math" panose="02040503050406030204" pitchFamily="18" charset="0"/>
                        <a:ea typeface="Cambria Math" panose="02040503050406030204" pitchFamily="18" charset="0"/>
                      </a:rPr>
                      <m:t>0</m:t>
                    </m:r>
                  </m:oMath>
                </a14:m>
                <a:r>
                  <a:rPr lang="en-US" altLang="zh-CN" sz="3000" dirty="0">
                    <a:latin typeface="楷体" panose="02010609060101010101" pitchFamily="49" charset="-122"/>
                    <a:ea typeface="楷体" panose="02010609060101010101" pitchFamily="49" charset="-122"/>
                  </a:rPr>
                  <a:t>,</a:t>
                </a:r>
                <a:r>
                  <a:rPr lang="zh-CN" altLang="en-US" sz="3000" dirty="0">
                    <a:solidFill>
                      <a:srgbClr val="FF0000"/>
                    </a:solidFill>
                    <a:latin typeface="楷体" panose="02010609060101010101" pitchFamily="49" charset="-122"/>
                    <a:ea typeface="楷体" panose="02010609060101010101" pitchFamily="49" charset="-122"/>
                  </a:rPr>
                  <a:t>负数也有了对数函数</a:t>
                </a:r>
                <a:r>
                  <a:rPr lang="zh-CN" altLang="en-US" sz="3000" dirty="0">
                    <a:latin typeface="楷体" panose="02010609060101010101" pitchFamily="49" charset="-122"/>
                    <a:ea typeface="楷体" panose="02010609060101010101" pitchFamily="49" charset="-122"/>
                  </a:rPr>
                  <a:t>，</a:t>
                </a:r>
                <a:endParaRPr lang="en-US" altLang="zh-CN" sz="3000" dirty="0">
                  <a:latin typeface="楷体" panose="02010609060101010101" pitchFamily="49" charset="-122"/>
                  <a:ea typeface="楷体" panose="02010609060101010101" pitchFamily="49" charset="-122"/>
                </a:endParaRPr>
              </a:p>
            </p:txBody>
          </p:sp>
        </mc:Choice>
        <mc:Fallback>
          <p:sp>
            <p:nvSpPr>
              <p:cNvPr id="9" name="标题 1"/>
              <p:cNvSpPr txBox="1">
                <a:spLocks noRot="1" noChangeAspect="1" noMove="1" noResize="1" noEditPoints="1" noAdjustHandles="1" noChangeArrowheads="1" noChangeShapeType="1" noTextEdit="1"/>
              </p:cNvSpPr>
              <p:nvPr/>
            </p:nvSpPr>
            <p:spPr>
              <a:xfrm>
                <a:off x="586661" y="1320237"/>
                <a:ext cx="8269780" cy="661035"/>
              </a:xfrm>
              <a:prstGeom prst="rect">
                <a:avLst/>
              </a:prstGeom>
              <a:blipFill rotWithShape="1">
                <a:blip r:embed="rId3"/>
                <a:stretch>
                  <a:fillRect l="-7" t="-1836" r="-1458" b="-191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标题 1"/>
              <p:cNvSpPr txBox="1"/>
              <p:nvPr/>
            </p:nvSpPr>
            <p:spPr>
              <a:xfrm>
                <a:off x="954251" y="1981272"/>
                <a:ext cx="7882963" cy="58295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楷体" panose="02010609060101010101" pitchFamily="49" charset="-122"/>
                    <a:ea typeface="楷体" panose="02010609060101010101" pitchFamily="49" charset="-122"/>
                  </a:rPr>
                  <a:t>如</a:t>
                </a:r>
                <a14:m>
                  <m:oMath xmlns:m="http://schemas.openxmlformats.org/officeDocument/2006/math">
                    <m:r>
                      <a:rPr lang="en-US" altLang="zh-CN" sz="3000" i="1">
                        <a:latin typeface="Cambria Math" panose="02040503050406030204" pitchFamily="18" charset="0"/>
                        <a:ea typeface="楷体" panose="02010609060101010101" pitchFamily="49" charset="-122"/>
                      </a:rPr>
                      <m:t>𝐿𝑛</m:t>
                    </m:r>
                    <m:d>
                      <m:dPr>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1</m:t>
                        </m:r>
                      </m:e>
                    </m:d>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𝑙𝑛</m:t>
                    </m:r>
                    <m:r>
                      <a:rPr lang="en-US" altLang="zh-CN" sz="3000" i="1">
                        <a:latin typeface="Cambria Math" panose="02040503050406030204" pitchFamily="18" charset="0"/>
                        <a:ea typeface="楷体" panose="02010609060101010101" pitchFamily="49" charset="-122"/>
                      </a:rPr>
                      <m:t>1</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𝑖</m:t>
                    </m:r>
                    <m:d>
                      <m:dPr>
                        <m:ctrlPr>
                          <a:rPr lang="en-US" altLang="zh-CN" sz="3000" i="1">
                            <a:latin typeface="Cambria Math" panose="02040503050406030204" pitchFamily="18" charset="0"/>
                            <a:ea typeface="楷体" panose="02010609060101010101" pitchFamily="49" charset="-122"/>
                          </a:rPr>
                        </m:ctrlPr>
                      </m:dPr>
                      <m:e>
                        <m:r>
                          <a:rPr lang="zh-CN" altLang="en-US" sz="3000" i="1">
                            <a:latin typeface="Cambria Math" panose="02040503050406030204" pitchFamily="18" charset="0"/>
                            <a:ea typeface="楷体" panose="02010609060101010101" pitchFamily="49" charset="-122"/>
                          </a:rPr>
                          <m:t>𝜋</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2</m:t>
                        </m:r>
                        <m:r>
                          <a:rPr lang="en-US" altLang="zh-CN" sz="3000" i="1">
                            <a:latin typeface="Cambria Math" panose="02040503050406030204" pitchFamily="18" charset="0"/>
                            <a:ea typeface="楷体" panose="02010609060101010101" pitchFamily="49" charset="-122"/>
                          </a:rPr>
                          <m:t>𝑘</m:t>
                        </m:r>
                        <m:r>
                          <a:rPr lang="zh-CN" altLang="en-US" sz="3000" i="1">
                            <a:latin typeface="Cambria Math" panose="02040503050406030204" pitchFamily="18" charset="0"/>
                            <a:ea typeface="楷体" panose="02010609060101010101" pitchFamily="49" charset="-122"/>
                          </a:rPr>
                          <m:t>𝜋</m:t>
                        </m:r>
                      </m:e>
                    </m:d>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2</m:t>
                    </m:r>
                    <m:r>
                      <a:rPr lang="en-US" altLang="zh-CN" sz="3000" i="1">
                        <a:latin typeface="Cambria Math" panose="02040503050406030204" pitchFamily="18" charset="0"/>
                        <a:ea typeface="楷体" panose="02010609060101010101" pitchFamily="49" charset="-122"/>
                      </a:rPr>
                      <m:t>𝑘</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1</m:t>
                    </m:r>
                    <m:r>
                      <a:rPr lang="en-US" altLang="zh-CN" sz="3000" i="1">
                        <a:latin typeface="Cambria Math" panose="02040503050406030204" pitchFamily="18" charset="0"/>
                        <a:ea typeface="楷体" panose="02010609060101010101" pitchFamily="49" charset="-122"/>
                      </a:rPr>
                      <m:t>)</m:t>
                    </m:r>
                    <m:r>
                      <a:rPr lang="zh-CN" altLang="en-US" sz="3000" i="1">
                        <a:latin typeface="Cambria Math" panose="02040503050406030204" pitchFamily="18" charset="0"/>
                        <a:ea typeface="楷体" panose="02010609060101010101" pitchFamily="49" charset="-122"/>
                      </a:rPr>
                      <m:t>𝜋</m:t>
                    </m:r>
                    <m:r>
                      <a:rPr lang="en-US" altLang="zh-CN" sz="3000" i="1">
                        <a:latin typeface="Cambria Math" panose="02040503050406030204" pitchFamily="18" charset="0"/>
                        <a:ea typeface="楷体" panose="02010609060101010101" pitchFamily="49" charset="-122"/>
                      </a:rPr>
                      <m:t>𝑖</m:t>
                    </m:r>
                  </m:oMath>
                </a14:m>
                <a:r>
                  <a:rPr lang="en-US" altLang="zh-CN" sz="3000" dirty="0">
                    <a:latin typeface="楷体" panose="02010609060101010101" pitchFamily="49" charset="-122"/>
                    <a:ea typeface="楷体" panose="02010609060101010101" pitchFamily="49" charset="-122"/>
                  </a:rPr>
                  <a:t>;</a:t>
                </a:r>
                <a:endParaRPr lang="en-US" altLang="zh-CN" sz="3000" dirty="0">
                  <a:latin typeface="楷体" panose="02010609060101010101" pitchFamily="49" charset="-122"/>
                  <a:ea typeface="楷体" panose="02010609060101010101" pitchFamily="49" charset="-122"/>
                </a:endParaRPr>
              </a:p>
            </p:txBody>
          </p:sp>
        </mc:Choice>
        <mc:Fallback>
          <p:sp>
            <p:nvSpPr>
              <p:cNvPr id="11" name="标题 1"/>
              <p:cNvSpPr txBox="1">
                <a:spLocks noRot="1" noChangeAspect="1" noMove="1" noResize="1" noEditPoints="1" noAdjustHandles="1" noChangeArrowheads="1" noChangeShapeType="1" noTextEdit="1"/>
              </p:cNvSpPr>
              <p:nvPr/>
            </p:nvSpPr>
            <p:spPr>
              <a:xfrm>
                <a:off x="954251" y="1981272"/>
                <a:ext cx="7882963" cy="582950"/>
              </a:xfrm>
              <a:prstGeom prst="rect">
                <a:avLst/>
              </a:prstGeom>
              <a:blipFill rotWithShape="1">
                <a:blip r:embed="rId4"/>
                <a:stretch>
                  <a:fillRect l="-6" t="-8727" r="7" b="-8916"/>
                </a:stretch>
              </a:blipFill>
            </p:spPr>
            <p:txBody>
              <a:bodyPr/>
              <a:lstStyle/>
              <a:p>
                <a:r>
                  <a:rPr lang="zh-CN" altLang="en-US">
                    <a:noFill/>
                  </a:rPr>
                  <a:t> </a:t>
                </a:r>
              </a:p>
            </p:txBody>
          </p:sp>
        </mc:Fallback>
      </mc:AlternateContent>
      <p:sp>
        <p:nvSpPr>
          <p:cNvPr id="6" name="标题 1"/>
          <p:cNvSpPr txBox="1"/>
          <p:nvPr/>
        </p:nvSpPr>
        <p:spPr>
          <a:xfrm>
            <a:off x="40457" y="3405899"/>
            <a:ext cx="1312445" cy="72363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b="1" dirty="0">
                <a:solidFill>
                  <a:srgbClr val="FF0000"/>
                </a:solidFill>
                <a:latin typeface="楷体" panose="02010609060101010101" pitchFamily="49" charset="-122"/>
                <a:ea typeface="楷体" panose="02010609060101010101" pitchFamily="49" charset="-122"/>
              </a:rPr>
              <a:t>性质：</a:t>
            </a:r>
            <a:r>
              <a:rPr lang="en-US" altLang="zh-CN" sz="3000" b="1" dirty="0">
                <a:ea typeface="Cambria Math" panose="02040503050406030204" pitchFamily="18" charset="0"/>
              </a:rPr>
              <a:t> </a:t>
            </a:r>
            <a:r>
              <a:rPr lang="en-US" altLang="zh-CN" sz="3000" b="1" dirty="0">
                <a:latin typeface="楷体" panose="02010609060101010101" pitchFamily="49" charset="-122"/>
                <a:ea typeface="楷体" panose="02010609060101010101" pitchFamily="49" charset="-122"/>
              </a:rPr>
              <a:t>  </a:t>
            </a:r>
            <a:endParaRPr lang="en-US" altLang="zh-CN" sz="3000" b="1" dirty="0">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3" name="标题 1"/>
              <p:cNvSpPr txBox="1"/>
              <p:nvPr/>
            </p:nvSpPr>
            <p:spPr>
              <a:xfrm>
                <a:off x="1170820" y="3406719"/>
                <a:ext cx="5596939" cy="72199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50000"/>
                  </a:lnSpc>
                  <a:buFont typeface="Arial" panose="020B0604020202020204" pitchFamily="34" charset="0"/>
                  <a:buChar char="•"/>
                </a:pPr>
                <a14:m>
                  <m:oMath xmlns:m="http://schemas.openxmlformats.org/officeDocument/2006/math">
                    <m:r>
                      <a:rPr lang="en-US" altLang="zh-CN" sz="3000" i="1" smtClean="0">
                        <a:latin typeface="Cambria Math" panose="02040503050406030204" pitchFamily="18" charset="0"/>
                        <a:ea typeface="楷体" panose="02010609060101010101" pitchFamily="49" charset="-122"/>
                      </a:rPr>
                      <m:t>𝐿𝑛</m:t>
                    </m:r>
                    <m:d>
                      <m:dPr>
                        <m:ctrlPr>
                          <a:rPr lang="en-US" altLang="zh-CN" sz="3000" i="1">
                            <a:latin typeface="Cambria Math" panose="02040503050406030204" pitchFamily="18" charset="0"/>
                            <a:ea typeface="楷体" panose="02010609060101010101" pitchFamily="49" charset="-122"/>
                          </a:rPr>
                        </m:ctrlPr>
                      </m:dPr>
                      <m:e>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𝑧</m:t>
                            </m:r>
                          </m:e>
                          <m:sub>
                            <m:r>
                              <a:rPr lang="en-US" altLang="zh-CN" sz="3000" i="1">
                                <a:latin typeface="Cambria Math" panose="02040503050406030204" pitchFamily="18" charset="0"/>
                                <a:ea typeface="楷体" panose="02010609060101010101" pitchFamily="49" charset="-122"/>
                              </a:rPr>
                              <m:t>1</m:t>
                            </m:r>
                          </m:sub>
                        </m:sSub>
                        <m:r>
                          <a:rPr lang="en-US" altLang="zh-CN" sz="3000" i="1">
                            <a:latin typeface="Cambria Math" panose="02040503050406030204" pitchFamily="18" charset="0"/>
                            <a:ea typeface="Cambria Math" panose="02040503050406030204" pitchFamily="18" charset="0"/>
                          </a:rPr>
                          <m:t>∙</m:t>
                        </m:r>
                        <m:sSub>
                          <m:sSubPr>
                            <m:ctrlPr>
                              <a:rPr lang="en-US" altLang="zh-CN" sz="3000" i="1">
                                <a:latin typeface="Cambria Math" panose="02040503050406030204" pitchFamily="18" charset="0"/>
                                <a:ea typeface="Cambria Math" panose="02040503050406030204" pitchFamily="18" charset="0"/>
                              </a:rPr>
                            </m:ctrlPr>
                          </m:sSubPr>
                          <m:e>
                            <m:r>
                              <a:rPr lang="en-US" altLang="zh-CN" sz="3000" i="1">
                                <a:latin typeface="Cambria Math" panose="02040503050406030204" pitchFamily="18" charset="0"/>
                                <a:ea typeface="Cambria Math" panose="02040503050406030204" pitchFamily="18" charset="0"/>
                              </a:rPr>
                              <m:t>𝑧</m:t>
                            </m:r>
                          </m:e>
                          <m:sub>
                            <m:r>
                              <a:rPr lang="en-US" altLang="zh-CN" sz="3000" i="1">
                                <a:latin typeface="Cambria Math" panose="02040503050406030204" pitchFamily="18" charset="0"/>
                                <a:ea typeface="Cambria Math" panose="02040503050406030204" pitchFamily="18" charset="0"/>
                              </a:rPr>
                              <m:t>2</m:t>
                            </m:r>
                          </m:sub>
                        </m:sSub>
                      </m:e>
                    </m:d>
                    <m:r>
                      <a:rPr lang="en-US" altLang="zh-CN" sz="3000" i="1">
                        <a:latin typeface="Cambria Math" panose="02040503050406030204" pitchFamily="18" charset="0"/>
                        <a:ea typeface="Cambria Math" panose="02040503050406030204" pitchFamily="18" charset="0"/>
                      </a:rPr>
                      <m:t>=</m:t>
                    </m:r>
                    <m:r>
                      <a:rPr lang="en-US" altLang="zh-CN" sz="3000" i="1">
                        <a:latin typeface="Cambria Math" panose="02040503050406030204" pitchFamily="18" charset="0"/>
                        <a:ea typeface="楷体" panose="02010609060101010101" pitchFamily="49" charset="-122"/>
                      </a:rPr>
                      <m:t>𝐿𝑛</m:t>
                    </m:r>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𝑧</m:t>
                        </m:r>
                      </m:e>
                      <m:sub>
                        <m:r>
                          <a:rPr lang="en-US" altLang="zh-CN" sz="3000" i="1">
                            <a:latin typeface="Cambria Math" panose="02040503050406030204" pitchFamily="18" charset="0"/>
                            <a:ea typeface="楷体" panose="02010609060101010101" pitchFamily="49" charset="-122"/>
                          </a:rPr>
                          <m:t>1</m:t>
                        </m:r>
                      </m:sub>
                    </m:sSub>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𝐿𝑛</m:t>
                    </m:r>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𝑧</m:t>
                        </m:r>
                      </m:e>
                      <m:sub>
                        <m:r>
                          <a:rPr lang="en-US" altLang="zh-CN" sz="3000" i="1">
                            <a:latin typeface="Cambria Math" panose="02040503050406030204" pitchFamily="18" charset="0"/>
                            <a:ea typeface="楷体" panose="02010609060101010101" pitchFamily="49" charset="-122"/>
                          </a:rPr>
                          <m:t>2</m:t>
                        </m:r>
                      </m:sub>
                    </m:sSub>
                    <m:r>
                      <a:rPr lang="en-US" altLang="zh-CN" sz="3000" i="1">
                        <a:latin typeface="Cambria Math" panose="02040503050406030204" pitchFamily="18" charset="0"/>
                        <a:ea typeface="楷体" panose="02010609060101010101" pitchFamily="49" charset="-122"/>
                      </a:rPr>
                      <m:t>;   </m:t>
                    </m:r>
                  </m:oMath>
                </a14:m>
                <a:endParaRPr lang="en-US" altLang="zh-CN" sz="3000" i="1" dirty="0">
                  <a:latin typeface="Cambria Math" panose="02040503050406030204" pitchFamily="18" charset="0"/>
                  <a:ea typeface="楷体" panose="02010609060101010101" pitchFamily="49" charset="-122"/>
                </a:endParaRPr>
              </a:p>
            </p:txBody>
          </p:sp>
        </mc:Choice>
        <mc:Fallback>
          <p:sp>
            <p:nvSpPr>
              <p:cNvPr id="3" name="标题 1"/>
              <p:cNvSpPr txBox="1">
                <a:spLocks noRot="1" noChangeAspect="1" noMove="1" noResize="1" noEditPoints="1" noAdjustHandles="1" noChangeArrowheads="1" noChangeShapeType="1" noTextEdit="1"/>
              </p:cNvSpPr>
              <p:nvPr/>
            </p:nvSpPr>
            <p:spPr>
              <a:xfrm>
                <a:off x="1170820" y="3406719"/>
                <a:ext cx="5596939" cy="721995"/>
              </a:xfrm>
              <a:prstGeom prst="rect">
                <a:avLst/>
              </a:prstGeom>
              <a:blipFill rotWithShape="1">
                <a:blip r:embed="rId5"/>
                <a:stretch>
                  <a:fillRect l="-9" t="-80" r="10" b="8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 name="标题 1"/>
              <p:cNvSpPr txBox="1"/>
              <p:nvPr/>
            </p:nvSpPr>
            <p:spPr>
              <a:xfrm>
                <a:off x="1170820" y="4262526"/>
                <a:ext cx="4441897" cy="72199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50000"/>
                  </a:lnSpc>
                  <a:buFont typeface="Arial" panose="020B0604020202020204" pitchFamily="34" charset="0"/>
                  <a:buChar char="•"/>
                </a:pPr>
                <a14:m>
                  <m:oMath xmlns:m="http://schemas.openxmlformats.org/officeDocument/2006/math">
                    <m:r>
                      <a:rPr lang="en-US" altLang="zh-CN" sz="3000" i="1">
                        <a:latin typeface="Cambria Math" panose="02040503050406030204" pitchFamily="18" charset="0"/>
                        <a:ea typeface="楷体" panose="02010609060101010101" pitchFamily="49" charset="-122"/>
                      </a:rPr>
                      <m:t>𝐿𝑛</m:t>
                    </m:r>
                    <m:f>
                      <m:fPr>
                        <m:ctrlPr>
                          <a:rPr lang="en-US" altLang="zh-CN" sz="3000" i="1">
                            <a:latin typeface="Cambria Math" panose="02040503050406030204" pitchFamily="18" charset="0"/>
                            <a:ea typeface="楷体" panose="02010609060101010101" pitchFamily="49" charset="-122"/>
                          </a:rPr>
                        </m:ctrlPr>
                      </m:fPr>
                      <m:num>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𝑧</m:t>
                            </m:r>
                          </m:e>
                          <m:sub>
                            <m:r>
                              <a:rPr lang="en-US" altLang="zh-CN" sz="3000" i="1">
                                <a:latin typeface="Cambria Math" panose="02040503050406030204" pitchFamily="18" charset="0"/>
                                <a:ea typeface="楷体" panose="02010609060101010101" pitchFamily="49" charset="-122"/>
                              </a:rPr>
                              <m:t>1</m:t>
                            </m:r>
                          </m:sub>
                        </m:sSub>
                      </m:num>
                      <m:den>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𝑧</m:t>
                            </m:r>
                          </m:e>
                          <m:sub>
                            <m:r>
                              <a:rPr lang="en-US" altLang="zh-CN" sz="3000" i="1">
                                <a:latin typeface="Cambria Math" panose="02040503050406030204" pitchFamily="18" charset="0"/>
                                <a:ea typeface="楷体" panose="02010609060101010101" pitchFamily="49" charset="-122"/>
                              </a:rPr>
                              <m:t>2</m:t>
                            </m:r>
                          </m:sub>
                        </m:sSub>
                      </m:den>
                    </m:f>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𝐿𝑛</m:t>
                    </m:r>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𝑧</m:t>
                        </m:r>
                      </m:e>
                      <m:sub>
                        <m:r>
                          <a:rPr lang="en-US" altLang="zh-CN" sz="3000" i="1">
                            <a:latin typeface="Cambria Math" panose="02040503050406030204" pitchFamily="18" charset="0"/>
                            <a:ea typeface="楷体" panose="02010609060101010101" pitchFamily="49" charset="-122"/>
                          </a:rPr>
                          <m:t>1</m:t>
                        </m:r>
                      </m:sub>
                    </m:sSub>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𝐿𝑛</m:t>
                    </m:r>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𝑧</m:t>
                        </m:r>
                      </m:e>
                      <m:sub>
                        <m:r>
                          <a:rPr lang="en-US" altLang="zh-CN" sz="3000" i="1">
                            <a:latin typeface="Cambria Math" panose="02040503050406030204" pitchFamily="18" charset="0"/>
                            <a:ea typeface="楷体" panose="02010609060101010101" pitchFamily="49" charset="-122"/>
                          </a:rPr>
                          <m:t>2</m:t>
                        </m:r>
                      </m:sub>
                    </m:sSub>
                    <m:r>
                      <a:rPr lang="en-US" altLang="zh-CN" sz="3000" i="1">
                        <a:latin typeface="Cambria Math" panose="02040503050406030204" pitchFamily="18" charset="0"/>
                        <a:ea typeface="楷体" panose="02010609060101010101" pitchFamily="49" charset="-122"/>
                      </a:rPr>
                      <m:t>;</m:t>
                    </m:r>
                  </m:oMath>
                </a14:m>
                <a:endParaRPr lang="en-US" altLang="zh-CN" sz="3000" dirty="0">
                  <a:latin typeface="楷体" panose="02010609060101010101" pitchFamily="49" charset="-122"/>
                  <a:ea typeface="楷体" panose="02010609060101010101" pitchFamily="49" charset="-122"/>
                </a:endParaRPr>
              </a:p>
            </p:txBody>
          </p:sp>
        </mc:Choice>
        <mc:Fallback>
          <p:sp>
            <p:nvSpPr>
              <p:cNvPr id="2" name="标题 1"/>
              <p:cNvSpPr txBox="1">
                <a:spLocks noRot="1" noChangeAspect="1" noMove="1" noResize="1" noEditPoints="1" noAdjustHandles="1" noChangeArrowheads="1" noChangeShapeType="1" noTextEdit="1"/>
              </p:cNvSpPr>
              <p:nvPr/>
            </p:nvSpPr>
            <p:spPr>
              <a:xfrm>
                <a:off x="1170820" y="4262526"/>
                <a:ext cx="4441897" cy="721995"/>
              </a:xfrm>
              <a:prstGeom prst="rect">
                <a:avLst/>
              </a:prstGeom>
              <a:blipFill rotWithShape="1">
                <a:blip r:embed="rId6"/>
                <a:stretch>
                  <a:fillRect l="-12" t="-17734" r="13" b="-17710"/>
                </a:stretch>
              </a:blipFill>
            </p:spPr>
            <p:txBody>
              <a:bodyPr/>
              <a:lstStyle/>
              <a:p>
                <a:r>
                  <a:rPr lang="zh-CN" altLang="en-US">
                    <a:noFill/>
                  </a:rPr>
                  <a:t> </a:t>
                </a:r>
              </a:p>
            </p:txBody>
          </p:sp>
        </mc:Fallback>
      </mc:AlternateContent>
      <p:sp>
        <p:nvSpPr>
          <p:cNvPr id="13"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2.3 </a:t>
            </a:r>
            <a:r>
              <a:rPr lang="zh-CN" altLang="en-US" sz="1800" b="1" dirty="0">
                <a:latin typeface="楷体" panose="02010609060101010101" pitchFamily="49" charset="-122"/>
                <a:ea typeface="楷体" panose="02010609060101010101" pitchFamily="49" charset="-122"/>
              </a:rPr>
              <a:t>初等函数</a:t>
            </a:r>
            <a:endParaRPr lang="zh-CN" altLang="en-US" sz="1800" b="1" dirty="0">
              <a:latin typeface="楷体" panose="02010609060101010101" pitchFamily="49" charset="-122"/>
              <a:ea typeface="楷体" panose="02010609060101010101" pitchFamily="49" charset="-122"/>
            </a:endParaRPr>
          </a:p>
        </p:txBody>
      </p:sp>
      <p:cxnSp>
        <p:nvCxnSpPr>
          <p:cNvPr id="14" name="直接连接符 13"/>
          <p:cNvCxnSpPr/>
          <p:nvPr/>
        </p:nvCxnSpPr>
        <p:spPr>
          <a:xfrm flipV="1">
            <a:off x="55289" y="531629"/>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5" name="标题 1"/>
          <p:cNvSpPr txBox="1"/>
          <p:nvPr/>
        </p:nvSpPr>
        <p:spPr>
          <a:xfrm>
            <a:off x="1170820" y="5287478"/>
            <a:ext cx="7618027" cy="72199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楷体" panose="02010609060101010101" pitchFamily="49" charset="-122"/>
                <a:ea typeface="楷体" panose="02010609060101010101" pitchFamily="49" charset="-122"/>
              </a:rPr>
              <a:t>考虑到对数函数的多值性，上述等式理解为：</a:t>
            </a:r>
            <a:r>
              <a:rPr lang="zh-CN" altLang="en-US" sz="3000" dirty="0">
                <a:solidFill>
                  <a:srgbClr val="00B050"/>
                </a:solidFill>
                <a:latin typeface="楷体" panose="02010609060101010101" pitchFamily="49" charset="-122"/>
                <a:ea typeface="楷体" panose="02010609060101010101" pitchFamily="49" charset="-122"/>
              </a:rPr>
              <a:t>等号两端可能取到的值的全体是相同的</a:t>
            </a:r>
            <a:r>
              <a:rPr lang="zh-CN" altLang="en-US" sz="3000" dirty="0">
                <a:latin typeface="楷体" panose="02010609060101010101" pitchFamily="49" charset="-122"/>
                <a:ea typeface="楷体" panose="02010609060101010101" pitchFamily="49" charset="-122"/>
              </a:rPr>
              <a:t>。</a:t>
            </a:r>
            <a:endParaRPr lang="en-US" altLang="zh-CN" sz="3000" dirty="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8" grpId="0"/>
      <p:bldP spid="9" grpId="0"/>
      <p:bldP spid="11" grpId="0"/>
      <p:bldP spid="6" grpId="0"/>
      <p:bldP spid="3" grpId="0"/>
      <p:bldP spid="2" grpId="0"/>
      <p:bldP spid="1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7" name="标题 1"/>
              <p:cNvSpPr txBox="1"/>
              <p:nvPr/>
            </p:nvSpPr>
            <p:spPr>
              <a:xfrm>
                <a:off x="1217733" y="1588304"/>
                <a:ext cx="6644715" cy="64960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000" dirty="0">
                    <a:latin typeface="楷体" panose="02010609060101010101" pitchFamily="49" charset="-122"/>
                    <a:ea typeface="楷体" panose="02010609060101010101" pitchFamily="49" charset="-122"/>
                  </a:rPr>
                  <a:t>如</a:t>
                </a:r>
                <a14:m>
                  <m:oMath xmlns:m="http://schemas.openxmlformats.org/officeDocument/2006/math">
                    <m:r>
                      <a:rPr lang="en-US" altLang="zh-CN" sz="3000" i="1">
                        <a:latin typeface="Cambria Math" panose="02040503050406030204" pitchFamily="18" charset="0"/>
                        <a:ea typeface="楷体" panose="02010609060101010101" pitchFamily="49" charset="-122"/>
                      </a:rPr>
                      <m:t>𝐿𝑛</m:t>
                    </m:r>
                    <m:r>
                      <a:rPr lang="en-US" altLang="zh-CN" sz="3000" i="1">
                        <a:latin typeface="Cambria Math" panose="02040503050406030204" pitchFamily="18" charset="0"/>
                        <a:ea typeface="楷体" panose="02010609060101010101" pitchFamily="49" charset="-122"/>
                      </a:rPr>
                      <m:t>1</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2</m:t>
                    </m:r>
                    <m:r>
                      <a:rPr lang="en-US" altLang="zh-CN" sz="3000" i="1">
                        <a:latin typeface="Cambria Math" panose="02040503050406030204" pitchFamily="18" charset="0"/>
                        <a:ea typeface="楷体" panose="02010609060101010101" pitchFamily="49" charset="-122"/>
                      </a:rPr>
                      <m:t>𝑘</m:t>
                    </m:r>
                    <m:r>
                      <a:rPr lang="zh-CN" altLang="en-US" sz="3000" i="1">
                        <a:latin typeface="Cambria Math" panose="02040503050406030204" pitchFamily="18" charset="0"/>
                        <a:ea typeface="楷体" panose="02010609060101010101" pitchFamily="49" charset="-122"/>
                      </a:rPr>
                      <m:t>𝜋</m:t>
                    </m:r>
                    <m:r>
                      <a:rPr lang="en-US" altLang="zh-CN" sz="3000" i="1">
                        <a:latin typeface="Cambria Math" panose="02040503050406030204" pitchFamily="18" charset="0"/>
                        <a:ea typeface="楷体" panose="02010609060101010101" pitchFamily="49" charset="-122"/>
                      </a:rPr>
                      <m:t>𝑖</m:t>
                    </m:r>
                  </m:oMath>
                </a14:m>
                <a:r>
                  <a:rPr lang="en-US" altLang="zh-CN" sz="3000" dirty="0">
                    <a:latin typeface="楷体" panose="02010609060101010101" pitchFamily="49" charset="-122"/>
                    <a:ea typeface="楷体" panose="02010609060101010101" pitchFamily="49" charset="-122"/>
                  </a:rPr>
                  <a:t>,</a:t>
                </a:r>
                <a:r>
                  <a:rPr lang="en-US" altLang="zh-CN" sz="3000" dirty="0">
                    <a:ea typeface="楷体" panose="02010609060101010101" pitchFamily="49" charset="-122"/>
                  </a:rPr>
                  <a:t> </a:t>
                </a:r>
                <a14:m>
                  <m:oMath xmlns:m="http://schemas.openxmlformats.org/officeDocument/2006/math">
                    <m:r>
                      <a:rPr lang="en-US" altLang="zh-CN" sz="3000" i="1">
                        <a:latin typeface="Cambria Math" panose="02040503050406030204" pitchFamily="18" charset="0"/>
                        <a:ea typeface="楷体" panose="02010609060101010101" pitchFamily="49" charset="-122"/>
                      </a:rPr>
                      <m:t>2</m:t>
                    </m:r>
                    <m:r>
                      <a:rPr lang="en-US" altLang="zh-CN" sz="3000" i="1">
                        <a:latin typeface="Cambria Math" panose="02040503050406030204" pitchFamily="18" charset="0"/>
                        <a:ea typeface="楷体" panose="02010609060101010101" pitchFamily="49" charset="-122"/>
                      </a:rPr>
                      <m:t>𝐿𝑛</m:t>
                    </m:r>
                    <m:r>
                      <a:rPr lang="en-US" altLang="zh-CN" sz="3000" i="1">
                        <a:latin typeface="Cambria Math" panose="02040503050406030204" pitchFamily="18" charset="0"/>
                        <a:ea typeface="楷体" panose="02010609060101010101" pitchFamily="49" charset="-122"/>
                      </a:rPr>
                      <m:t>1</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4</m:t>
                    </m:r>
                    <m:r>
                      <a:rPr lang="en-US" altLang="zh-CN" sz="3000" i="1">
                        <a:latin typeface="Cambria Math" panose="02040503050406030204" pitchFamily="18" charset="0"/>
                        <a:ea typeface="楷体" panose="02010609060101010101" pitchFamily="49" charset="-122"/>
                      </a:rPr>
                      <m:t>𝑘</m:t>
                    </m:r>
                    <m:r>
                      <a:rPr lang="zh-CN" altLang="en-US" sz="3000" i="1">
                        <a:latin typeface="Cambria Math" panose="02040503050406030204" pitchFamily="18" charset="0"/>
                        <a:ea typeface="楷体" panose="02010609060101010101" pitchFamily="49" charset="-122"/>
                      </a:rPr>
                      <m:t>𝜋</m:t>
                    </m:r>
                    <m:r>
                      <a:rPr lang="en-US" altLang="zh-CN" sz="3000" i="1">
                        <a:latin typeface="Cambria Math" panose="02040503050406030204" pitchFamily="18" charset="0"/>
                        <a:ea typeface="楷体" panose="02010609060101010101" pitchFamily="49" charset="-122"/>
                      </a:rPr>
                      <m:t>𝑖</m:t>
                    </m:r>
                  </m:oMath>
                </a14:m>
                <a:endParaRPr lang="en-US" altLang="zh-CN" sz="3000" i="1" dirty="0">
                  <a:latin typeface="Cambria Math" panose="02040503050406030204" pitchFamily="18" charset="0"/>
                  <a:ea typeface="楷体" panose="02010609060101010101" pitchFamily="49" charset="-122"/>
                </a:endParaRPr>
              </a:p>
              <a:p>
                <a14:m>
                  <m:oMath xmlns:m="http://schemas.openxmlformats.org/officeDocument/2006/math">
                    <m:groupChr>
                      <m:groupChrPr>
                        <m:chr m:val="⇒"/>
                        <m:vertJc m:val="bot"/>
                        <m:ctrlPr>
                          <a:rPr lang="en-US" altLang="zh-CN" sz="3000" i="1">
                            <a:latin typeface="Cambria Math" panose="02040503050406030204" pitchFamily="18" charset="0"/>
                            <a:ea typeface="楷体" panose="02010609060101010101" pitchFamily="49" charset="-122"/>
                          </a:rPr>
                        </m:ctrlPr>
                      </m:groupChrPr>
                      <m:e/>
                    </m:groupChr>
                    <m:r>
                      <a:rPr lang="en-US" altLang="zh-CN" sz="3000" i="1">
                        <a:latin typeface="Cambria Math" panose="02040503050406030204" pitchFamily="18" charset="0"/>
                        <a:ea typeface="楷体" panose="02010609060101010101" pitchFamily="49" charset="-122"/>
                      </a:rPr>
                      <m:t>𝐿𝑛</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1</m:t>
                        </m:r>
                      </m:e>
                      <m:sup>
                        <m:r>
                          <a:rPr lang="en-US" altLang="zh-CN" sz="3000" i="1">
                            <a:latin typeface="Cambria Math" panose="02040503050406030204" pitchFamily="18" charset="0"/>
                            <a:ea typeface="楷体" panose="02010609060101010101" pitchFamily="49" charset="-122"/>
                          </a:rPr>
                          <m:t>2</m:t>
                        </m:r>
                      </m:sup>
                    </m:sSup>
                    <m:r>
                      <a:rPr lang="en-US" altLang="zh-CN" sz="3000" i="1">
                        <a:latin typeface="Cambria Math" panose="02040503050406030204" pitchFamily="18" charset="0"/>
                        <a:ea typeface="Cambria Math" panose="02040503050406030204" pitchFamily="18" charset="0"/>
                      </a:rPr>
                      <m:t>≠</m:t>
                    </m:r>
                    <m:r>
                      <a:rPr lang="en-US" altLang="zh-CN" sz="3000" i="1">
                        <a:latin typeface="Cambria Math" panose="02040503050406030204" pitchFamily="18" charset="0"/>
                        <a:ea typeface="Cambria Math" panose="02040503050406030204" pitchFamily="18" charset="0"/>
                      </a:rPr>
                      <m:t>2</m:t>
                    </m:r>
                    <m:r>
                      <a:rPr lang="en-US" altLang="zh-CN" sz="3000" i="1">
                        <a:latin typeface="Cambria Math" panose="02040503050406030204" pitchFamily="18" charset="0"/>
                        <a:ea typeface="Cambria Math" panose="02040503050406030204" pitchFamily="18" charset="0"/>
                      </a:rPr>
                      <m:t>𝐿𝑛</m:t>
                    </m:r>
                    <m:r>
                      <a:rPr lang="en-US" altLang="zh-CN" sz="3000" i="1">
                        <a:latin typeface="Cambria Math" panose="02040503050406030204" pitchFamily="18" charset="0"/>
                        <a:ea typeface="Cambria Math" panose="02040503050406030204" pitchFamily="18" charset="0"/>
                      </a:rPr>
                      <m:t>1</m:t>
                    </m:r>
                    <m:r>
                      <a:rPr lang="en-US" altLang="zh-CN" sz="3000" i="1">
                        <a:latin typeface="Cambria Math" panose="02040503050406030204" pitchFamily="18" charset="0"/>
                        <a:ea typeface="Cambria Math" panose="02040503050406030204" pitchFamily="18" charset="0"/>
                      </a:rPr>
                      <m:t>;</m:t>
                    </m:r>
                  </m:oMath>
                </a14:m>
                <a:r>
                  <a:rPr lang="en-US" altLang="zh-CN" sz="3000" dirty="0">
                    <a:ea typeface="Cambria Math" panose="02040503050406030204" pitchFamily="18" charset="0"/>
                  </a:rPr>
                  <a:t> </a:t>
                </a:r>
                <a:endParaRPr lang="en-US" altLang="zh-CN" sz="3000" dirty="0">
                  <a:ea typeface="Cambria Math" panose="02040503050406030204" pitchFamily="18" charset="0"/>
                </a:endParaRPr>
              </a:p>
            </p:txBody>
          </p:sp>
        </mc:Choice>
        <mc:Fallback>
          <p:sp>
            <p:nvSpPr>
              <p:cNvPr id="7" name="标题 1"/>
              <p:cNvSpPr txBox="1">
                <a:spLocks noRot="1" noChangeAspect="1" noMove="1" noResize="1" noEditPoints="1" noAdjustHandles="1" noChangeArrowheads="1" noChangeShapeType="1" noTextEdit="1"/>
              </p:cNvSpPr>
              <p:nvPr/>
            </p:nvSpPr>
            <p:spPr>
              <a:xfrm>
                <a:off x="1217733" y="1588304"/>
                <a:ext cx="6644715" cy="649605"/>
              </a:xfrm>
              <a:prstGeom prst="rect">
                <a:avLst/>
              </a:prstGeom>
              <a:blipFill rotWithShape="1">
                <a:blip r:embed="rId1"/>
                <a:stretch>
                  <a:fillRect l="-7" t="-37954" r="8" b="-2519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标题 1"/>
              <p:cNvSpPr txBox="1"/>
              <p:nvPr/>
            </p:nvSpPr>
            <p:spPr>
              <a:xfrm>
                <a:off x="165886" y="531629"/>
                <a:ext cx="5611477" cy="75104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楷体" panose="02010609060101010101" pitchFamily="49" charset="-122"/>
                    <a:ea typeface="楷体" panose="02010609060101010101" pitchFamily="49" charset="-122"/>
                  </a:rPr>
                  <a:t>注</a:t>
                </a:r>
                <a:r>
                  <a:rPr lang="en-US" altLang="zh-CN" sz="3000" dirty="0">
                    <a:latin typeface="楷体" panose="02010609060101010101" pitchFamily="49" charset="-122"/>
                    <a:ea typeface="楷体" panose="02010609060101010101" pitchFamily="49" charset="-122"/>
                  </a:rPr>
                  <a:t>(1)</a:t>
                </a:r>
                <a:r>
                  <a:rPr lang="en-US" altLang="zh-CN" sz="3000" dirty="0">
                    <a:ea typeface="楷体" panose="02010609060101010101" pitchFamily="49" charset="-122"/>
                  </a:rPr>
                  <a:t> </a:t>
                </a:r>
                <a14:m>
                  <m:oMath xmlns:m="http://schemas.openxmlformats.org/officeDocument/2006/math">
                    <m:r>
                      <a:rPr lang="en-US" altLang="zh-CN" sz="3000" i="1" smtClean="0">
                        <a:solidFill>
                          <a:srgbClr val="FF0000"/>
                        </a:solidFill>
                        <a:latin typeface="Cambria Math" panose="02040503050406030204" pitchFamily="18" charset="0"/>
                        <a:ea typeface="楷体" panose="02010609060101010101" pitchFamily="49" charset="-122"/>
                      </a:rPr>
                      <m:t>𝐿𝑛</m:t>
                    </m:r>
                    <m:sSup>
                      <m:sSupPr>
                        <m:ctrlPr>
                          <a:rPr lang="en-US" altLang="zh-CN" sz="3000" i="1">
                            <a:solidFill>
                              <a:srgbClr val="FF0000"/>
                            </a:solidFill>
                            <a:latin typeface="Cambria Math" panose="02040503050406030204" pitchFamily="18" charset="0"/>
                            <a:ea typeface="楷体" panose="02010609060101010101" pitchFamily="49" charset="-122"/>
                          </a:rPr>
                        </m:ctrlPr>
                      </m:sSupPr>
                      <m:e>
                        <m:r>
                          <a:rPr lang="en-US" altLang="zh-CN" sz="3000" i="1">
                            <a:solidFill>
                              <a:srgbClr val="FF0000"/>
                            </a:solidFill>
                            <a:latin typeface="Cambria Math" panose="02040503050406030204" pitchFamily="18" charset="0"/>
                            <a:ea typeface="楷体" panose="02010609060101010101" pitchFamily="49" charset="-122"/>
                          </a:rPr>
                          <m:t>𝑧</m:t>
                        </m:r>
                      </m:e>
                      <m:sup>
                        <m:r>
                          <a:rPr lang="en-US" altLang="zh-CN" sz="3000" i="1">
                            <a:solidFill>
                              <a:srgbClr val="FF0000"/>
                            </a:solidFill>
                            <a:latin typeface="Cambria Math" panose="02040503050406030204" pitchFamily="18" charset="0"/>
                            <a:ea typeface="楷体" panose="02010609060101010101" pitchFamily="49" charset="-122"/>
                          </a:rPr>
                          <m:t>𝑛</m:t>
                        </m:r>
                      </m:sup>
                    </m:sSup>
                    <m:r>
                      <a:rPr lang="en-US" altLang="zh-CN" sz="3000" i="1">
                        <a:solidFill>
                          <a:srgbClr val="FF0000"/>
                        </a:solidFill>
                        <a:latin typeface="Cambria Math" panose="02040503050406030204" pitchFamily="18" charset="0"/>
                        <a:ea typeface="Cambria Math" panose="02040503050406030204" pitchFamily="18" charset="0"/>
                      </a:rPr>
                      <m:t>≠</m:t>
                    </m:r>
                    <m:r>
                      <a:rPr lang="en-US" altLang="zh-CN" sz="3000" i="1">
                        <a:solidFill>
                          <a:srgbClr val="FF0000"/>
                        </a:solidFill>
                        <a:latin typeface="Cambria Math" panose="02040503050406030204" pitchFamily="18" charset="0"/>
                        <a:ea typeface="Cambria Math" panose="02040503050406030204" pitchFamily="18" charset="0"/>
                      </a:rPr>
                      <m:t>𝑛𝐿𝑛𝑧</m:t>
                    </m:r>
                  </m:oMath>
                </a14:m>
                <a:r>
                  <a:rPr lang="en-US" altLang="zh-CN" sz="3000" dirty="0">
                    <a:solidFill>
                      <a:srgbClr val="FF0000"/>
                    </a:solidFill>
                    <a:latin typeface="楷体" panose="02010609060101010101" pitchFamily="49" charset="-122"/>
                    <a:ea typeface="楷体" panose="02010609060101010101" pitchFamily="49" charset="-122"/>
                  </a:rPr>
                  <a:t> </a:t>
                </a:r>
                <a:endParaRPr lang="en-US" altLang="zh-CN" sz="3000" dirty="0">
                  <a:latin typeface="楷体" panose="02010609060101010101" pitchFamily="49" charset="-122"/>
                  <a:ea typeface="楷体" panose="02010609060101010101" pitchFamily="49" charset="-122"/>
                </a:endParaRPr>
              </a:p>
            </p:txBody>
          </p:sp>
        </mc:Choice>
        <mc:Fallback>
          <p:sp>
            <p:nvSpPr>
              <p:cNvPr id="8" name="标题 1"/>
              <p:cNvSpPr txBox="1">
                <a:spLocks noRot="1" noChangeAspect="1" noMove="1" noResize="1" noEditPoints="1" noAdjustHandles="1" noChangeArrowheads="1" noChangeShapeType="1" noTextEdit="1"/>
              </p:cNvSpPr>
              <p:nvPr/>
            </p:nvSpPr>
            <p:spPr>
              <a:xfrm>
                <a:off x="165886" y="531629"/>
                <a:ext cx="5611477" cy="751046"/>
              </a:xfrm>
              <a:prstGeom prst="rect">
                <a:avLst/>
              </a:prstGeom>
              <a:blipFill rotWithShape="1">
                <a:blip r:embed="rId2"/>
                <a:stretch>
                  <a:fillRect l="-3" t="-18" r="2" b="8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标题 1"/>
              <p:cNvSpPr txBox="1"/>
              <p:nvPr/>
            </p:nvSpPr>
            <p:spPr>
              <a:xfrm>
                <a:off x="544748" y="2313833"/>
                <a:ext cx="5873591" cy="698183"/>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3000" dirty="0">
                    <a:latin typeface="楷体" panose="02010609060101010101" pitchFamily="49" charset="-122"/>
                    <a:ea typeface="楷体" panose="02010609060101010101" pitchFamily="49" charset="-122"/>
                  </a:rPr>
                  <a:t>(2)</a:t>
                </a:r>
                <a:r>
                  <a:rPr lang="zh-CN" altLang="en-US" sz="3000" dirty="0">
                    <a:latin typeface="楷体" panose="02010609060101010101" pitchFamily="49" charset="-122"/>
                    <a:ea typeface="楷体" panose="02010609060101010101" pitchFamily="49" charset="-122"/>
                  </a:rPr>
                  <a:t>同理，有</a:t>
                </a:r>
                <a14:m>
                  <m:oMath xmlns:m="http://schemas.openxmlformats.org/officeDocument/2006/math">
                    <m:r>
                      <a:rPr lang="en-US" altLang="zh-CN" sz="3000" i="1">
                        <a:latin typeface="Cambria Math" panose="02040503050406030204" pitchFamily="18" charset="0"/>
                        <a:ea typeface="楷体" panose="02010609060101010101" pitchFamily="49" charset="-122"/>
                      </a:rPr>
                      <m:t>𝐿𝑛</m:t>
                    </m:r>
                    <m:rad>
                      <m:radPr>
                        <m:ctrlPr>
                          <a:rPr lang="en-US" altLang="zh-CN" sz="3000" i="1">
                            <a:latin typeface="Cambria Math" panose="02040503050406030204" pitchFamily="18" charset="0"/>
                            <a:ea typeface="楷体" panose="02010609060101010101" pitchFamily="49" charset="-122"/>
                          </a:rPr>
                        </m:ctrlPr>
                      </m:radPr>
                      <m:deg>
                        <m:r>
                          <m:rPr>
                            <m:brk m:alnAt="7"/>
                          </m:rPr>
                          <a:rPr lang="en-US" altLang="zh-CN" sz="3000" i="1">
                            <a:latin typeface="Cambria Math" panose="02040503050406030204" pitchFamily="18" charset="0"/>
                            <a:ea typeface="楷体" panose="02010609060101010101" pitchFamily="49" charset="-122"/>
                          </a:rPr>
                          <m:t>𝑛</m:t>
                        </m:r>
                      </m:deg>
                      <m:e>
                        <m:r>
                          <a:rPr lang="en-US" altLang="zh-CN" sz="3000" i="1">
                            <a:latin typeface="Cambria Math" panose="02040503050406030204" pitchFamily="18" charset="0"/>
                            <a:ea typeface="楷体" panose="02010609060101010101" pitchFamily="49" charset="-122"/>
                          </a:rPr>
                          <m:t>𝑧</m:t>
                        </m:r>
                      </m:e>
                    </m:rad>
                    <m:r>
                      <a:rPr lang="en-US" altLang="zh-CN" sz="3000" i="1">
                        <a:latin typeface="Cambria Math" panose="02040503050406030204" pitchFamily="18" charset="0"/>
                        <a:ea typeface="Cambria Math" panose="02040503050406030204" pitchFamily="18" charset="0"/>
                      </a:rPr>
                      <m:t>≠</m:t>
                    </m:r>
                    <m:f>
                      <m:fPr>
                        <m:ctrlPr>
                          <a:rPr lang="en-US" altLang="zh-CN" sz="3000" i="1">
                            <a:latin typeface="Cambria Math" panose="02040503050406030204" pitchFamily="18" charset="0"/>
                            <a:ea typeface="Cambria Math" panose="02040503050406030204" pitchFamily="18" charset="0"/>
                          </a:rPr>
                        </m:ctrlPr>
                      </m:fPr>
                      <m:num>
                        <m:r>
                          <a:rPr lang="en-US" altLang="zh-CN" sz="3000" i="1">
                            <a:latin typeface="Cambria Math" panose="02040503050406030204" pitchFamily="18" charset="0"/>
                            <a:ea typeface="Cambria Math" panose="02040503050406030204" pitchFamily="18" charset="0"/>
                          </a:rPr>
                          <m:t>1</m:t>
                        </m:r>
                      </m:num>
                      <m:den>
                        <m:r>
                          <a:rPr lang="en-US" altLang="zh-CN" sz="3000" i="1">
                            <a:latin typeface="Cambria Math" panose="02040503050406030204" pitchFamily="18" charset="0"/>
                            <a:ea typeface="Cambria Math" panose="02040503050406030204" pitchFamily="18" charset="0"/>
                          </a:rPr>
                          <m:t>𝑛</m:t>
                        </m:r>
                      </m:den>
                    </m:f>
                    <m:r>
                      <a:rPr lang="en-US" altLang="zh-CN" sz="3000" i="1">
                        <a:latin typeface="Cambria Math" panose="02040503050406030204" pitchFamily="18" charset="0"/>
                        <a:ea typeface="Cambria Math" panose="02040503050406030204" pitchFamily="18" charset="0"/>
                      </a:rPr>
                      <m:t>𝐿𝑛𝑧</m:t>
                    </m:r>
                  </m:oMath>
                </a14:m>
                <a:endParaRPr lang="en-US" altLang="zh-CN" sz="3000" dirty="0">
                  <a:latin typeface="楷体" panose="02010609060101010101" pitchFamily="49" charset="-122"/>
                  <a:ea typeface="Cambria Math" panose="02040503050406030204" pitchFamily="18" charset="0"/>
                </a:endParaRPr>
              </a:p>
            </p:txBody>
          </p:sp>
        </mc:Choice>
        <mc:Fallback>
          <p:sp>
            <p:nvSpPr>
              <p:cNvPr id="9" name="标题 1"/>
              <p:cNvSpPr txBox="1">
                <a:spLocks noRot="1" noChangeAspect="1" noMove="1" noResize="1" noEditPoints="1" noAdjustHandles="1" noChangeArrowheads="1" noChangeShapeType="1" noTextEdit="1"/>
              </p:cNvSpPr>
              <p:nvPr/>
            </p:nvSpPr>
            <p:spPr>
              <a:xfrm>
                <a:off x="544748" y="2313833"/>
                <a:ext cx="5873591" cy="698183"/>
              </a:xfrm>
              <a:prstGeom prst="rect">
                <a:avLst/>
              </a:prstGeom>
              <a:blipFill rotWithShape="1">
                <a:blip r:embed="rId3"/>
                <a:stretch>
                  <a:fillRect l="-9" t="-19812" r="7" b="-1970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 name="标题 1"/>
              <p:cNvSpPr txBox="1"/>
              <p:nvPr/>
            </p:nvSpPr>
            <p:spPr>
              <a:xfrm>
                <a:off x="165886" y="3269067"/>
                <a:ext cx="8572500" cy="127539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20000"/>
                  </a:lnSpc>
                  <a:buFont typeface="Arial" panose="020B0604020202020204" pitchFamily="34" charset="0"/>
                  <a:buChar char="•"/>
                </a:pPr>
                <a14:m>
                  <m:oMath xmlns:m="http://schemas.openxmlformats.org/officeDocument/2006/math">
                    <m:r>
                      <a:rPr lang="en-US" altLang="zh-CN" sz="3000" i="1" smtClean="0">
                        <a:latin typeface="Cambria Math" panose="02040503050406030204" pitchFamily="18" charset="0"/>
                        <a:ea typeface="楷体" panose="02010609060101010101" pitchFamily="49" charset="-122"/>
                      </a:rPr>
                      <m:t>𝑙𝑛𝑧</m:t>
                    </m:r>
                    <m:r>
                      <a:rPr lang="en-US" altLang="zh-CN" sz="3000" i="1" smtClean="0">
                        <a:latin typeface="Cambria Math" panose="02040503050406030204" pitchFamily="18" charset="0"/>
                        <a:ea typeface="楷体" panose="02010609060101010101" pitchFamily="49" charset="-122"/>
                      </a:rPr>
                      <m:t>=</m:t>
                    </m:r>
                    <m:r>
                      <a:rPr lang="en-US" altLang="zh-CN" sz="3000" i="1" smtClean="0">
                        <a:latin typeface="Cambria Math" panose="02040503050406030204" pitchFamily="18" charset="0"/>
                        <a:ea typeface="楷体" panose="02010609060101010101" pitchFamily="49" charset="-122"/>
                      </a:rPr>
                      <m:t>𝑙𝑛</m:t>
                    </m:r>
                    <m:d>
                      <m:dPr>
                        <m:begChr m:val="|"/>
                        <m:endChr m:val="|"/>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𝑧</m:t>
                        </m:r>
                      </m:e>
                    </m:d>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𝑖𝑎𝑟𝑔𝑧</m:t>
                    </m:r>
                  </m:oMath>
                </a14:m>
                <a:r>
                  <a:rPr lang="en-US" altLang="zh-CN" sz="3000" dirty="0">
                    <a:latin typeface="楷体" panose="02010609060101010101" pitchFamily="49" charset="-122"/>
                    <a:ea typeface="楷体" panose="02010609060101010101" pitchFamily="49" charset="-122"/>
                  </a:rPr>
                  <a:t>,</a:t>
                </a:r>
                <a:r>
                  <a:rPr lang="en-US" altLang="zh-CN" sz="3000" dirty="0">
                    <a:ea typeface="楷体" panose="02010609060101010101" pitchFamily="49" charset="-122"/>
                  </a:rPr>
                  <a:t> </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𝑙</m:t>
                    </m:r>
                    <m:r>
                      <a:rPr lang="en-US" altLang="zh-CN" sz="3000" i="1">
                        <a:latin typeface="Cambria Math" panose="02040503050406030204" pitchFamily="18" charset="0"/>
                        <a:ea typeface="楷体" panose="02010609060101010101" pitchFamily="49" charset="-122"/>
                      </a:rPr>
                      <m:t>𝑛</m:t>
                    </m:r>
                    <m:d>
                      <m:dPr>
                        <m:begChr m:val="|"/>
                        <m:endChr m:val="|"/>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𝑧</m:t>
                        </m:r>
                      </m:e>
                    </m:d>
                    <m:r>
                      <a:rPr lang="zh-CN" altLang="en-US" sz="3000" i="1">
                        <a:latin typeface="Cambria Math" panose="02040503050406030204" pitchFamily="18" charset="0"/>
                        <a:ea typeface="楷体" panose="02010609060101010101" pitchFamily="49" charset="-122"/>
                      </a:rPr>
                      <m:t>在</m:t>
                    </m:r>
                    <m:r>
                      <a:rPr lang="en-US" altLang="zh-CN" sz="3000" i="1">
                        <a:latin typeface="Cambria Math" panose="02040503050406030204" pitchFamily="18" charset="0"/>
                        <a:ea typeface="楷体" panose="02010609060101010101" pitchFamily="49" charset="-122"/>
                      </a:rPr>
                      <m:t>𝑧</m:t>
                    </m:r>
                    <m:r>
                      <a:rPr lang="en-US" altLang="zh-CN" sz="3000" i="1">
                        <a:latin typeface="Cambria Math" panose="02040503050406030204" pitchFamily="18" charset="0"/>
                        <a:ea typeface="Cambria Math" panose="02040503050406030204" pitchFamily="18" charset="0"/>
                      </a:rPr>
                      <m:t>≠</m:t>
                    </m:r>
                    <m:r>
                      <a:rPr lang="en-US" altLang="zh-CN" sz="3000" i="1">
                        <a:latin typeface="Cambria Math" panose="02040503050406030204" pitchFamily="18" charset="0"/>
                        <a:ea typeface="Cambria Math" panose="02040503050406030204" pitchFamily="18" charset="0"/>
                      </a:rPr>
                      <m:t>0</m:t>
                    </m:r>
                  </m:oMath>
                </a14:m>
                <a:r>
                  <a:rPr lang="zh-CN" altLang="en-US" sz="3000" dirty="0">
                    <a:latin typeface="楷体" panose="02010609060101010101" pitchFamily="49" charset="-122"/>
                    <a:ea typeface="楷体" panose="02010609060101010101" pitchFamily="49" charset="-122"/>
                  </a:rPr>
                  <a:t>处连续，</a:t>
                </a:r>
                <a:r>
                  <a:rPr lang="en-US" altLang="zh-CN" sz="3000" dirty="0">
                    <a:ea typeface="楷体" panose="02010609060101010101" pitchFamily="49" charset="-122"/>
                  </a:rPr>
                  <a:t> </a:t>
                </a:r>
                <a14:m>
                  <m:oMath xmlns:m="http://schemas.openxmlformats.org/officeDocument/2006/math">
                    <m:r>
                      <a:rPr lang="en-US" altLang="zh-CN" sz="3000" i="1">
                        <a:latin typeface="Cambria Math" panose="02040503050406030204" pitchFamily="18" charset="0"/>
                        <a:ea typeface="楷体" panose="02010609060101010101" pitchFamily="49" charset="-122"/>
                      </a:rPr>
                      <m:t>𝑎𝑟𝑔𝑧</m:t>
                    </m:r>
                  </m:oMath>
                </a14:m>
                <a:r>
                  <a:rPr lang="zh-CN" altLang="en-US" sz="3000" dirty="0">
                    <a:latin typeface="楷体" panose="02010609060101010101" pitchFamily="49" charset="-122"/>
                    <a:ea typeface="楷体" panose="02010609060101010101" pitchFamily="49" charset="-122"/>
                  </a:rPr>
                  <a:t>在沿原点和负实轴割破的复平面连续，所以</a:t>
                </a:r>
                <a14:m>
                  <m:oMath xmlns:m="http://schemas.openxmlformats.org/officeDocument/2006/math">
                    <m:r>
                      <a:rPr lang="en-US" altLang="zh-CN" sz="3000" i="1">
                        <a:latin typeface="Cambria Math" panose="02040503050406030204" pitchFamily="18" charset="0"/>
                        <a:ea typeface="楷体" panose="02010609060101010101" pitchFamily="49" charset="-122"/>
                      </a:rPr>
                      <m:t>𝑙𝑛𝑧</m:t>
                    </m:r>
                  </m:oMath>
                </a14:m>
                <a:r>
                  <a:rPr lang="zh-CN" altLang="en-US" sz="3000" dirty="0">
                    <a:latin typeface="楷体" panose="02010609060101010101" pitchFamily="49" charset="-122"/>
                    <a:ea typeface="楷体" panose="02010609060101010101" pitchFamily="49" charset="-122"/>
                  </a:rPr>
                  <a:t>在除去原点及负实轴外处处连续</a:t>
                </a:r>
                <a:endParaRPr lang="en-US" altLang="zh-CN" sz="3000" dirty="0">
                  <a:latin typeface="楷体" panose="02010609060101010101" pitchFamily="49" charset="-122"/>
                  <a:ea typeface="楷体" panose="02010609060101010101" pitchFamily="49" charset="-122"/>
                </a:endParaRPr>
              </a:p>
            </p:txBody>
          </p:sp>
        </mc:Choice>
        <mc:Fallback>
          <p:sp>
            <p:nvSpPr>
              <p:cNvPr id="2" name="标题 1"/>
              <p:cNvSpPr txBox="1">
                <a:spLocks noRot="1" noChangeAspect="1" noMove="1" noResize="1" noEditPoints="1" noAdjustHandles="1" noChangeArrowheads="1" noChangeShapeType="1" noTextEdit="1"/>
              </p:cNvSpPr>
              <p:nvPr/>
            </p:nvSpPr>
            <p:spPr>
              <a:xfrm>
                <a:off x="165886" y="3269067"/>
                <a:ext cx="8572500" cy="1275398"/>
              </a:xfrm>
              <a:prstGeom prst="rect">
                <a:avLst/>
              </a:prstGeom>
              <a:blipFill rotWithShape="1">
                <a:blip r:embed="rId4"/>
                <a:stretch>
                  <a:fillRect l="-2" t="-15242" r="2" b="-1530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标题 1"/>
              <p:cNvSpPr txBox="1"/>
              <p:nvPr/>
            </p:nvSpPr>
            <p:spPr>
              <a:xfrm>
                <a:off x="221931" y="4596073"/>
                <a:ext cx="8636318" cy="1175861"/>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20000"/>
                  </a:lnSpc>
                  <a:buFont typeface="Arial" panose="020B0604020202020204" pitchFamily="34" charset="0"/>
                  <a:buChar char="•"/>
                </a:pPr>
                <a:r>
                  <a:rPr lang="zh-CN" altLang="en-US" sz="3000" dirty="0">
                    <a:latin typeface="楷体" panose="02010609060101010101" pitchFamily="49" charset="-122"/>
                    <a:ea typeface="楷体" panose="02010609060101010101" pitchFamily="49" charset="-122"/>
                  </a:rPr>
                  <a:t>由反函数求导法</a:t>
                </a:r>
                <a14:m>
                  <m:oMath xmlns:m="http://schemas.openxmlformats.org/officeDocument/2006/math">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𝑙𝑛𝑧</m:t>
                        </m:r>
                        <m:r>
                          <a:rPr lang="en-US" altLang="zh-CN" sz="3000" i="1">
                            <a:latin typeface="Cambria Math" panose="02040503050406030204" pitchFamily="18" charset="0"/>
                            <a:ea typeface="楷体" panose="02010609060101010101" pitchFamily="49" charset="-122"/>
                          </a:rPr>
                          <m:t>)</m:t>
                        </m:r>
                      </m:e>
                      <m:sup>
                        <m:r>
                          <a:rPr lang="en-US" altLang="zh-CN" sz="3000" i="1">
                            <a:latin typeface="Cambria Math" panose="02040503050406030204" pitchFamily="18" charset="0"/>
                            <a:ea typeface="楷体" panose="02010609060101010101" pitchFamily="49" charset="-122"/>
                          </a:rPr>
                          <m:t>′</m:t>
                        </m:r>
                      </m:sup>
                    </m:sSup>
                    <m:r>
                      <a:rPr lang="en-US" altLang="zh-CN" sz="3000" i="1">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zh-CN" altLang="en-US" sz="3000" i="1">
                                    <a:latin typeface="Cambria Math" panose="02040503050406030204" pitchFamily="18" charset="0"/>
                                    <a:ea typeface="楷体" panose="02010609060101010101" pitchFamily="49" charset="-122"/>
                                  </a:rPr>
                                  <m:t>𝜔</m:t>
                                </m:r>
                              </m:sup>
                            </m:sSup>
                            <m:r>
                              <a:rPr lang="en-US" altLang="zh-CN" sz="3000" i="1">
                                <a:latin typeface="Cambria Math" panose="02040503050406030204" pitchFamily="18" charset="0"/>
                                <a:ea typeface="楷体" panose="02010609060101010101" pitchFamily="49" charset="-122"/>
                              </a:rPr>
                              <m:t>)</m:t>
                            </m:r>
                          </m:e>
                          <m:sup>
                            <m:r>
                              <a:rPr lang="en-US" altLang="zh-CN" sz="3000" i="1">
                                <a:latin typeface="Cambria Math" panose="02040503050406030204" pitchFamily="18" charset="0"/>
                                <a:ea typeface="楷体" panose="02010609060101010101" pitchFamily="49" charset="-122"/>
                              </a:rPr>
                              <m:t>′</m:t>
                            </m:r>
                          </m:sup>
                        </m:sSup>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m:t>
                            </m:r>
                          </m:e>
                          <m:sub>
                            <m:r>
                              <a:rPr lang="zh-CN" altLang="en-US" sz="3000" i="1">
                                <a:latin typeface="Cambria Math" panose="02040503050406030204" pitchFamily="18" charset="0"/>
                                <a:ea typeface="楷体" panose="02010609060101010101" pitchFamily="49" charset="-122"/>
                              </a:rPr>
                              <m:t>𝜔</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𝑙𝑛𝑧</m:t>
                            </m:r>
                          </m:sub>
                        </m:sSub>
                      </m:den>
                    </m:f>
                    <m:r>
                      <a:rPr lang="en-US" altLang="zh-CN" sz="3000" i="1">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zh-CN" altLang="en-US" sz="3000" i="1">
                                <a:latin typeface="Cambria Math" panose="02040503050406030204" pitchFamily="18" charset="0"/>
                                <a:ea typeface="楷体" panose="02010609060101010101" pitchFamily="49" charset="-122"/>
                              </a:rPr>
                              <m:t>𝜔</m:t>
                            </m:r>
                          </m:sup>
                        </m:sSup>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m:t>
                            </m:r>
                          </m:e>
                          <m:sub>
                            <m:r>
                              <a:rPr lang="zh-CN" altLang="en-US" sz="3000" i="1">
                                <a:latin typeface="Cambria Math" panose="02040503050406030204" pitchFamily="18" charset="0"/>
                                <a:ea typeface="楷体" panose="02010609060101010101" pitchFamily="49" charset="-122"/>
                              </a:rPr>
                              <m:t>𝜔</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𝑙𝑛𝑧</m:t>
                            </m:r>
                          </m:sub>
                        </m:sSub>
                      </m:den>
                    </m:f>
                    <m:r>
                      <a:rPr lang="en-US" altLang="zh-CN" sz="3000" i="1">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r>
                          <a:rPr lang="en-US" altLang="zh-CN" sz="3000" i="1">
                            <a:latin typeface="Cambria Math" panose="02040503050406030204" pitchFamily="18" charset="0"/>
                            <a:ea typeface="楷体" panose="02010609060101010101" pitchFamily="49" charset="-122"/>
                          </a:rPr>
                          <m:t>𝑧</m:t>
                        </m:r>
                      </m:den>
                    </m:f>
                  </m:oMath>
                </a14:m>
                <a:endParaRPr lang="en-US" altLang="zh-CN" sz="3000" dirty="0">
                  <a:latin typeface="楷体" panose="02010609060101010101" pitchFamily="49" charset="-122"/>
                  <a:ea typeface="楷体" panose="02010609060101010101" pitchFamily="49" charset="-122"/>
                </a:endParaRPr>
              </a:p>
            </p:txBody>
          </p:sp>
        </mc:Choice>
        <mc:Fallback>
          <p:sp>
            <p:nvSpPr>
              <p:cNvPr id="4" name="标题 1"/>
              <p:cNvSpPr txBox="1">
                <a:spLocks noRot="1" noChangeAspect="1" noMove="1" noResize="1" noEditPoints="1" noAdjustHandles="1" noChangeArrowheads="1" noChangeShapeType="1" noTextEdit="1"/>
              </p:cNvSpPr>
              <p:nvPr/>
            </p:nvSpPr>
            <p:spPr>
              <a:xfrm>
                <a:off x="221931" y="4596073"/>
                <a:ext cx="8636318" cy="1175861"/>
              </a:xfrm>
              <a:prstGeom prst="rect">
                <a:avLst/>
              </a:prstGeom>
              <a:blipFill rotWithShape="1">
                <a:blip r:embed="rId5"/>
                <a:stretch>
                  <a:fillRect l="-4" t="-49" r="7" b="36"/>
                </a:stretch>
              </a:blipFill>
            </p:spPr>
            <p:txBody>
              <a:bodyPr/>
              <a:lstStyle/>
              <a:p>
                <a:r>
                  <a:rPr lang="zh-CN" altLang="en-US">
                    <a:noFill/>
                  </a:rPr>
                  <a:t> </a:t>
                </a:r>
              </a:p>
            </p:txBody>
          </p:sp>
        </mc:Fallback>
      </mc:AlternateContent>
      <p:sp>
        <p:nvSpPr>
          <p:cNvPr id="10"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2.3 </a:t>
            </a:r>
            <a:r>
              <a:rPr lang="zh-CN" altLang="en-US" sz="1800" b="1" dirty="0">
                <a:latin typeface="楷体" panose="02010609060101010101" pitchFamily="49" charset="-122"/>
                <a:ea typeface="楷体" panose="02010609060101010101" pitchFamily="49" charset="-122"/>
              </a:rPr>
              <a:t>初等函数</a:t>
            </a:r>
            <a:endParaRPr lang="zh-CN" altLang="en-US" sz="1800" b="1" dirty="0">
              <a:latin typeface="楷体" panose="02010609060101010101" pitchFamily="49" charset="-122"/>
              <a:ea typeface="楷体" panose="02010609060101010101" pitchFamily="49" charset="-122"/>
            </a:endParaRPr>
          </a:p>
        </p:txBody>
      </p:sp>
      <p:cxnSp>
        <p:nvCxnSpPr>
          <p:cNvPr id="11" name="直接连接符 10"/>
          <p:cNvCxnSpPr/>
          <p:nvPr/>
        </p:nvCxnSpPr>
        <p:spPr>
          <a:xfrm flipV="1">
            <a:off x="55289" y="531629"/>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2" grpId="0"/>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2" name="标题 1"/>
              <p:cNvSpPr txBox="1"/>
              <p:nvPr/>
            </p:nvSpPr>
            <p:spPr>
              <a:xfrm>
                <a:off x="122036" y="531629"/>
                <a:ext cx="8563928" cy="70866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𝐸𝑔</m:t>
                    </m:r>
                    <m:r>
                      <a:rPr lang="en-US" altLang="zh-CN" sz="3000" b="0" i="1" smtClean="0">
                        <a:latin typeface="Cambria Math" panose="02040503050406030204" pitchFamily="18" charset="0"/>
                        <a:ea typeface="楷体" panose="02010609060101010101" pitchFamily="49" charset="-122"/>
                      </a:rPr>
                      <m:t>:</m:t>
                    </m:r>
                  </m:oMath>
                </a14:m>
                <a:r>
                  <a:rPr lang="zh-CN" altLang="en-US" sz="3000" dirty="0">
                    <a:latin typeface="楷体" panose="02010609060101010101" pitchFamily="49" charset="-122"/>
                    <a:ea typeface="楷体" panose="02010609060101010101" pitchFamily="49" charset="-122"/>
                  </a:rPr>
                  <a:t>求</a:t>
                </a:r>
                <a14:m>
                  <m:oMath xmlns:m="http://schemas.openxmlformats.org/officeDocument/2006/math">
                    <m:r>
                      <a:rPr lang="en-US" altLang="zh-CN" sz="3000" i="1" dirty="0">
                        <a:latin typeface="Cambria Math" panose="02040503050406030204" pitchFamily="18" charset="0"/>
                        <a:ea typeface="楷体" panose="02010609060101010101" pitchFamily="49" charset="-122"/>
                        <a:cs typeface="Cambria Math" panose="02040503050406030204" pitchFamily="18" charset="0"/>
                      </a:rPr>
                      <m:t>𝐿𝑛𝑖</m:t>
                    </m:r>
                    <m:r>
                      <a:rPr lang="en-US" altLang="zh-CN" sz="3000" i="1" dirty="0">
                        <a:latin typeface="Cambria Math" panose="02040503050406030204" pitchFamily="18" charset="0"/>
                        <a:ea typeface="楷体" panose="02010609060101010101" pitchFamily="49" charset="-122"/>
                        <a:cs typeface="Cambria Math" panose="02040503050406030204" pitchFamily="18" charset="0"/>
                      </a:rPr>
                      <m:t>,  </m:t>
                    </m:r>
                    <m:r>
                      <a:rPr lang="en-US" altLang="zh-CN" sz="3000" i="1" dirty="0">
                        <a:latin typeface="Cambria Math" panose="02040503050406030204" pitchFamily="18" charset="0"/>
                        <a:ea typeface="楷体" panose="02010609060101010101" pitchFamily="49" charset="-122"/>
                        <a:cs typeface="Cambria Math" panose="02040503050406030204" pitchFamily="18" charset="0"/>
                      </a:rPr>
                      <m:t>𝐿𝑛</m:t>
                    </m:r>
                    <m:r>
                      <a:rPr lang="en-US" altLang="zh-CN" sz="3000" i="1" dirty="0">
                        <a:latin typeface="Cambria Math" panose="02040503050406030204" pitchFamily="18" charset="0"/>
                        <a:ea typeface="楷体" panose="02010609060101010101" pitchFamily="49" charset="-122"/>
                        <a:cs typeface="Cambria Math" panose="02040503050406030204" pitchFamily="18" charset="0"/>
                      </a:rPr>
                      <m:t>(</m:t>
                    </m:r>
                    <m:r>
                      <a:rPr lang="en-US" altLang="zh-CN" sz="3000" i="1" dirty="0">
                        <a:latin typeface="Cambria Math" panose="02040503050406030204" pitchFamily="18" charset="0"/>
                        <a:ea typeface="楷体" panose="02010609060101010101" pitchFamily="49" charset="-122"/>
                        <a:cs typeface="Cambria Math" panose="02040503050406030204" pitchFamily="18" charset="0"/>
                      </a:rPr>
                      <m:t>3</m:t>
                    </m:r>
                    <m:r>
                      <a:rPr lang="en-US" altLang="zh-CN" sz="3000" i="1" dirty="0">
                        <a:latin typeface="Cambria Math" panose="02040503050406030204" pitchFamily="18" charset="0"/>
                        <a:ea typeface="楷体" panose="02010609060101010101" pitchFamily="49" charset="-122"/>
                        <a:cs typeface="Cambria Math" panose="02040503050406030204" pitchFamily="18" charset="0"/>
                      </a:rPr>
                      <m:t>+</m:t>
                    </m:r>
                    <m:r>
                      <a:rPr lang="en-US" altLang="zh-CN" sz="3000" i="1" dirty="0">
                        <a:latin typeface="Cambria Math" panose="02040503050406030204" pitchFamily="18" charset="0"/>
                        <a:ea typeface="楷体" panose="02010609060101010101" pitchFamily="49" charset="-122"/>
                        <a:cs typeface="Cambria Math" panose="02040503050406030204" pitchFamily="18" charset="0"/>
                      </a:rPr>
                      <m:t>4</m:t>
                    </m:r>
                    <m:r>
                      <a:rPr lang="en-US" altLang="zh-CN" sz="3000" i="1" dirty="0">
                        <a:latin typeface="Cambria Math" panose="02040503050406030204" pitchFamily="18" charset="0"/>
                        <a:ea typeface="楷体" panose="02010609060101010101" pitchFamily="49" charset="-122"/>
                        <a:cs typeface="Cambria Math" panose="02040503050406030204" pitchFamily="18" charset="0"/>
                      </a:rPr>
                      <m:t>𝑖</m:t>
                    </m:r>
                    <m:r>
                      <a:rPr lang="en-US" altLang="zh-CN" sz="3000" i="1" dirty="0">
                        <a:latin typeface="Cambria Math" panose="02040503050406030204" pitchFamily="18" charset="0"/>
                        <a:ea typeface="楷体" panose="02010609060101010101" pitchFamily="49" charset="-122"/>
                        <a:cs typeface="Cambria Math" panose="02040503050406030204" pitchFamily="18" charset="0"/>
                      </a:rPr>
                      <m:t>),  </m:t>
                    </m:r>
                    <m:r>
                      <a:rPr lang="en-US" altLang="zh-CN" sz="3000" i="1" dirty="0">
                        <a:latin typeface="Cambria Math" panose="02040503050406030204" pitchFamily="18" charset="0"/>
                        <a:ea typeface="楷体" panose="02010609060101010101" pitchFamily="49" charset="-122"/>
                        <a:cs typeface="Cambria Math" panose="02040503050406030204" pitchFamily="18" charset="0"/>
                      </a:rPr>
                      <m:t>𝐿𝑛</m:t>
                    </m:r>
                    <m:r>
                      <a:rPr lang="en-US" altLang="zh-CN" sz="3000" i="1" dirty="0">
                        <a:latin typeface="Cambria Math" panose="02040503050406030204" pitchFamily="18" charset="0"/>
                        <a:ea typeface="楷体" panose="02010609060101010101" pitchFamily="49" charset="-122"/>
                        <a:cs typeface="Cambria Math" panose="02040503050406030204" pitchFamily="18" charset="0"/>
                      </a:rPr>
                      <m:t>3</m:t>
                    </m:r>
                    <m:r>
                      <a:rPr lang="en-US" altLang="zh-CN" sz="3000" i="1" dirty="0">
                        <a:latin typeface="Cambria Math" panose="02040503050406030204" pitchFamily="18" charset="0"/>
                        <a:ea typeface="楷体" panose="02010609060101010101" pitchFamily="49" charset="-122"/>
                        <a:cs typeface="Cambria Math" panose="02040503050406030204" pitchFamily="18" charset="0"/>
                      </a:rPr>
                      <m:t>,  </m:t>
                    </m:r>
                    <m:r>
                      <a:rPr lang="en-US" altLang="zh-CN" sz="3000" i="1" dirty="0">
                        <a:latin typeface="Cambria Math" panose="02040503050406030204" pitchFamily="18" charset="0"/>
                        <a:ea typeface="楷体" panose="02010609060101010101" pitchFamily="49" charset="-122"/>
                        <a:cs typeface="Cambria Math" panose="02040503050406030204" pitchFamily="18" charset="0"/>
                      </a:rPr>
                      <m:t>𝐿𝑛</m:t>
                    </m:r>
                    <m:r>
                      <a:rPr lang="en-US" altLang="zh-CN" sz="3000" i="1" dirty="0">
                        <a:latin typeface="Cambria Math" panose="02040503050406030204" pitchFamily="18" charset="0"/>
                        <a:ea typeface="楷体" panose="02010609060101010101" pitchFamily="49" charset="-122"/>
                        <a:cs typeface="Cambria Math" panose="02040503050406030204" pitchFamily="18" charset="0"/>
                      </a:rPr>
                      <m:t>(−</m:t>
                    </m:r>
                    <m:r>
                      <a:rPr lang="en-US" altLang="zh-CN" sz="3000" i="1" dirty="0">
                        <a:latin typeface="Cambria Math" panose="02040503050406030204" pitchFamily="18" charset="0"/>
                        <a:ea typeface="楷体" panose="02010609060101010101" pitchFamily="49" charset="-122"/>
                        <a:cs typeface="Cambria Math" panose="02040503050406030204" pitchFamily="18" charset="0"/>
                      </a:rPr>
                      <m:t>3</m:t>
                    </m:r>
                    <m:r>
                      <a:rPr lang="en-US" altLang="zh-CN" sz="3000" i="1" dirty="0">
                        <a:latin typeface="Cambria Math" panose="02040503050406030204" pitchFamily="18" charset="0"/>
                        <a:ea typeface="楷体" panose="02010609060101010101" pitchFamily="49" charset="-122"/>
                        <a:cs typeface="Cambria Math" panose="02040503050406030204" pitchFamily="18" charset="0"/>
                      </a:rPr>
                      <m:t>)</m:t>
                    </m:r>
                  </m:oMath>
                </a14:m>
                <a:r>
                  <a:rPr lang="zh-CN" altLang="en-US" sz="3000" dirty="0">
                    <a:latin typeface="Cambria Math" panose="02040503050406030204" pitchFamily="18" charset="0"/>
                    <a:ea typeface="楷体" panose="02010609060101010101" pitchFamily="49" charset="-122"/>
                    <a:cs typeface="Cambria Math" panose="02040503050406030204" pitchFamily="18" charset="0"/>
                  </a:rPr>
                  <a:t>的值</a:t>
                </a:r>
                <a:endParaRPr lang="zh-CN" altLang="en-US" sz="3000"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12" name="标题 1"/>
              <p:cNvSpPr txBox="1">
                <a:spLocks noRot="1" noChangeAspect="1" noMove="1" noResize="1" noEditPoints="1" noAdjustHandles="1" noChangeArrowheads="1" noChangeShapeType="1" noTextEdit="1"/>
              </p:cNvSpPr>
              <p:nvPr/>
            </p:nvSpPr>
            <p:spPr>
              <a:xfrm>
                <a:off x="122036" y="531629"/>
                <a:ext cx="8563928" cy="708660"/>
              </a:xfrm>
              <a:prstGeom prst="rect">
                <a:avLst/>
              </a:prstGeom>
              <a:blipFill rotWithShape="1">
                <a:blip r:embed="rId1"/>
                <a:stretch>
                  <a:fillRect l="-1" t="-19" r="5" b="19"/>
                </a:stretch>
              </a:blipFill>
            </p:spPr>
            <p:txBody>
              <a:bodyPr/>
              <a:lstStyle/>
              <a:p>
                <a:r>
                  <a:rPr lang="zh-CN" altLang="en-US">
                    <a:noFill/>
                  </a:rPr>
                  <a:t> </a:t>
                </a:r>
              </a:p>
            </p:txBody>
          </p:sp>
        </mc:Fallback>
      </mc:AlternateContent>
      <p:sp>
        <p:nvSpPr>
          <p:cNvPr id="2"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2.3 </a:t>
            </a:r>
            <a:r>
              <a:rPr lang="zh-CN" altLang="en-US" sz="1800" b="1" dirty="0">
                <a:latin typeface="楷体" panose="02010609060101010101" pitchFamily="49" charset="-122"/>
                <a:ea typeface="楷体" panose="02010609060101010101" pitchFamily="49" charset="-122"/>
              </a:rPr>
              <a:t>初等函数</a:t>
            </a:r>
            <a:endParaRPr lang="zh-CN" altLang="en-US" sz="1800" b="1" dirty="0">
              <a:latin typeface="楷体" panose="02010609060101010101" pitchFamily="49" charset="-122"/>
              <a:ea typeface="楷体" panose="02010609060101010101" pitchFamily="49" charset="-122"/>
            </a:endParaRPr>
          </a:p>
        </p:txBody>
      </p:sp>
      <p:cxnSp>
        <p:nvCxnSpPr>
          <p:cNvPr id="3" name="直接连接符 2"/>
          <p:cNvCxnSpPr/>
          <p:nvPr/>
        </p:nvCxnSpPr>
        <p:spPr>
          <a:xfrm flipV="1">
            <a:off x="55289" y="531629"/>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7" name="标题 1"/>
              <p:cNvSpPr txBox="1"/>
              <p:nvPr/>
            </p:nvSpPr>
            <p:spPr>
              <a:xfrm>
                <a:off x="188783" y="1227531"/>
                <a:ext cx="5012894" cy="70866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楷体" panose="02010609060101010101" pitchFamily="49" charset="-122"/>
                    <a:ea typeface="楷体" panose="02010609060101010101" pitchFamily="49" charset="-122"/>
                  </a:rPr>
                  <a:t>解：</a:t>
                </a:r>
                <a14:m>
                  <m:oMath xmlns:m="http://schemas.openxmlformats.org/officeDocument/2006/math">
                    <m:r>
                      <a:rPr lang="en-US" altLang="zh-CN" sz="3000" i="1" dirty="0">
                        <a:latin typeface="Cambria Math" panose="02040503050406030204" pitchFamily="18" charset="0"/>
                        <a:ea typeface="楷体" panose="02010609060101010101" pitchFamily="49" charset="-122"/>
                        <a:cs typeface="Cambria Math" panose="02040503050406030204" pitchFamily="18" charset="0"/>
                      </a:rPr>
                      <m:t>𝐿𝑛𝑖</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m:t>
                    </m:r>
                    <m:func>
                      <m:funcPr>
                        <m:ctrlP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ctrlPr>
                      </m:funcPr>
                      <m:fName>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𝑙𝑛</m:t>
                        </m:r>
                      </m:fName>
                      <m:e>
                        <m:d>
                          <m:dPr>
                            <m:begChr m:val="|"/>
                            <m:endChr m:val="|"/>
                            <m:ctrlP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ctrlPr>
                          </m:dPr>
                          <m:e>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𝑖</m:t>
                            </m:r>
                          </m:e>
                        </m:d>
                      </m:e>
                    </m:func>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𝑖</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m:t>
                    </m:r>
                    <m:f>
                      <m:fPr>
                        <m:ctrlPr>
                          <a:rPr lang="en-US" altLang="zh-CN" sz="3000" b="0" i="1" dirty="0" smtClean="0">
                            <a:latin typeface="Cambria Math" panose="02040503050406030204" pitchFamily="18" charset="0"/>
                            <a:ea typeface="楷体" panose="02010609060101010101" pitchFamily="49" charset="-122"/>
                          </a:rPr>
                        </m:ctrlPr>
                      </m:fPr>
                      <m:num>
                        <m:r>
                          <a:rPr lang="zh-CN" altLang="en-US" sz="3000" b="0" i="1" dirty="0" smtClean="0">
                            <a:latin typeface="Cambria Math" panose="02040503050406030204" pitchFamily="18" charset="0"/>
                            <a:ea typeface="楷体" panose="02010609060101010101" pitchFamily="49" charset="-122"/>
                          </a:rPr>
                          <m:t>𝜋</m:t>
                        </m:r>
                      </m:num>
                      <m:den>
                        <m:r>
                          <a:rPr lang="en-US" altLang="zh-CN" sz="3000" b="0" i="1" dirty="0" smtClean="0">
                            <a:latin typeface="Cambria Math" panose="02040503050406030204" pitchFamily="18" charset="0"/>
                            <a:ea typeface="楷体" panose="02010609060101010101" pitchFamily="49" charset="-122"/>
                          </a:rPr>
                          <m:t>2</m:t>
                        </m:r>
                      </m:den>
                    </m:f>
                    <m:r>
                      <a:rPr lang="en-US" altLang="zh-CN" sz="3000" b="0" i="1" dirty="0" smtClean="0">
                        <a:latin typeface="Cambria Math" panose="02040503050406030204" pitchFamily="18" charset="0"/>
                        <a:ea typeface="楷体" panose="02010609060101010101" pitchFamily="49" charset="-122"/>
                      </a:rPr>
                      <m:t>+</m:t>
                    </m:r>
                    <m:r>
                      <a:rPr lang="en-US" altLang="zh-CN" sz="3000" b="0" i="1" dirty="0" smtClean="0">
                        <a:latin typeface="Cambria Math" panose="02040503050406030204" pitchFamily="18" charset="0"/>
                        <a:ea typeface="楷体" panose="02010609060101010101" pitchFamily="49" charset="-122"/>
                      </a:rPr>
                      <m:t>2</m:t>
                    </m:r>
                    <m:r>
                      <a:rPr lang="en-US" altLang="zh-CN" sz="3000" b="0" i="1" dirty="0" smtClean="0">
                        <a:latin typeface="Cambria Math" panose="02040503050406030204" pitchFamily="18" charset="0"/>
                        <a:ea typeface="楷体" panose="02010609060101010101" pitchFamily="49" charset="-122"/>
                      </a:rPr>
                      <m:t>𝑘</m:t>
                    </m:r>
                    <m:r>
                      <a:rPr lang="zh-CN" altLang="en-US" sz="3000" b="0" i="1" dirty="0" smtClean="0">
                        <a:latin typeface="Cambria Math" panose="02040503050406030204" pitchFamily="18" charset="0"/>
                        <a:ea typeface="楷体" panose="02010609060101010101" pitchFamily="49" charset="-122"/>
                      </a:rPr>
                      <m:t>𝜋</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m:t>
                    </m:r>
                  </m:oMath>
                </a14:m>
                <a:endParaRPr lang="zh-CN" altLang="en-US" sz="3000"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7" name="标题 1"/>
              <p:cNvSpPr txBox="1">
                <a:spLocks noRot="1" noChangeAspect="1" noMove="1" noResize="1" noEditPoints="1" noAdjustHandles="1" noChangeArrowheads="1" noChangeShapeType="1" noTextEdit="1"/>
              </p:cNvSpPr>
              <p:nvPr/>
            </p:nvSpPr>
            <p:spPr>
              <a:xfrm>
                <a:off x="188783" y="1227531"/>
                <a:ext cx="5012894" cy="708660"/>
              </a:xfrm>
              <a:prstGeom prst="rect">
                <a:avLst/>
              </a:prstGeom>
              <a:blipFill rotWithShape="1">
                <a:blip r:embed="rId2"/>
                <a:stretch>
                  <a:fillRect l="-4" t="-12556" r="8" b="-1271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标题 1"/>
              <p:cNvSpPr txBox="1"/>
              <p:nvPr/>
            </p:nvSpPr>
            <p:spPr>
              <a:xfrm>
                <a:off x="4798199" y="1231992"/>
                <a:ext cx="3206908" cy="70866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0</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𝑖</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m:t>
                      </m:r>
                      <m:f>
                        <m:fPr>
                          <m:ctrlPr>
                            <a:rPr lang="en-US" altLang="zh-CN" sz="3000" b="0" i="1" dirty="0" smtClean="0">
                              <a:latin typeface="Cambria Math" panose="02040503050406030204" pitchFamily="18" charset="0"/>
                              <a:ea typeface="楷体" panose="02010609060101010101" pitchFamily="49" charset="-122"/>
                            </a:rPr>
                          </m:ctrlPr>
                        </m:fPr>
                        <m:num>
                          <m:r>
                            <a:rPr lang="zh-CN" altLang="en-US" sz="3000" b="0" i="1" dirty="0" smtClean="0">
                              <a:latin typeface="Cambria Math" panose="02040503050406030204" pitchFamily="18" charset="0"/>
                              <a:ea typeface="楷体" panose="02010609060101010101" pitchFamily="49" charset="-122"/>
                            </a:rPr>
                            <m:t>𝜋</m:t>
                          </m:r>
                        </m:num>
                        <m:den>
                          <m:r>
                            <a:rPr lang="en-US" altLang="zh-CN" sz="3000" b="0" i="1" dirty="0" smtClean="0">
                              <a:latin typeface="Cambria Math" panose="02040503050406030204" pitchFamily="18" charset="0"/>
                              <a:ea typeface="楷体" panose="02010609060101010101" pitchFamily="49" charset="-122"/>
                            </a:rPr>
                            <m:t>2</m:t>
                          </m:r>
                        </m:den>
                      </m:f>
                      <m:r>
                        <a:rPr lang="en-US" altLang="zh-CN" sz="3000" b="0" i="1" dirty="0" smtClean="0">
                          <a:latin typeface="Cambria Math" panose="02040503050406030204" pitchFamily="18" charset="0"/>
                          <a:ea typeface="楷体" panose="02010609060101010101" pitchFamily="49" charset="-122"/>
                        </a:rPr>
                        <m:t>+</m:t>
                      </m:r>
                      <m:r>
                        <a:rPr lang="en-US" altLang="zh-CN" sz="3000" b="0" i="1" dirty="0" smtClean="0">
                          <a:latin typeface="Cambria Math" panose="02040503050406030204" pitchFamily="18" charset="0"/>
                          <a:ea typeface="楷体" panose="02010609060101010101" pitchFamily="49" charset="-122"/>
                        </a:rPr>
                        <m:t>2</m:t>
                      </m:r>
                      <m:r>
                        <a:rPr lang="en-US" altLang="zh-CN" sz="3000" b="0" i="1" dirty="0" smtClean="0">
                          <a:latin typeface="Cambria Math" panose="02040503050406030204" pitchFamily="18" charset="0"/>
                          <a:ea typeface="楷体" panose="02010609060101010101" pitchFamily="49" charset="-122"/>
                        </a:rPr>
                        <m:t>𝑘</m:t>
                      </m:r>
                      <m:r>
                        <a:rPr lang="zh-CN" altLang="en-US" sz="3000" b="0" i="1" dirty="0" smtClean="0">
                          <a:latin typeface="Cambria Math" panose="02040503050406030204" pitchFamily="18" charset="0"/>
                          <a:ea typeface="楷体" panose="02010609060101010101" pitchFamily="49" charset="-122"/>
                        </a:rPr>
                        <m:t>𝜋</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m:t>
                      </m:r>
                    </m:oMath>
                  </m:oMathPara>
                </a14:m>
                <a:endParaRPr lang="zh-CN" altLang="en-US" sz="3000"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8" name="标题 1"/>
              <p:cNvSpPr txBox="1">
                <a:spLocks noRot="1" noChangeAspect="1" noMove="1" noResize="1" noEditPoints="1" noAdjustHandles="1" noChangeArrowheads="1" noChangeShapeType="1" noTextEdit="1"/>
              </p:cNvSpPr>
              <p:nvPr/>
            </p:nvSpPr>
            <p:spPr>
              <a:xfrm>
                <a:off x="4798199" y="1231992"/>
                <a:ext cx="3206908" cy="708660"/>
              </a:xfrm>
              <a:prstGeom prst="rect">
                <a:avLst/>
              </a:prstGeom>
              <a:blipFill rotWithShape="1">
                <a:blip r:embed="rId3"/>
                <a:stretch>
                  <a:fillRect l="-4" t="-31465" r="9" b="-3152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标题 1"/>
              <p:cNvSpPr txBox="1"/>
              <p:nvPr/>
            </p:nvSpPr>
            <p:spPr>
              <a:xfrm>
                <a:off x="667717" y="1945113"/>
                <a:ext cx="7863854" cy="70866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i="1" dirty="0" smtClean="0">
                          <a:latin typeface="Cambria Math" panose="02040503050406030204" pitchFamily="18" charset="0"/>
                          <a:ea typeface="楷体" panose="02010609060101010101" pitchFamily="49" charset="-122"/>
                          <a:cs typeface="Cambria Math" panose="02040503050406030204" pitchFamily="18" charset="0"/>
                        </a:rPr>
                        <m:t>𝐿𝑛</m:t>
                      </m:r>
                      <m:r>
                        <a:rPr lang="en-US" altLang="zh-CN" sz="3000" i="1" dirty="0" smtClean="0">
                          <a:latin typeface="Cambria Math" panose="02040503050406030204" pitchFamily="18" charset="0"/>
                          <a:ea typeface="楷体" panose="02010609060101010101" pitchFamily="49" charset="-122"/>
                          <a:cs typeface="Cambria Math" panose="02040503050406030204" pitchFamily="18" charset="0"/>
                        </a:rPr>
                        <m:t>(</m:t>
                      </m:r>
                      <m:r>
                        <a:rPr lang="en-US" altLang="zh-CN" sz="3000" i="1" dirty="0" smtClean="0">
                          <a:latin typeface="Cambria Math" panose="02040503050406030204" pitchFamily="18" charset="0"/>
                          <a:ea typeface="楷体" panose="02010609060101010101" pitchFamily="49" charset="-122"/>
                          <a:cs typeface="Cambria Math" panose="02040503050406030204" pitchFamily="18" charset="0"/>
                        </a:rPr>
                        <m:t>3</m:t>
                      </m:r>
                      <m:r>
                        <a:rPr lang="en-US" altLang="zh-CN" sz="3000" i="1" dirty="0" smtClean="0">
                          <a:latin typeface="Cambria Math" panose="02040503050406030204" pitchFamily="18" charset="0"/>
                          <a:ea typeface="楷体" panose="02010609060101010101" pitchFamily="49" charset="-122"/>
                          <a:cs typeface="Cambria Math" panose="02040503050406030204" pitchFamily="18" charset="0"/>
                        </a:rPr>
                        <m:t>+</m:t>
                      </m:r>
                      <m:r>
                        <a:rPr lang="en-US" altLang="zh-CN" sz="3000" i="1" dirty="0" smtClean="0">
                          <a:latin typeface="Cambria Math" panose="02040503050406030204" pitchFamily="18" charset="0"/>
                          <a:ea typeface="楷体" panose="02010609060101010101" pitchFamily="49" charset="-122"/>
                          <a:cs typeface="Cambria Math" panose="02040503050406030204" pitchFamily="18" charset="0"/>
                        </a:rPr>
                        <m:t>4</m:t>
                      </m:r>
                      <m:r>
                        <a:rPr lang="en-US" altLang="zh-CN" sz="3000" i="1" dirty="0" smtClean="0">
                          <a:latin typeface="Cambria Math" panose="02040503050406030204" pitchFamily="18" charset="0"/>
                          <a:ea typeface="楷体" panose="02010609060101010101" pitchFamily="49" charset="-122"/>
                          <a:cs typeface="Cambria Math" panose="02040503050406030204" pitchFamily="18" charset="0"/>
                        </a:rPr>
                        <m:t>𝑖</m:t>
                      </m:r>
                      <m:r>
                        <a:rPr lang="en-US" altLang="zh-CN" sz="3000" i="1" dirty="0" smtClean="0">
                          <a:latin typeface="Cambria Math" panose="02040503050406030204" pitchFamily="18" charset="0"/>
                          <a:ea typeface="楷体" panose="02010609060101010101" pitchFamily="49" charset="-122"/>
                          <a:cs typeface="Cambria Math" panose="02040503050406030204" pitchFamily="18" charset="0"/>
                        </a:rPr>
                        <m:t>)=</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𝑙𝑛</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3</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4</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𝑖</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𝑖</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𝑎𝑟𝑐𝑡𝑎𝑛</m:t>
                      </m:r>
                      <m:f>
                        <m:fPr>
                          <m:ctrlPr>
                            <a:rPr lang="en-US" altLang="zh-CN" sz="3000" b="0" i="1" dirty="0" smtClean="0">
                              <a:latin typeface="Cambria Math" panose="02040503050406030204" pitchFamily="18" charset="0"/>
                              <a:ea typeface="楷体" panose="02010609060101010101" pitchFamily="49" charset="-122"/>
                            </a:rPr>
                          </m:ctrlPr>
                        </m:fPr>
                        <m:num>
                          <m:r>
                            <a:rPr lang="en-US" altLang="zh-CN" sz="3000" b="0" i="1" dirty="0" smtClean="0">
                              <a:latin typeface="Cambria Math" panose="02040503050406030204" pitchFamily="18" charset="0"/>
                              <a:ea typeface="楷体" panose="02010609060101010101" pitchFamily="49" charset="-122"/>
                            </a:rPr>
                            <m:t>4</m:t>
                          </m:r>
                        </m:num>
                        <m:den>
                          <m:r>
                            <a:rPr lang="en-US" altLang="zh-CN" sz="3000" b="0" i="1" dirty="0" smtClean="0">
                              <a:latin typeface="Cambria Math" panose="02040503050406030204" pitchFamily="18" charset="0"/>
                              <a:ea typeface="楷体" panose="02010609060101010101" pitchFamily="49" charset="-122"/>
                            </a:rPr>
                            <m:t>3</m:t>
                          </m:r>
                        </m:den>
                      </m:f>
                      <m:r>
                        <a:rPr lang="en-US" altLang="zh-CN" sz="3000" b="0" i="1" dirty="0" smtClean="0">
                          <a:latin typeface="Cambria Math" panose="02040503050406030204" pitchFamily="18" charset="0"/>
                          <a:ea typeface="楷体" panose="02010609060101010101" pitchFamily="49" charset="-122"/>
                        </a:rPr>
                        <m:t>+</m:t>
                      </m:r>
                      <m:r>
                        <a:rPr lang="en-US" altLang="zh-CN" sz="3000" b="0" i="1" dirty="0" smtClean="0">
                          <a:latin typeface="Cambria Math" panose="02040503050406030204" pitchFamily="18" charset="0"/>
                          <a:ea typeface="楷体" panose="02010609060101010101" pitchFamily="49" charset="-122"/>
                        </a:rPr>
                        <m:t>2</m:t>
                      </m:r>
                      <m:r>
                        <a:rPr lang="en-US" altLang="zh-CN" sz="3000" b="0" i="1" dirty="0" smtClean="0">
                          <a:latin typeface="Cambria Math" panose="02040503050406030204" pitchFamily="18" charset="0"/>
                          <a:ea typeface="楷体" panose="02010609060101010101" pitchFamily="49" charset="-122"/>
                        </a:rPr>
                        <m:t>𝑘</m:t>
                      </m:r>
                      <m:r>
                        <a:rPr lang="zh-CN" altLang="en-US" sz="3000" b="0" i="1" dirty="0" smtClean="0">
                          <a:latin typeface="Cambria Math" panose="02040503050406030204" pitchFamily="18" charset="0"/>
                          <a:ea typeface="楷体" panose="02010609060101010101" pitchFamily="49" charset="-122"/>
                        </a:rPr>
                        <m:t>𝜋</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m:t>
                      </m:r>
                    </m:oMath>
                  </m:oMathPara>
                </a14:m>
                <a:endParaRPr lang="zh-CN" altLang="en-US" sz="3000"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9" name="标题 1"/>
              <p:cNvSpPr txBox="1">
                <a:spLocks noRot="1" noChangeAspect="1" noMove="1" noResize="1" noEditPoints="1" noAdjustHandles="1" noChangeArrowheads="1" noChangeShapeType="1" noTextEdit="1"/>
              </p:cNvSpPr>
              <p:nvPr/>
            </p:nvSpPr>
            <p:spPr>
              <a:xfrm>
                <a:off x="667717" y="1945113"/>
                <a:ext cx="7863854" cy="708660"/>
              </a:xfrm>
              <a:prstGeom prst="rect">
                <a:avLst/>
              </a:prstGeom>
              <a:blipFill rotWithShape="1">
                <a:blip r:embed="rId4"/>
                <a:stretch>
                  <a:fillRect l="-4" t="-39890" r="4" b="-3994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标题 1"/>
              <p:cNvSpPr txBox="1"/>
              <p:nvPr/>
            </p:nvSpPr>
            <p:spPr>
              <a:xfrm>
                <a:off x="2695230" y="2606576"/>
                <a:ext cx="4688185" cy="70866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𝑙𝑛</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5</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𝑖</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𝑎𝑟𝑐𝑡𝑎𝑛</m:t>
                      </m:r>
                      <m:f>
                        <m:fPr>
                          <m:ctrlPr>
                            <a:rPr lang="en-US" altLang="zh-CN" sz="3000" b="0" i="1" dirty="0" smtClean="0">
                              <a:latin typeface="Cambria Math" panose="02040503050406030204" pitchFamily="18" charset="0"/>
                              <a:ea typeface="楷体" panose="02010609060101010101" pitchFamily="49" charset="-122"/>
                            </a:rPr>
                          </m:ctrlPr>
                        </m:fPr>
                        <m:num>
                          <m:r>
                            <a:rPr lang="en-US" altLang="zh-CN" sz="3000" b="0" i="1" dirty="0" smtClean="0">
                              <a:latin typeface="Cambria Math" panose="02040503050406030204" pitchFamily="18" charset="0"/>
                              <a:ea typeface="楷体" panose="02010609060101010101" pitchFamily="49" charset="-122"/>
                            </a:rPr>
                            <m:t>4</m:t>
                          </m:r>
                        </m:num>
                        <m:den>
                          <m:r>
                            <a:rPr lang="en-US" altLang="zh-CN" sz="3000" b="0" i="1" dirty="0" smtClean="0">
                              <a:latin typeface="Cambria Math" panose="02040503050406030204" pitchFamily="18" charset="0"/>
                              <a:ea typeface="楷体" panose="02010609060101010101" pitchFamily="49" charset="-122"/>
                            </a:rPr>
                            <m:t>3</m:t>
                          </m:r>
                        </m:den>
                      </m:f>
                      <m:r>
                        <a:rPr lang="en-US" altLang="zh-CN" sz="3000" b="0" i="1" dirty="0" smtClean="0">
                          <a:latin typeface="Cambria Math" panose="02040503050406030204" pitchFamily="18" charset="0"/>
                          <a:ea typeface="楷体" panose="02010609060101010101" pitchFamily="49" charset="-122"/>
                        </a:rPr>
                        <m:t>+</m:t>
                      </m:r>
                      <m:r>
                        <a:rPr lang="en-US" altLang="zh-CN" sz="3000" b="0" i="1" dirty="0" smtClean="0">
                          <a:latin typeface="Cambria Math" panose="02040503050406030204" pitchFamily="18" charset="0"/>
                          <a:ea typeface="楷体" panose="02010609060101010101" pitchFamily="49" charset="-122"/>
                        </a:rPr>
                        <m:t>2</m:t>
                      </m:r>
                      <m:r>
                        <a:rPr lang="en-US" altLang="zh-CN" sz="3000" b="0" i="1" dirty="0" smtClean="0">
                          <a:latin typeface="Cambria Math" panose="02040503050406030204" pitchFamily="18" charset="0"/>
                          <a:ea typeface="楷体" panose="02010609060101010101" pitchFamily="49" charset="-122"/>
                        </a:rPr>
                        <m:t>𝑘</m:t>
                      </m:r>
                      <m:r>
                        <a:rPr lang="zh-CN" altLang="en-US" sz="3000" b="0" i="1" dirty="0" smtClean="0">
                          <a:latin typeface="Cambria Math" panose="02040503050406030204" pitchFamily="18" charset="0"/>
                          <a:ea typeface="楷体" panose="02010609060101010101" pitchFamily="49" charset="-122"/>
                        </a:rPr>
                        <m:t>𝜋</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m:t>
                      </m:r>
                    </m:oMath>
                  </m:oMathPara>
                </a14:m>
                <a:endParaRPr lang="zh-CN" altLang="en-US" sz="3000"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10" name="标题 1"/>
              <p:cNvSpPr txBox="1">
                <a:spLocks noRot="1" noChangeAspect="1" noMove="1" noResize="1" noEditPoints="1" noAdjustHandles="1" noChangeArrowheads="1" noChangeShapeType="1" noTextEdit="1"/>
              </p:cNvSpPr>
              <p:nvPr/>
            </p:nvSpPr>
            <p:spPr>
              <a:xfrm>
                <a:off x="2695230" y="2606576"/>
                <a:ext cx="4688185" cy="708660"/>
              </a:xfrm>
              <a:prstGeom prst="rect">
                <a:avLst/>
              </a:prstGeom>
              <a:blipFill rotWithShape="1">
                <a:blip r:embed="rId5"/>
                <a:stretch>
                  <a:fillRect l="-6" t="-39950" r="6" b="-3988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标题 1"/>
              <p:cNvSpPr txBox="1"/>
              <p:nvPr/>
            </p:nvSpPr>
            <p:spPr>
              <a:xfrm>
                <a:off x="667717" y="3495568"/>
                <a:ext cx="4490156" cy="70866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i="1" dirty="0" smtClean="0">
                          <a:latin typeface="Cambria Math" panose="02040503050406030204" pitchFamily="18" charset="0"/>
                          <a:ea typeface="楷体" panose="02010609060101010101" pitchFamily="49" charset="-122"/>
                          <a:cs typeface="Cambria Math" panose="02040503050406030204" pitchFamily="18" charset="0"/>
                        </a:rPr>
                        <m:t>𝐿𝑛</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3</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𝑙𝑛</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3</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𝑖</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0</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2</m:t>
                      </m:r>
                      <m:r>
                        <a:rPr lang="en-US" altLang="zh-CN" sz="3000" b="0" i="1" dirty="0" smtClean="0">
                          <a:latin typeface="Cambria Math" panose="02040503050406030204" pitchFamily="18" charset="0"/>
                          <a:ea typeface="楷体" panose="02010609060101010101" pitchFamily="49" charset="-122"/>
                        </a:rPr>
                        <m:t>𝑘</m:t>
                      </m:r>
                      <m:r>
                        <a:rPr lang="zh-CN" altLang="en-US" sz="3000" b="0" i="1" dirty="0" smtClean="0">
                          <a:latin typeface="Cambria Math" panose="02040503050406030204" pitchFamily="18" charset="0"/>
                          <a:ea typeface="楷体" panose="02010609060101010101" pitchFamily="49" charset="-122"/>
                        </a:rPr>
                        <m:t>𝜋</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m:t>
                      </m:r>
                    </m:oMath>
                  </m:oMathPara>
                </a14:m>
                <a:endParaRPr lang="zh-CN" altLang="en-US" sz="3000"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11" name="标题 1"/>
              <p:cNvSpPr txBox="1">
                <a:spLocks noRot="1" noChangeAspect="1" noMove="1" noResize="1" noEditPoints="1" noAdjustHandles="1" noChangeArrowheads="1" noChangeShapeType="1" noTextEdit="1"/>
              </p:cNvSpPr>
              <p:nvPr/>
            </p:nvSpPr>
            <p:spPr>
              <a:xfrm>
                <a:off x="667717" y="3495568"/>
                <a:ext cx="4490156" cy="708660"/>
              </a:xfrm>
              <a:prstGeom prst="rect">
                <a:avLst/>
              </a:prstGeom>
              <a:blipFill rotWithShape="1">
                <a:blip r:embed="rId6"/>
                <a:stretch>
                  <a:fillRect l="-7" t="-75" r="9" b="7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标题 1"/>
              <p:cNvSpPr txBox="1"/>
              <p:nvPr/>
            </p:nvSpPr>
            <p:spPr>
              <a:xfrm>
                <a:off x="4921228" y="3495568"/>
                <a:ext cx="2383021" cy="70866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i="1" dirty="0">
                          <a:latin typeface="Cambria Math" panose="02040503050406030204" pitchFamily="18" charset="0"/>
                          <a:ea typeface="楷体" panose="02010609060101010101" pitchFamily="49" charset="-122"/>
                          <a:cs typeface="Cambria Math" panose="02040503050406030204" pitchFamily="18" charset="0"/>
                        </a:rPr>
                        <m:t>=</m:t>
                      </m:r>
                      <m:r>
                        <a:rPr lang="en-US" altLang="zh-CN" sz="3000" i="1" dirty="0">
                          <a:latin typeface="Cambria Math" panose="02040503050406030204" pitchFamily="18" charset="0"/>
                          <a:ea typeface="楷体" panose="02010609060101010101" pitchFamily="49" charset="-122"/>
                          <a:cs typeface="Cambria Math" panose="02040503050406030204" pitchFamily="18" charset="0"/>
                        </a:rPr>
                        <m:t>𝑙𝑛</m:t>
                      </m:r>
                      <m:r>
                        <a:rPr lang="en-US" altLang="zh-CN" sz="3000" i="1" dirty="0">
                          <a:latin typeface="Cambria Math" panose="02040503050406030204" pitchFamily="18" charset="0"/>
                          <a:ea typeface="楷体" panose="02010609060101010101" pitchFamily="49" charset="-122"/>
                          <a:cs typeface="Cambria Math" panose="02040503050406030204" pitchFamily="18" charset="0"/>
                        </a:rPr>
                        <m:t>3</m:t>
                      </m:r>
                      <m:r>
                        <a:rPr lang="en-US" altLang="zh-CN" sz="3000" i="1" dirty="0">
                          <a:latin typeface="Cambria Math" panose="02040503050406030204" pitchFamily="18" charset="0"/>
                          <a:ea typeface="楷体" panose="02010609060101010101" pitchFamily="49" charset="-122"/>
                          <a:cs typeface="Cambria Math" panose="02040503050406030204" pitchFamily="18" charset="0"/>
                        </a:rPr>
                        <m:t>+</m:t>
                      </m:r>
                      <m:r>
                        <a:rPr lang="en-US" altLang="zh-CN" sz="3000" i="1" dirty="0">
                          <a:latin typeface="Cambria Math" panose="02040503050406030204" pitchFamily="18" charset="0"/>
                          <a:ea typeface="楷体" panose="02010609060101010101" pitchFamily="49" charset="-122"/>
                          <a:cs typeface="Cambria Math" panose="02040503050406030204" pitchFamily="18" charset="0"/>
                        </a:rPr>
                        <m:t>2</m:t>
                      </m:r>
                      <m:r>
                        <a:rPr lang="en-US" altLang="zh-CN" sz="3000" i="1" dirty="0">
                          <a:latin typeface="Cambria Math" panose="02040503050406030204" pitchFamily="18" charset="0"/>
                          <a:ea typeface="楷体" panose="02010609060101010101" pitchFamily="49" charset="-122"/>
                        </a:rPr>
                        <m:t>𝑘</m:t>
                      </m:r>
                      <m:r>
                        <a:rPr lang="zh-CN" altLang="en-US" sz="3000" i="1" dirty="0">
                          <a:latin typeface="Cambria Math" panose="02040503050406030204" pitchFamily="18" charset="0"/>
                          <a:ea typeface="楷体" panose="02010609060101010101" pitchFamily="49" charset="-122"/>
                        </a:rPr>
                        <m:t>𝜋</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𝑖</m:t>
                      </m:r>
                    </m:oMath>
                  </m:oMathPara>
                </a14:m>
                <a:endParaRPr lang="zh-CN" altLang="en-US" sz="3000"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13" name="标题 1"/>
              <p:cNvSpPr txBox="1">
                <a:spLocks noRot="1" noChangeAspect="1" noMove="1" noResize="1" noEditPoints="1" noAdjustHandles="1" noChangeArrowheads="1" noChangeShapeType="1" noTextEdit="1"/>
              </p:cNvSpPr>
              <p:nvPr/>
            </p:nvSpPr>
            <p:spPr>
              <a:xfrm>
                <a:off x="4921228" y="3495568"/>
                <a:ext cx="2383021" cy="708660"/>
              </a:xfrm>
              <a:prstGeom prst="rect">
                <a:avLst/>
              </a:prstGeom>
              <a:blipFill rotWithShape="1">
                <a:blip r:embed="rId7"/>
                <a:stretch>
                  <a:fillRect l="-26" t="-75" r="20" b="7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标题 1"/>
              <p:cNvSpPr txBox="1"/>
              <p:nvPr/>
            </p:nvSpPr>
            <p:spPr>
              <a:xfrm>
                <a:off x="667716" y="4219380"/>
                <a:ext cx="5612623" cy="70866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i="1" dirty="0" smtClean="0">
                          <a:latin typeface="Cambria Math" panose="02040503050406030204" pitchFamily="18" charset="0"/>
                          <a:ea typeface="楷体" panose="02010609060101010101" pitchFamily="49" charset="-122"/>
                          <a:cs typeface="Cambria Math" panose="02040503050406030204" pitchFamily="18" charset="0"/>
                        </a:rPr>
                        <m:t>𝐿𝑛</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3</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𝑙𝑛</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3</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𝑖</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m:t>
                      </m:r>
                      <m:r>
                        <a:rPr lang="zh-CN" altLang="en-US" sz="3000" b="0" i="1" dirty="0" smtClean="0">
                          <a:latin typeface="Cambria Math" panose="02040503050406030204" pitchFamily="18" charset="0"/>
                          <a:ea typeface="楷体" panose="02010609060101010101" pitchFamily="49" charset="-122"/>
                          <a:cs typeface="Cambria Math" panose="02040503050406030204" pitchFamily="18" charset="0"/>
                        </a:rPr>
                        <m:t>𝜋</m:t>
                      </m:r>
                      <m:r>
                        <a:rPr lang="en-US" altLang="zh-CN" sz="3000" b="0" i="1" dirty="0" smtClean="0">
                          <a:latin typeface="Cambria Math" panose="02040503050406030204" pitchFamily="18" charset="0"/>
                          <a:ea typeface="楷体" panose="02010609060101010101" pitchFamily="49" charset="-122"/>
                        </a:rPr>
                        <m:t>+</m:t>
                      </m:r>
                      <m:r>
                        <a:rPr lang="en-US" altLang="zh-CN" sz="3000" b="0" i="1" dirty="0" smtClean="0">
                          <a:latin typeface="Cambria Math" panose="02040503050406030204" pitchFamily="18" charset="0"/>
                          <a:ea typeface="楷体" panose="02010609060101010101" pitchFamily="49" charset="-122"/>
                        </a:rPr>
                        <m:t>2</m:t>
                      </m:r>
                      <m:r>
                        <a:rPr lang="en-US" altLang="zh-CN" sz="3000" b="0" i="1" dirty="0" smtClean="0">
                          <a:latin typeface="Cambria Math" panose="02040503050406030204" pitchFamily="18" charset="0"/>
                          <a:ea typeface="楷体" panose="02010609060101010101" pitchFamily="49" charset="-122"/>
                        </a:rPr>
                        <m:t>𝑘</m:t>
                      </m:r>
                      <m:r>
                        <a:rPr lang="zh-CN" altLang="en-US" sz="3000" b="0" i="1" dirty="0" smtClean="0">
                          <a:latin typeface="Cambria Math" panose="02040503050406030204" pitchFamily="18" charset="0"/>
                          <a:ea typeface="楷体" panose="02010609060101010101" pitchFamily="49" charset="-122"/>
                        </a:rPr>
                        <m:t>𝜋</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m:t>
                      </m:r>
                    </m:oMath>
                  </m:oMathPara>
                </a14:m>
                <a:endParaRPr lang="zh-CN" altLang="en-US" sz="3000"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14" name="标题 1"/>
              <p:cNvSpPr txBox="1">
                <a:spLocks noRot="1" noChangeAspect="1" noMove="1" noResize="1" noEditPoints="1" noAdjustHandles="1" noChangeArrowheads="1" noChangeShapeType="1" noTextEdit="1"/>
              </p:cNvSpPr>
              <p:nvPr/>
            </p:nvSpPr>
            <p:spPr>
              <a:xfrm>
                <a:off x="667716" y="4219380"/>
                <a:ext cx="5612623" cy="708660"/>
              </a:xfrm>
              <a:prstGeom prst="rect">
                <a:avLst/>
              </a:prstGeom>
              <a:blipFill rotWithShape="1">
                <a:blip r:embed="rId8"/>
                <a:stretch>
                  <a:fillRect l="-6" t="-62" r="3" b="6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标题 1"/>
              <p:cNvSpPr txBox="1"/>
              <p:nvPr/>
            </p:nvSpPr>
            <p:spPr>
              <a:xfrm>
                <a:off x="2106848" y="4936962"/>
                <a:ext cx="3450734" cy="70866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𝑙𝑛</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3</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𝑖</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m:t>
                      </m:r>
                      <m:r>
                        <a:rPr lang="zh-CN" altLang="en-US" sz="3000" b="0" i="1" dirty="0" smtClean="0">
                          <a:latin typeface="Cambria Math" panose="02040503050406030204" pitchFamily="18" charset="0"/>
                          <a:ea typeface="楷体" panose="02010609060101010101" pitchFamily="49" charset="-122"/>
                          <a:cs typeface="Cambria Math" panose="02040503050406030204" pitchFamily="18" charset="0"/>
                        </a:rPr>
                        <m:t>𝜋</m:t>
                      </m:r>
                      <m:r>
                        <a:rPr lang="en-US" altLang="zh-CN" sz="3000" b="0" i="1" dirty="0" smtClean="0">
                          <a:latin typeface="Cambria Math" panose="02040503050406030204" pitchFamily="18" charset="0"/>
                          <a:ea typeface="楷体" panose="02010609060101010101" pitchFamily="49" charset="-122"/>
                        </a:rPr>
                        <m:t>+</m:t>
                      </m:r>
                      <m:r>
                        <a:rPr lang="en-US" altLang="zh-CN" sz="3000" b="0" i="1" dirty="0" smtClean="0">
                          <a:latin typeface="Cambria Math" panose="02040503050406030204" pitchFamily="18" charset="0"/>
                          <a:ea typeface="楷体" panose="02010609060101010101" pitchFamily="49" charset="-122"/>
                        </a:rPr>
                        <m:t>2</m:t>
                      </m:r>
                      <m:r>
                        <a:rPr lang="en-US" altLang="zh-CN" sz="3000" b="0" i="1" dirty="0" smtClean="0">
                          <a:latin typeface="Cambria Math" panose="02040503050406030204" pitchFamily="18" charset="0"/>
                          <a:ea typeface="楷体" panose="02010609060101010101" pitchFamily="49" charset="-122"/>
                        </a:rPr>
                        <m:t>𝑘</m:t>
                      </m:r>
                      <m:r>
                        <a:rPr lang="zh-CN" altLang="en-US" sz="3000" b="0" i="1" dirty="0" smtClean="0">
                          <a:latin typeface="Cambria Math" panose="02040503050406030204" pitchFamily="18" charset="0"/>
                          <a:ea typeface="楷体" panose="02010609060101010101" pitchFamily="49" charset="-122"/>
                        </a:rPr>
                        <m:t>𝜋</m:t>
                      </m:r>
                      <m:r>
                        <a:rPr lang="en-US" altLang="zh-CN" sz="3000" b="0" i="1" dirty="0" smtClean="0">
                          <a:latin typeface="Cambria Math" panose="02040503050406030204" pitchFamily="18" charset="0"/>
                          <a:ea typeface="楷体" panose="02010609060101010101" pitchFamily="49" charset="-122"/>
                          <a:cs typeface="Cambria Math" panose="02040503050406030204" pitchFamily="18" charset="0"/>
                        </a:rPr>
                        <m:t>)</m:t>
                      </m:r>
                    </m:oMath>
                  </m:oMathPara>
                </a14:m>
                <a:endParaRPr lang="zh-CN" altLang="en-US" sz="3000"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15" name="标题 1"/>
              <p:cNvSpPr txBox="1">
                <a:spLocks noRot="1" noChangeAspect="1" noMove="1" noResize="1" noEditPoints="1" noAdjustHandles="1" noChangeArrowheads="1" noChangeShapeType="1" noTextEdit="1"/>
              </p:cNvSpPr>
              <p:nvPr/>
            </p:nvSpPr>
            <p:spPr>
              <a:xfrm>
                <a:off x="2106848" y="4936962"/>
                <a:ext cx="3450734" cy="708660"/>
              </a:xfrm>
              <a:prstGeom prst="rect">
                <a:avLst/>
              </a:prstGeom>
              <a:blipFill rotWithShape="1">
                <a:blip r:embed="rId9"/>
                <a:stretch>
                  <a:fillRect l="-16" t="-67" r="2" b="67"/>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7" grpId="0"/>
      <p:bldP spid="8" grpId="0"/>
      <p:bldP spid="9" grpId="0"/>
      <p:bldP spid="10" grpId="0"/>
      <p:bldP spid="11" grpId="0"/>
      <p:bldP spid="13" grpId="0"/>
      <p:bldP spid="14" grpId="0"/>
      <p:bldP spid="1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p:nvPr/>
        </p:nvSpPr>
        <p:spPr>
          <a:xfrm>
            <a:off x="202594" y="1262185"/>
            <a:ext cx="7896012" cy="1590821"/>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endParaRPr lang="en-US" altLang="zh-CN" sz="2400" dirty="0">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3" name="标题 1"/>
              <p:cNvSpPr txBox="1"/>
              <p:nvPr/>
            </p:nvSpPr>
            <p:spPr>
              <a:xfrm>
                <a:off x="299196" y="2987685"/>
                <a:ext cx="8184008" cy="184958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14:m>
                  <m:oMath xmlns:m="http://schemas.openxmlformats.org/officeDocument/2006/math">
                    <m:r>
                      <a:rPr lang="en-US" altLang="zh-CN" sz="3000" i="1">
                        <a:solidFill>
                          <a:srgbClr val="FF0000"/>
                        </a:solidFill>
                        <a:latin typeface="Cambria Math" panose="02040503050406030204" pitchFamily="18" charset="0"/>
                        <a:ea typeface="楷体" panose="02010609060101010101" pitchFamily="49" charset="-122"/>
                      </a:rPr>
                      <m:t>𝐷𝑒𝑓</m:t>
                    </m:r>
                    <m:r>
                      <a:rPr lang="en-US" altLang="zh-CN" sz="3000" i="1">
                        <a:solidFill>
                          <a:srgbClr val="FF0000"/>
                        </a:solidFill>
                        <a:latin typeface="Cambria Math" panose="02040503050406030204" pitchFamily="18" charset="0"/>
                        <a:ea typeface="楷体" panose="02010609060101010101" pitchFamily="49" charset="-122"/>
                      </a:rPr>
                      <m:t>:</m:t>
                    </m:r>
                  </m:oMath>
                </a14:m>
                <a:r>
                  <a:rPr lang="zh-CN" altLang="en-US" sz="3000" dirty="0">
                    <a:solidFill>
                      <a:srgbClr val="FF0000"/>
                    </a:solidFill>
                    <a:latin typeface="楷体" panose="02010609060101010101" pitchFamily="49" charset="-122"/>
                    <a:ea typeface="楷体" panose="02010609060101010101" pitchFamily="49" charset="-122"/>
                  </a:rPr>
                  <a:t>正弦函数</a:t>
                </a:r>
                <a14:m>
                  <m:oMath xmlns:m="http://schemas.openxmlformats.org/officeDocument/2006/math">
                    <m:r>
                      <a:rPr lang="en-US" altLang="zh-CN" sz="3000" i="1">
                        <a:latin typeface="Cambria Math" panose="02040503050406030204" pitchFamily="18" charset="0"/>
                        <a:ea typeface="楷体" panose="02010609060101010101" pitchFamily="49" charset="-122"/>
                      </a:rPr>
                      <m:t>𝑠𝑖𝑛𝑧</m:t>
                    </m:r>
                    <m:r>
                      <a:rPr lang="en-US" altLang="zh-CN" sz="3000" i="1">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𝑖𝑧</m:t>
                            </m:r>
                          </m:sup>
                        </m:sSup>
                        <m:r>
                          <a:rPr lang="en-US" altLang="zh-CN" sz="3000" i="1">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𝑖𝑧</m:t>
                            </m:r>
                          </m:sup>
                        </m:sSup>
                      </m:num>
                      <m:den>
                        <m:r>
                          <a:rPr lang="en-US" altLang="zh-CN" sz="3000" i="1">
                            <a:latin typeface="Cambria Math" panose="02040503050406030204" pitchFamily="18" charset="0"/>
                            <a:ea typeface="楷体" panose="02010609060101010101" pitchFamily="49" charset="-122"/>
                          </a:rPr>
                          <m:t>2</m:t>
                        </m:r>
                        <m:r>
                          <a:rPr lang="en-US" altLang="zh-CN" sz="3000" i="1">
                            <a:latin typeface="Cambria Math" panose="02040503050406030204" pitchFamily="18" charset="0"/>
                            <a:ea typeface="楷体" panose="02010609060101010101" pitchFamily="49" charset="-122"/>
                          </a:rPr>
                          <m:t>𝑖</m:t>
                        </m:r>
                      </m:den>
                    </m:f>
                  </m:oMath>
                </a14:m>
                <a:r>
                  <a:rPr lang="en-US" altLang="zh-CN" sz="3000" i="1" dirty="0">
                    <a:latin typeface="楷体" panose="02010609060101010101" pitchFamily="49" charset="-122"/>
                    <a:ea typeface="楷体" panose="02010609060101010101" pitchFamily="49" charset="-122"/>
                  </a:rPr>
                  <a:t>,</a:t>
                </a:r>
                <a:endParaRPr lang="en-US" altLang="zh-CN" sz="3000" i="1" dirty="0">
                  <a:latin typeface="楷体" panose="02010609060101010101" pitchFamily="49" charset="-122"/>
                  <a:ea typeface="楷体" panose="02010609060101010101" pitchFamily="49" charset="-122"/>
                </a:endParaRPr>
              </a:p>
              <a:p>
                <a:pPr>
                  <a:lnSpc>
                    <a:spcPct val="120000"/>
                  </a:lnSpc>
                </a:pPr>
                <a:r>
                  <a:rPr lang="en-US" altLang="zh-CN" sz="3000" i="1" dirty="0">
                    <a:solidFill>
                      <a:srgbClr val="FF0000"/>
                    </a:solidFill>
                    <a:latin typeface="楷体" panose="02010609060101010101" pitchFamily="49" charset="-122"/>
                    <a:ea typeface="楷体" panose="02010609060101010101" pitchFamily="49" charset="-122"/>
                  </a:rPr>
                  <a:t>    </a:t>
                </a:r>
                <a:r>
                  <a:rPr lang="zh-CN" altLang="en-US" sz="3000" dirty="0">
                    <a:solidFill>
                      <a:srgbClr val="FF0000"/>
                    </a:solidFill>
                    <a:latin typeface="楷体" panose="02010609060101010101" pitchFamily="49" charset="-122"/>
                    <a:ea typeface="楷体" panose="02010609060101010101" pitchFamily="49" charset="-122"/>
                  </a:rPr>
                  <a:t>余弦函数</a:t>
                </a:r>
                <a:r>
                  <a:rPr lang="en-US" altLang="zh-CN" sz="3000" dirty="0">
                    <a:solidFill>
                      <a:srgbClr val="FF0000"/>
                    </a:solidFill>
                    <a:ea typeface="楷体" panose="02010609060101010101" pitchFamily="49" charset="-122"/>
                  </a:rPr>
                  <a:t> </a:t>
                </a:r>
                <a14:m>
                  <m:oMath xmlns:m="http://schemas.openxmlformats.org/officeDocument/2006/math">
                    <m:r>
                      <a:rPr lang="en-US" altLang="zh-CN" sz="3000" i="1">
                        <a:latin typeface="Cambria Math" panose="02040503050406030204" pitchFamily="18" charset="0"/>
                        <a:ea typeface="楷体" panose="02010609060101010101" pitchFamily="49" charset="-122"/>
                      </a:rPr>
                      <m:t>𝑐𝑜𝑠𝑧</m:t>
                    </m:r>
                    <m:r>
                      <a:rPr lang="en-US" altLang="zh-CN" sz="3000" i="1">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𝑖𝑧</m:t>
                            </m:r>
                          </m:sup>
                        </m:sSup>
                        <m:r>
                          <a:rPr lang="en-US" altLang="zh-CN" sz="3000" i="1">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𝑖𝑧</m:t>
                            </m:r>
                          </m:sup>
                        </m:sSup>
                      </m:num>
                      <m:den>
                        <m:r>
                          <a:rPr lang="en-US" altLang="zh-CN" sz="3000" i="1">
                            <a:latin typeface="Cambria Math" panose="02040503050406030204" pitchFamily="18" charset="0"/>
                            <a:ea typeface="楷体" panose="02010609060101010101" pitchFamily="49" charset="-122"/>
                          </a:rPr>
                          <m:t>2</m:t>
                        </m:r>
                      </m:den>
                    </m:f>
                  </m:oMath>
                </a14:m>
                <a:endParaRPr lang="en-US" altLang="zh-CN" sz="3000" i="1" dirty="0">
                  <a:latin typeface="楷体" panose="02010609060101010101" pitchFamily="49" charset="-122"/>
                  <a:ea typeface="楷体" panose="02010609060101010101" pitchFamily="49" charset="-122"/>
                </a:endParaRPr>
              </a:p>
            </p:txBody>
          </p:sp>
        </mc:Choice>
        <mc:Fallback>
          <p:sp>
            <p:nvSpPr>
              <p:cNvPr id="3" name="标题 1"/>
              <p:cNvSpPr txBox="1">
                <a:spLocks noRot="1" noChangeAspect="1" noMove="1" noResize="1" noEditPoints="1" noAdjustHandles="1" noChangeArrowheads="1" noChangeShapeType="1" noTextEdit="1"/>
              </p:cNvSpPr>
              <p:nvPr/>
            </p:nvSpPr>
            <p:spPr>
              <a:xfrm>
                <a:off x="299196" y="2987685"/>
                <a:ext cx="8184008" cy="1849582"/>
              </a:xfrm>
              <a:prstGeom prst="rect">
                <a:avLst/>
              </a:prstGeom>
              <a:blipFill rotWithShape="1">
                <a:blip r:embed="rId1"/>
                <a:stretch>
                  <a:fillRect l="-1" t="-1" r="3" b="2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标题 1"/>
              <p:cNvSpPr txBox="1"/>
              <p:nvPr/>
            </p:nvSpPr>
            <p:spPr>
              <a:xfrm>
                <a:off x="92253" y="5075449"/>
                <a:ext cx="8667120" cy="89827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zh-CN" altLang="en-US" sz="3000" dirty="0">
                    <a:solidFill>
                      <a:srgbClr val="FF0000"/>
                    </a:solidFill>
                    <a:ea typeface="楷体" panose="02010609060101010101" pitchFamily="49" charset="-122"/>
                  </a:rPr>
                  <a:t>性质</a:t>
                </a:r>
                <a:r>
                  <a:rPr lang="zh-CN" altLang="en-US" sz="3000" dirty="0">
                    <a:solidFill>
                      <a:srgbClr val="FF0000"/>
                    </a:solidFill>
                    <a:ea typeface="楷体" panose="02010609060101010101" pitchFamily="49" charset="-122"/>
                    <a:sym typeface="Wingdings" panose="05000000000000000000" pitchFamily="2" charset="2"/>
                  </a:rPr>
                  <a:t>：</a:t>
                </a:r>
                <a:r>
                  <a:rPr lang="en-US" altLang="zh-CN" sz="3000" dirty="0">
                    <a:ea typeface="楷体" panose="02010609060101010101" pitchFamily="49" charset="-122"/>
                    <a:sym typeface="Wingdings" panose="05000000000000000000" pitchFamily="2" charset="2"/>
                  </a:rPr>
                  <a:t>1.</a:t>
                </a:r>
                <a14:m>
                  <m:oMath xmlns:m="http://schemas.openxmlformats.org/officeDocument/2006/math">
                    <m:r>
                      <a:rPr lang="en-US" altLang="zh-CN" sz="3000" i="1">
                        <a:latin typeface="Cambria Math" panose="02040503050406030204" pitchFamily="18" charset="0"/>
                        <a:ea typeface="楷体" panose="02010609060101010101" pitchFamily="49" charset="-122"/>
                        <a:sym typeface="Wingdings" panose="05000000000000000000" pitchFamily="2" charset="2"/>
                      </a:rPr>
                      <m:t>𝑧</m:t>
                    </m:r>
                    <m:r>
                      <a:rPr lang="zh-CN" altLang="en-US" sz="3000">
                        <a:latin typeface="Cambria Math" panose="02040503050406030204" pitchFamily="18" charset="0"/>
                        <a:ea typeface="楷体" panose="02010609060101010101" pitchFamily="49" charset="-122"/>
                        <a:sym typeface="Wingdings" panose="05000000000000000000" pitchFamily="2" charset="2"/>
                      </a:rPr>
                      <m:t>为</m:t>
                    </m:r>
                  </m:oMath>
                </a14:m>
                <a:r>
                  <a:rPr lang="zh-CN" altLang="en-US" sz="3000" dirty="0">
                    <a:latin typeface="楷体" panose="02010609060101010101" pitchFamily="49" charset="-122"/>
                    <a:ea typeface="楷体" panose="02010609060101010101" pitchFamily="49" charset="-122"/>
                  </a:rPr>
                  <a:t>实数时，与实变量三角函数定义一致；</a:t>
                </a:r>
                <a:endParaRPr lang="en-US" altLang="zh-CN" sz="3000" dirty="0">
                  <a:latin typeface="楷体" panose="02010609060101010101" pitchFamily="49" charset="-122"/>
                  <a:ea typeface="楷体" panose="02010609060101010101" pitchFamily="49" charset="-122"/>
                </a:endParaRPr>
              </a:p>
            </p:txBody>
          </p:sp>
        </mc:Choice>
        <mc:Fallback>
          <p:sp>
            <p:nvSpPr>
              <p:cNvPr id="4" name="标题 1"/>
              <p:cNvSpPr txBox="1">
                <a:spLocks noRot="1" noChangeAspect="1" noMove="1" noResize="1" noEditPoints="1" noAdjustHandles="1" noChangeArrowheads="1" noChangeShapeType="1" noTextEdit="1"/>
              </p:cNvSpPr>
              <p:nvPr/>
            </p:nvSpPr>
            <p:spPr>
              <a:xfrm>
                <a:off x="92253" y="5075449"/>
                <a:ext cx="8667120" cy="898278"/>
              </a:xfrm>
              <a:prstGeom prst="rect">
                <a:avLst/>
              </a:prstGeom>
              <a:blipFill rotWithShape="1">
                <a:blip r:embed="rId2"/>
                <a:stretch>
                  <a:fillRect l="-2" t="-59" r="2" b="31"/>
                </a:stretch>
              </a:blipFill>
            </p:spPr>
            <p:txBody>
              <a:bodyPr/>
              <a:lstStyle/>
              <a:p>
                <a:r>
                  <a:rPr lang="zh-CN" altLang="en-US">
                    <a:noFill/>
                  </a:rPr>
                  <a:t> </a:t>
                </a:r>
              </a:p>
            </p:txBody>
          </p:sp>
        </mc:Fallback>
      </mc:AlternateContent>
      <p:sp>
        <p:nvSpPr>
          <p:cNvPr id="6" name="标题 1"/>
          <p:cNvSpPr txBox="1"/>
          <p:nvPr/>
        </p:nvSpPr>
        <p:spPr>
          <a:xfrm>
            <a:off x="130833" y="603850"/>
            <a:ext cx="3337175" cy="77238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000" b="1" dirty="0">
                <a:latin typeface="楷体" panose="02010609060101010101" pitchFamily="49" charset="-122"/>
                <a:ea typeface="楷体" panose="02010609060101010101" pitchFamily="49" charset="-122"/>
              </a:rPr>
              <a:t>三、三角函数</a:t>
            </a:r>
            <a:endParaRPr lang="zh-CN" altLang="en-US" sz="3000" b="1" dirty="0">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8" name="标题 1"/>
              <p:cNvSpPr txBox="1"/>
              <p:nvPr/>
            </p:nvSpPr>
            <p:spPr>
              <a:xfrm>
                <a:off x="202594" y="573451"/>
                <a:ext cx="9254227" cy="2216381"/>
              </a:xfrm>
              <a:prstGeom prst="rect">
                <a:avLst/>
              </a:prstGeom>
            </p:spPr>
            <p:txBody>
              <a:bodyPr vert="horz" lIns="68580" tIns="34290" rIns="68580" bIns="3429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楷体" panose="02010609060101010101" pitchFamily="49" charset="-122"/>
                    <a:ea typeface="楷体" panose="02010609060101010101" pitchFamily="49" charset="-122"/>
                  </a:rPr>
                  <a:t>由欧拉公式</a:t>
                </a:r>
                <a14:m>
                  <m:oMath xmlns:m="http://schemas.openxmlformats.org/officeDocument/2006/math">
                    <m:d>
                      <m:dPr>
                        <m:begChr m:val="{"/>
                        <m:endChr m:val=""/>
                        <m:ctrlPr>
                          <a:rPr lang="en-US" altLang="zh-CN" sz="3000" i="1">
                            <a:latin typeface="Cambria Math" panose="02040503050406030204" pitchFamily="18" charset="0"/>
                            <a:ea typeface="楷体" panose="02010609060101010101" pitchFamily="49" charset="-122"/>
                          </a:rPr>
                        </m:ctrlPr>
                      </m:dPr>
                      <m:e>
                        <m:m>
                          <m:mPr>
                            <m:mcs>
                              <m:mc>
                                <m:mcPr>
                                  <m:count m:val="1"/>
                                  <m:mcJc m:val="center"/>
                                </m:mcPr>
                              </m:mc>
                            </m:mcs>
                            <m:ctrlPr>
                              <a:rPr lang="en-US" altLang="zh-CN" sz="3000" i="1">
                                <a:latin typeface="Cambria Math" panose="02040503050406030204" pitchFamily="18" charset="0"/>
                                <a:ea typeface="楷体" panose="02010609060101010101" pitchFamily="49" charset="-122"/>
                              </a:rPr>
                            </m:ctrlPr>
                          </m:mPr>
                          <m:mr>
                            <m:e>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𝑖𝑦</m:t>
                                  </m:r>
                                </m:sup>
                              </m:sSup>
                              <m:r>
                                <m:rPr>
                                  <m:brk m:alnAt="7"/>
                                </m:rP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𝑐𝑜𝑠𝑦</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𝑖𝑠𝑖𝑛𝑦</m:t>
                              </m:r>
                            </m:e>
                          </m:mr>
                          <m:mr>
                            <m:e>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𝑖𝑦</m:t>
                                  </m:r>
                                </m:sup>
                              </m:sSup>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𝑐𝑜𝑠𝑦</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𝑖𝑠𝑖𝑛𝑦</m:t>
                              </m:r>
                            </m:e>
                          </m:mr>
                        </m:m>
                      </m:e>
                    </m:d>
                  </m:oMath>
                </a14:m>
                <a:r>
                  <a:rPr lang="en-US" altLang="zh-CN" sz="3000" dirty="0">
                    <a:latin typeface="楷体" panose="02010609060101010101" pitchFamily="49" charset="-122"/>
                    <a:ea typeface="楷体" panose="02010609060101010101" pitchFamily="49" charset="-122"/>
                  </a:rPr>
                  <a:t> </a:t>
                </a:r>
                <a14:m>
                  <m:oMath xmlns:m="http://schemas.openxmlformats.org/officeDocument/2006/math">
                    <m:groupChr>
                      <m:groupChrPr>
                        <m:chr m:val="⇒"/>
                        <m:vertJc m:val="bot"/>
                        <m:ctrlPr>
                          <a:rPr lang="en-US" altLang="zh-CN" sz="3000" i="1" dirty="0">
                            <a:latin typeface="Cambria Math" panose="02040503050406030204" pitchFamily="18" charset="0"/>
                            <a:ea typeface="楷体" panose="02010609060101010101" pitchFamily="49" charset="-122"/>
                          </a:rPr>
                        </m:ctrlPr>
                      </m:groupChrPr>
                      <m:e/>
                    </m:groupChr>
                    <m:d>
                      <m:dPr>
                        <m:begChr m:val="{"/>
                        <m:endChr m:val=""/>
                        <m:ctrlPr>
                          <a:rPr lang="en-US" altLang="zh-CN" sz="3000" i="1" dirty="0">
                            <a:latin typeface="Cambria Math" panose="02040503050406030204" pitchFamily="18" charset="0"/>
                            <a:ea typeface="楷体" panose="02010609060101010101" pitchFamily="49" charset="-122"/>
                          </a:rPr>
                        </m:ctrlPr>
                      </m:dPr>
                      <m:e>
                        <m:m>
                          <m:mPr>
                            <m:mcs>
                              <m:mc>
                                <m:mcPr>
                                  <m:count m:val="1"/>
                                  <m:mcJc m:val="center"/>
                                </m:mcPr>
                              </m:mc>
                            </m:mcs>
                            <m:ctrlPr>
                              <a:rPr lang="en-US" altLang="zh-CN" sz="3000" i="1" dirty="0">
                                <a:latin typeface="Cambria Math" panose="02040503050406030204" pitchFamily="18" charset="0"/>
                                <a:ea typeface="楷体" panose="02010609060101010101" pitchFamily="49" charset="-122"/>
                              </a:rPr>
                            </m:ctrlPr>
                          </m:mPr>
                          <m:mr>
                            <m:e>
                              <m:r>
                                <m:rPr>
                                  <m:brk m:alnAt="7"/>
                                </m:rPr>
                                <a:rPr lang="en-US" altLang="zh-CN" sz="3000" i="1" dirty="0">
                                  <a:latin typeface="Cambria Math" panose="02040503050406030204" pitchFamily="18" charset="0"/>
                                  <a:ea typeface="楷体" panose="02010609060101010101" pitchFamily="49" charset="-122"/>
                                </a:rPr>
                                <m:t>𝑐</m:t>
                              </m:r>
                              <m:r>
                                <a:rPr lang="en-US" altLang="zh-CN" sz="3000" i="1" dirty="0">
                                  <a:latin typeface="Cambria Math" panose="02040503050406030204" pitchFamily="18" charset="0"/>
                                  <a:ea typeface="楷体" panose="02010609060101010101" pitchFamily="49" charset="-122"/>
                                </a:rPr>
                                <m:t>𝑜𝑠𝑦</m:t>
                              </m:r>
                              <m:r>
                                <a:rPr lang="en-US" altLang="zh-CN" sz="3000" i="1" dirty="0">
                                  <a:latin typeface="Cambria Math" panose="02040503050406030204" pitchFamily="18" charset="0"/>
                                  <a:ea typeface="楷体" panose="02010609060101010101" pitchFamily="49" charset="-122"/>
                                </a:rPr>
                                <m:t>=</m:t>
                              </m:r>
                              <m:f>
                                <m:fPr>
                                  <m:ctrlPr>
                                    <a:rPr lang="en-US" altLang="zh-CN" sz="3000" i="1" dirty="0">
                                      <a:latin typeface="Cambria Math" panose="02040503050406030204" pitchFamily="18" charset="0"/>
                                      <a:ea typeface="楷体" panose="02010609060101010101" pitchFamily="49" charset="-122"/>
                                    </a:rPr>
                                  </m:ctrlPr>
                                </m:fPr>
                                <m:num>
                                  <m:r>
                                    <a:rPr lang="en-US" altLang="zh-CN" sz="3000" i="1" dirty="0">
                                      <a:latin typeface="Cambria Math" panose="02040503050406030204" pitchFamily="18" charset="0"/>
                                      <a:ea typeface="楷体" panose="02010609060101010101" pitchFamily="49" charset="-122"/>
                                    </a:rPr>
                                    <m:t>1</m:t>
                                  </m:r>
                                </m:num>
                                <m:den>
                                  <m:r>
                                    <a:rPr lang="en-US" altLang="zh-CN" sz="3000" i="1" dirty="0">
                                      <a:latin typeface="Cambria Math" panose="02040503050406030204" pitchFamily="18" charset="0"/>
                                      <a:ea typeface="楷体" panose="02010609060101010101" pitchFamily="49" charset="-122"/>
                                    </a:rPr>
                                    <m:t>2</m:t>
                                  </m:r>
                                </m:den>
                              </m:f>
                              <m:r>
                                <m:rPr>
                                  <m:brk m:alnAt="7"/>
                                </m:rPr>
                                <a:rPr lang="en-US" altLang="zh-CN" sz="3000" i="1" dirty="0">
                                  <a:latin typeface="Cambria Math" panose="02040503050406030204" pitchFamily="18" charset="0"/>
                                  <a:ea typeface="楷体" panose="02010609060101010101" pitchFamily="49" charset="-122"/>
                                </a:rPr>
                                <m:t>(</m:t>
                              </m:r>
                              <m:sSup>
                                <m:sSupPr>
                                  <m:ctrlPr>
                                    <a:rPr lang="en-US" altLang="zh-CN" sz="3000" i="1" dirty="0">
                                      <a:latin typeface="Cambria Math" panose="02040503050406030204" pitchFamily="18" charset="0"/>
                                      <a:ea typeface="楷体" panose="02010609060101010101" pitchFamily="49" charset="-122"/>
                                    </a:rPr>
                                  </m:ctrlPr>
                                </m:sSupPr>
                                <m:e>
                                  <m:r>
                                    <a:rPr lang="en-US" altLang="zh-CN" sz="3000" i="1" dirty="0">
                                      <a:latin typeface="Cambria Math" panose="02040503050406030204" pitchFamily="18" charset="0"/>
                                      <a:ea typeface="楷体" panose="02010609060101010101" pitchFamily="49" charset="-122"/>
                                    </a:rPr>
                                    <m:t>𝑒</m:t>
                                  </m:r>
                                </m:e>
                                <m:sup>
                                  <m:r>
                                    <a:rPr lang="en-US" altLang="zh-CN" sz="3000" i="1" dirty="0">
                                      <a:latin typeface="Cambria Math" panose="02040503050406030204" pitchFamily="18" charset="0"/>
                                      <a:ea typeface="楷体" panose="02010609060101010101" pitchFamily="49" charset="-122"/>
                                    </a:rPr>
                                    <m:t>𝑖𝑦</m:t>
                                  </m:r>
                                </m:sup>
                              </m:sSup>
                              <m:r>
                                <m:rPr>
                                  <m:brk m:alnAt="7"/>
                                </m:rPr>
                                <a:rPr lang="en-US" altLang="zh-CN" sz="3000" i="1" dirty="0">
                                  <a:latin typeface="Cambria Math" panose="02040503050406030204" pitchFamily="18" charset="0"/>
                                  <a:ea typeface="楷体" panose="02010609060101010101" pitchFamily="49" charset="-122"/>
                                </a:rPr>
                                <m:t>+</m:t>
                              </m:r>
                              <m:sSup>
                                <m:sSupPr>
                                  <m:ctrlPr>
                                    <a:rPr lang="en-US" altLang="zh-CN" sz="3000" i="1" dirty="0">
                                      <a:latin typeface="Cambria Math" panose="02040503050406030204" pitchFamily="18" charset="0"/>
                                      <a:ea typeface="楷体" panose="02010609060101010101" pitchFamily="49" charset="-122"/>
                                    </a:rPr>
                                  </m:ctrlPr>
                                </m:sSupPr>
                                <m:e>
                                  <m:r>
                                    <a:rPr lang="en-US" altLang="zh-CN" sz="3000" i="1" dirty="0">
                                      <a:latin typeface="Cambria Math" panose="02040503050406030204" pitchFamily="18" charset="0"/>
                                      <a:ea typeface="楷体" panose="02010609060101010101" pitchFamily="49" charset="-122"/>
                                    </a:rPr>
                                    <m:t>𝑒</m:t>
                                  </m:r>
                                </m:e>
                                <m:sup>
                                  <m:r>
                                    <a:rPr lang="en-US" altLang="zh-CN" sz="3000" i="1" dirty="0">
                                      <a:latin typeface="Cambria Math" panose="02040503050406030204" pitchFamily="18" charset="0"/>
                                      <a:ea typeface="楷体" panose="02010609060101010101" pitchFamily="49" charset="-122"/>
                                    </a:rPr>
                                    <m:t>−</m:t>
                                  </m:r>
                                  <m:r>
                                    <a:rPr lang="en-US" altLang="zh-CN" sz="3000" i="1" dirty="0">
                                      <a:latin typeface="Cambria Math" panose="02040503050406030204" pitchFamily="18" charset="0"/>
                                      <a:ea typeface="楷体" panose="02010609060101010101" pitchFamily="49" charset="-122"/>
                                    </a:rPr>
                                    <m:t>𝑖𝑦</m:t>
                                  </m:r>
                                </m:sup>
                              </m:sSup>
                              <m:r>
                                <m:rPr>
                                  <m:brk m:alnAt="7"/>
                                </m:rPr>
                                <a:rPr lang="en-US" altLang="zh-CN" sz="3000" i="1" dirty="0">
                                  <a:latin typeface="Cambria Math" panose="02040503050406030204" pitchFamily="18" charset="0"/>
                                  <a:ea typeface="楷体" panose="02010609060101010101" pitchFamily="49" charset="-122"/>
                                </a:rPr>
                                <m:t>)</m:t>
                              </m:r>
                            </m:e>
                          </m:mr>
                          <m:mr>
                            <m:e>
                              <m:r>
                                <a:rPr lang="en-US" altLang="zh-CN" sz="3000" i="1" dirty="0">
                                  <a:latin typeface="Cambria Math" panose="02040503050406030204" pitchFamily="18" charset="0"/>
                                  <a:ea typeface="楷体" panose="02010609060101010101" pitchFamily="49" charset="-122"/>
                                </a:rPr>
                                <m:t>𝑠𝑖𝑛𝑦</m:t>
                              </m:r>
                              <m:r>
                                <a:rPr lang="en-US" altLang="zh-CN" sz="3000" i="1" dirty="0">
                                  <a:latin typeface="Cambria Math" panose="02040503050406030204" pitchFamily="18" charset="0"/>
                                  <a:ea typeface="楷体" panose="02010609060101010101" pitchFamily="49" charset="-122"/>
                                </a:rPr>
                                <m:t>=</m:t>
                              </m:r>
                              <m:f>
                                <m:fPr>
                                  <m:ctrlPr>
                                    <a:rPr lang="en-US" altLang="zh-CN" sz="3000" i="1" dirty="0">
                                      <a:latin typeface="Cambria Math" panose="02040503050406030204" pitchFamily="18" charset="0"/>
                                      <a:ea typeface="楷体" panose="02010609060101010101" pitchFamily="49" charset="-122"/>
                                    </a:rPr>
                                  </m:ctrlPr>
                                </m:fPr>
                                <m:num>
                                  <m:r>
                                    <a:rPr lang="en-US" altLang="zh-CN" sz="3000" i="1" dirty="0">
                                      <a:latin typeface="Cambria Math" panose="02040503050406030204" pitchFamily="18" charset="0"/>
                                      <a:ea typeface="楷体" panose="02010609060101010101" pitchFamily="49" charset="-122"/>
                                    </a:rPr>
                                    <m:t>1</m:t>
                                  </m:r>
                                </m:num>
                                <m:den>
                                  <m:r>
                                    <a:rPr lang="en-US" altLang="zh-CN" sz="3000" i="1" dirty="0">
                                      <a:latin typeface="Cambria Math" panose="02040503050406030204" pitchFamily="18" charset="0"/>
                                      <a:ea typeface="楷体" panose="02010609060101010101" pitchFamily="49" charset="-122"/>
                                    </a:rPr>
                                    <m:t>2</m:t>
                                  </m:r>
                                  <m:r>
                                    <a:rPr lang="en-US" altLang="zh-CN" sz="3000" i="1" dirty="0">
                                      <a:latin typeface="Cambria Math" panose="02040503050406030204" pitchFamily="18" charset="0"/>
                                      <a:ea typeface="楷体" panose="02010609060101010101" pitchFamily="49" charset="-122"/>
                                    </a:rPr>
                                    <m:t>𝑖</m:t>
                                  </m:r>
                                </m:den>
                              </m:f>
                              <m:r>
                                <m:rPr>
                                  <m:brk m:alnAt="7"/>
                                </m:rPr>
                                <a:rPr lang="en-US" altLang="zh-CN" sz="3000" i="1" dirty="0">
                                  <a:latin typeface="Cambria Math" panose="02040503050406030204" pitchFamily="18" charset="0"/>
                                  <a:ea typeface="楷体" panose="02010609060101010101" pitchFamily="49" charset="-122"/>
                                </a:rPr>
                                <m:t>(</m:t>
                              </m:r>
                              <m:sSup>
                                <m:sSupPr>
                                  <m:ctrlPr>
                                    <a:rPr lang="en-US" altLang="zh-CN" sz="3000" i="1" dirty="0">
                                      <a:latin typeface="Cambria Math" panose="02040503050406030204" pitchFamily="18" charset="0"/>
                                      <a:ea typeface="楷体" panose="02010609060101010101" pitchFamily="49" charset="-122"/>
                                    </a:rPr>
                                  </m:ctrlPr>
                                </m:sSupPr>
                                <m:e>
                                  <m:r>
                                    <a:rPr lang="en-US" altLang="zh-CN" sz="3000" i="1" dirty="0">
                                      <a:latin typeface="Cambria Math" panose="02040503050406030204" pitchFamily="18" charset="0"/>
                                      <a:ea typeface="楷体" panose="02010609060101010101" pitchFamily="49" charset="-122"/>
                                    </a:rPr>
                                    <m:t>𝑒</m:t>
                                  </m:r>
                                </m:e>
                                <m:sup>
                                  <m:r>
                                    <a:rPr lang="en-US" altLang="zh-CN" sz="3000" i="1" dirty="0">
                                      <a:latin typeface="Cambria Math" panose="02040503050406030204" pitchFamily="18" charset="0"/>
                                      <a:ea typeface="楷体" panose="02010609060101010101" pitchFamily="49" charset="-122"/>
                                    </a:rPr>
                                    <m:t>𝑖𝑦</m:t>
                                  </m:r>
                                </m:sup>
                              </m:sSup>
                              <m:r>
                                <a:rPr lang="en-US" altLang="zh-CN" sz="3000" i="1" dirty="0">
                                  <a:latin typeface="Cambria Math" panose="02040503050406030204" pitchFamily="18" charset="0"/>
                                  <a:ea typeface="楷体" panose="02010609060101010101" pitchFamily="49" charset="-122"/>
                                </a:rPr>
                                <m:t>−</m:t>
                              </m:r>
                              <m:sSup>
                                <m:sSupPr>
                                  <m:ctrlPr>
                                    <a:rPr lang="en-US" altLang="zh-CN" sz="3000" i="1" dirty="0">
                                      <a:latin typeface="Cambria Math" panose="02040503050406030204" pitchFamily="18" charset="0"/>
                                      <a:ea typeface="楷体" panose="02010609060101010101" pitchFamily="49" charset="-122"/>
                                    </a:rPr>
                                  </m:ctrlPr>
                                </m:sSupPr>
                                <m:e>
                                  <m:r>
                                    <a:rPr lang="en-US" altLang="zh-CN" sz="3000" i="1" dirty="0">
                                      <a:latin typeface="Cambria Math" panose="02040503050406030204" pitchFamily="18" charset="0"/>
                                      <a:ea typeface="楷体" panose="02010609060101010101" pitchFamily="49" charset="-122"/>
                                    </a:rPr>
                                    <m:t>𝑒</m:t>
                                  </m:r>
                                </m:e>
                                <m:sup>
                                  <m:r>
                                    <a:rPr lang="en-US" altLang="zh-CN" sz="3000" i="1" dirty="0">
                                      <a:latin typeface="Cambria Math" panose="02040503050406030204" pitchFamily="18" charset="0"/>
                                      <a:ea typeface="楷体" panose="02010609060101010101" pitchFamily="49" charset="-122"/>
                                    </a:rPr>
                                    <m:t>−</m:t>
                                  </m:r>
                                  <m:r>
                                    <a:rPr lang="en-US" altLang="zh-CN" sz="3000" i="1" dirty="0">
                                      <a:latin typeface="Cambria Math" panose="02040503050406030204" pitchFamily="18" charset="0"/>
                                      <a:ea typeface="楷体" panose="02010609060101010101" pitchFamily="49" charset="-122"/>
                                    </a:rPr>
                                    <m:t>𝑖𝑦</m:t>
                                  </m:r>
                                </m:sup>
                              </m:sSup>
                              <m:r>
                                <m:rPr>
                                  <m:brk m:alnAt="7"/>
                                </m:rPr>
                                <a:rPr lang="en-US" altLang="zh-CN" sz="3000" i="1" dirty="0">
                                  <a:latin typeface="Cambria Math" panose="02040503050406030204" pitchFamily="18" charset="0"/>
                                  <a:ea typeface="楷体" panose="02010609060101010101" pitchFamily="49" charset="-122"/>
                                </a:rPr>
                                <m:t>)</m:t>
                              </m:r>
                            </m:e>
                          </m:mr>
                        </m:m>
                      </m:e>
                    </m:d>
                  </m:oMath>
                </a14:m>
                <a:endParaRPr lang="en-US" altLang="zh-CN" sz="3000" dirty="0">
                  <a:latin typeface="楷体" panose="02010609060101010101" pitchFamily="49" charset="-122"/>
                  <a:ea typeface="楷体" panose="02010609060101010101" pitchFamily="49" charset="-122"/>
                </a:endParaRPr>
              </a:p>
            </p:txBody>
          </p:sp>
        </mc:Choice>
        <mc:Fallback>
          <p:sp>
            <p:nvSpPr>
              <p:cNvPr id="8" name="标题 1"/>
              <p:cNvSpPr txBox="1">
                <a:spLocks noRot="1" noChangeAspect="1" noMove="1" noResize="1" noEditPoints="1" noAdjustHandles="1" noChangeArrowheads="1" noChangeShapeType="1" noTextEdit="1"/>
              </p:cNvSpPr>
              <p:nvPr/>
            </p:nvSpPr>
            <p:spPr>
              <a:xfrm>
                <a:off x="202594" y="573451"/>
                <a:ext cx="9254227" cy="2216381"/>
              </a:xfrm>
              <a:prstGeom prst="rect">
                <a:avLst/>
              </a:prstGeom>
              <a:blipFill rotWithShape="1">
                <a:blip r:embed="rId3"/>
                <a:stretch>
                  <a:fillRect t="-2" r="4" b="12"/>
                </a:stretch>
              </a:blipFill>
            </p:spPr>
            <p:txBody>
              <a:bodyPr/>
              <a:lstStyle/>
              <a:p>
                <a:r>
                  <a:rPr lang="zh-CN" altLang="en-US">
                    <a:noFill/>
                  </a:rPr>
                  <a:t> </a:t>
                </a:r>
              </a:p>
            </p:txBody>
          </p:sp>
        </mc:Fallback>
      </mc:AlternateContent>
      <p:sp>
        <p:nvSpPr>
          <p:cNvPr id="2"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2.3 </a:t>
            </a:r>
            <a:r>
              <a:rPr lang="zh-CN" altLang="en-US" sz="1800" b="1" dirty="0">
                <a:latin typeface="楷体" panose="02010609060101010101" pitchFamily="49" charset="-122"/>
                <a:ea typeface="楷体" panose="02010609060101010101" pitchFamily="49" charset="-122"/>
              </a:rPr>
              <a:t>初等函数</a:t>
            </a:r>
            <a:endParaRPr lang="zh-CN" altLang="en-US" sz="1800" b="1" dirty="0">
              <a:latin typeface="楷体" panose="02010609060101010101" pitchFamily="49" charset="-122"/>
              <a:ea typeface="楷体" panose="02010609060101010101" pitchFamily="49" charset="-122"/>
            </a:endParaRPr>
          </a:p>
        </p:txBody>
      </p:sp>
      <p:cxnSp>
        <p:nvCxnSpPr>
          <p:cNvPr id="9" name="直接连接符 8"/>
          <p:cNvCxnSpPr/>
          <p:nvPr/>
        </p:nvCxnSpPr>
        <p:spPr>
          <a:xfrm flipV="1">
            <a:off x="0" y="573451"/>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标题 1"/>
              <p:cNvSpPr txBox="1"/>
              <p:nvPr/>
            </p:nvSpPr>
            <p:spPr>
              <a:xfrm>
                <a:off x="375550" y="1929219"/>
                <a:ext cx="4026712" cy="85110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r>
                  <a:rPr lang="en-US" altLang="zh-CN" sz="3000" dirty="0">
                    <a:latin typeface="楷体" panose="02010609060101010101" pitchFamily="49" charset="-122"/>
                    <a:ea typeface="楷体" panose="02010609060101010101" pitchFamily="49" charset="-122"/>
                    <a:sym typeface="Wingdings" panose="05000000000000000000" pitchFamily="2" charset="2"/>
                  </a:rPr>
                  <a:t>3</a:t>
                </a:r>
                <a:r>
                  <a:rPr lang="zh-CN" altLang="en-US" sz="3000" dirty="0">
                    <a:ea typeface="楷体" panose="02010609060101010101" pitchFamily="49" charset="-122"/>
                    <a:sym typeface="Wingdings" panose="05000000000000000000" pitchFamily="2" charset="2"/>
                  </a:rPr>
                  <a:t>、</a:t>
                </a:r>
                <a14:m>
                  <m:oMath xmlns:m="http://schemas.openxmlformats.org/officeDocument/2006/math">
                    <m:sSup>
                      <m:sSup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sSupPr>
                      <m:e>
                        <m:r>
                          <a:rPr lang="en-US" altLang="zh-CN" sz="3000" i="1">
                            <a:latin typeface="Cambria Math" panose="02040503050406030204" pitchFamily="18" charset="0"/>
                            <a:ea typeface="楷体" panose="02010609060101010101" pitchFamily="49" charset="-122"/>
                            <a:sym typeface="Wingdings" panose="05000000000000000000" pitchFamily="2" charset="2"/>
                          </a:rPr>
                          <m:t>(</m:t>
                        </m:r>
                        <m:r>
                          <a:rPr lang="en-US" altLang="zh-CN" sz="3000" i="1">
                            <a:latin typeface="Cambria Math" panose="02040503050406030204" pitchFamily="18" charset="0"/>
                            <a:ea typeface="楷体" panose="02010609060101010101" pitchFamily="49" charset="-122"/>
                            <a:sym typeface="Wingdings" panose="05000000000000000000" pitchFamily="2" charset="2"/>
                          </a:rPr>
                          <m:t>𝑠𝑖𝑛𝑧</m:t>
                        </m:r>
                        <m:r>
                          <a:rPr lang="en-US" altLang="zh-CN" sz="3000" i="1">
                            <a:latin typeface="Cambria Math" panose="02040503050406030204" pitchFamily="18" charset="0"/>
                            <a:ea typeface="楷体" panose="02010609060101010101" pitchFamily="49" charset="-122"/>
                            <a:sym typeface="Wingdings" panose="05000000000000000000" pitchFamily="2" charset="2"/>
                          </a:rPr>
                          <m:t>)</m:t>
                        </m:r>
                      </m:e>
                      <m:sup>
                        <m:r>
                          <a:rPr lang="en-US" altLang="zh-CN" sz="3000" i="1">
                            <a:latin typeface="Cambria Math" panose="02040503050406030204" pitchFamily="18" charset="0"/>
                            <a:ea typeface="楷体" panose="02010609060101010101" pitchFamily="49" charset="-122"/>
                            <a:sym typeface="Wingdings" panose="05000000000000000000" pitchFamily="2" charset="2"/>
                          </a:rPr>
                          <m:t>′</m:t>
                        </m:r>
                      </m:sup>
                    </m:sSup>
                    <m:r>
                      <a:rPr lang="en-US" altLang="zh-CN" sz="3000" i="1">
                        <a:latin typeface="Cambria Math" panose="02040503050406030204" pitchFamily="18" charset="0"/>
                        <a:ea typeface="楷体" panose="02010609060101010101" pitchFamily="49" charset="-122"/>
                        <a:sym typeface="Wingdings" panose="05000000000000000000" pitchFamily="2" charset="2"/>
                      </a:rPr>
                      <m:t>=</m:t>
                    </m:r>
                    <m:sSup>
                      <m:sSup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sSupPr>
                      <m:e>
                        <m:r>
                          <a:rPr lang="en-US" altLang="zh-CN" sz="3000" i="1">
                            <a:latin typeface="Cambria Math" panose="02040503050406030204" pitchFamily="18" charset="0"/>
                            <a:ea typeface="楷体" panose="02010609060101010101" pitchFamily="49" charset="-122"/>
                            <a:sym typeface="Wingdings" panose="05000000000000000000" pitchFamily="2" charset="2"/>
                          </a:rPr>
                          <m:t>(</m:t>
                        </m:r>
                        <m:f>
                          <m:f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fPr>
                          <m:num>
                            <m:sSup>
                              <m:sSup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sSupPr>
                              <m:e>
                                <m:r>
                                  <a:rPr lang="en-US" altLang="zh-CN" sz="3000" i="1">
                                    <a:latin typeface="Cambria Math" panose="02040503050406030204" pitchFamily="18" charset="0"/>
                                    <a:ea typeface="楷体" panose="02010609060101010101" pitchFamily="49" charset="-122"/>
                                    <a:sym typeface="Wingdings" panose="05000000000000000000" pitchFamily="2" charset="2"/>
                                  </a:rPr>
                                  <m:t>𝑒</m:t>
                                </m:r>
                              </m:e>
                              <m:sup>
                                <m:r>
                                  <a:rPr lang="en-US" altLang="zh-CN" sz="3000" i="1">
                                    <a:latin typeface="Cambria Math" panose="02040503050406030204" pitchFamily="18" charset="0"/>
                                    <a:ea typeface="楷体" panose="02010609060101010101" pitchFamily="49" charset="-122"/>
                                    <a:sym typeface="Wingdings" panose="05000000000000000000" pitchFamily="2" charset="2"/>
                                  </a:rPr>
                                  <m:t>𝑖𝑧</m:t>
                                </m:r>
                              </m:sup>
                            </m:sSup>
                            <m:r>
                              <a:rPr lang="en-US" altLang="zh-CN" sz="3000" i="1">
                                <a:latin typeface="Cambria Math" panose="02040503050406030204" pitchFamily="18" charset="0"/>
                                <a:ea typeface="楷体" panose="02010609060101010101" pitchFamily="49" charset="-122"/>
                                <a:sym typeface="Wingdings" panose="05000000000000000000" pitchFamily="2" charset="2"/>
                              </a:rPr>
                              <m:t>−</m:t>
                            </m:r>
                            <m:sSup>
                              <m:sSup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sSupPr>
                              <m:e>
                                <m:r>
                                  <a:rPr lang="en-US" altLang="zh-CN" sz="3000" i="1">
                                    <a:latin typeface="Cambria Math" panose="02040503050406030204" pitchFamily="18" charset="0"/>
                                    <a:ea typeface="楷体" panose="02010609060101010101" pitchFamily="49" charset="-122"/>
                                    <a:sym typeface="Wingdings" panose="05000000000000000000" pitchFamily="2" charset="2"/>
                                  </a:rPr>
                                  <m:t>𝑒</m:t>
                                </m:r>
                              </m:e>
                              <m:sup>
                                <m:r>
                                  <a:rPr lang="en-US" altLang="zh-CN" sz="3000" i="1">
                                    <a:latin typeface="Cambria Math" panose="02040503050406030204" pitchFamily="18" charset="0"/>
                                    <a:ea typeface="楷体" panose="02010609060101010101" pitchFamily="49" charset="-122"/>
                                    <a:sym typeface="Wingdings" panose="05000000000000000000" pitchFamily="2" charset="2"/>
                                  </a:rPr>
                                  <m:t>−</m:t>
                                </m:r>
                                <m:r>
                                  <a:rPr lang="en-US" altLang="zh-CN" sz="3000" i="1">
                                    <a:latin typeface="Cambria Math" panose="02040503050406030204" pitchFamily="18" charset="0"/>
                                    <a:ea typeface="楷体" panose="02010609060101010101" pitchFamily="49" charset="-122"/>
                                    <a:sym typeface="Wingdings" panose="05000000000000000000" pitchFamily="2" charset="2"/>
                                  </a:rPr>
                                  <m:t>𝑖𝑧</m:t>
                                </m:r>
                              </m:sup>
                            </m:sSup>
                          </m:num>
                          <m:den>
                            <m:r>
                              <a:rPr lang="en-US" altLang="zh-CN" sz="3000" i="1">
                                <a:latin typeface="Cambria Math" panose="02040503050406030204" pitchFamily="18" charset="0"/>
                                <a:ea typeface="楷体" panose="02010609060101010101" pitchFamily="49" charset="-122"/>
                                <a:sym typeface="Wingdings" panose="05000000000000000000" pitchFamily="2" charset="2"/>
                              </a:rPr>
                              <m:t>2</m:t>
                            </m:r>
                            <m:r>
                              <a:rPr lang="en-US" altLang="zh-CN" sz="3000" i="1">
                                <a:latin typeface="Cambria Math" panose="02040503050406030204" pitchFamily="18" charset="0"/>
                                <a:ea typeface="楷体" panose="02010609060101010101" pitchFamily="49" charset="-122"/>
                                <a:sym typeface="Wingdings" panose="05000000000000000000" pitchFamily="2" charset="2"/>
                              </a:rPr>
                              <m:t>𝑖</m:t>
                            </m:r>
                          </m:den>
                        </m:f>
                        <m:r>
                          <a:rPr lang="en-US" altLang="zh-CN" sz="3000" i="1">
                            <a:latin typeface="Cambria Math" panose="02040503050406030204" pitchFamily="18" charset="0"/>
                            <a:ea typeface="楷体" panose="02010609060101010101" pitchFamily="49" charset="-122"/>
                            <a:sym typeface="Wingdings" panose="05000000000000000000" pitchFamily="2" charset="2"/>
                          </a:rPr>
                          <m:t>)</m:t>
                        </m:r>
                      </m:e>
                      <m:sup>
                        <m:r>
                          <a:rPr lang="en-US" altLang="zh-CN" sz="3000" i="1">
                            <a:latin typeface="Cambria Math" panose="02040503050406030204" pitchFamily="18" charset="0"/>
                            <a:ea typeface="楷体" panose="02010609060101010101" pitchFamily="49" charset="-122"/>
                            <a:sym typeface="Wingdings" panose="05000000000000000000" pitchFamily="2" charset="2"/>
                          </a:rPr>
                          <m:t>′</m:t>
                        </m:r>
                      </m:sup>
                    </m:sSup>
                  </m:oMath>
                </a14:m>
                <a:endParaRPr lang="en-US" altLang="zh-CN" sz="3000" dirty="0">
                  <a:latin typeface="楷体" panose="02010609060101010101" pitchFamily="49" charset="-122"/>
                  <a:ea typeface="楷体" panose="02010609060101010101" pitchFamily="49" charset="-122"/>
                </a:endParaRPr>
              </a:p>
            </p:txBody>
          </p:sp>
        </mc:Choice>
        <mc:Fallback>
          <p:sp>
            <p:nvSpPr>
              <p:cNvPr id="4" name="标题 1"/>
              <p:cNvSpPr txBox="1">
                <a:spLocks noRot="1" noChangeAspect="1" noMove="1" noResize="1" noEditPoints="1" noAdjustHandles="1" noChangeArrowheads="1" noChangeShapeType="1" noTextEdit="1"/>
              </p:cNvSpPr>
              <p:nvPr/>
            </p:nvSpPr>
            <p:spPr>
              <a:xfrm>
                <a:off x="375550" y="1929219"/>
                <a:ext cx="4026712" cy="851108"/>
              </a:xfrm>
              <a:prstGeom prst="rect">
                <a:avLst/>
              </a:prstGeom>
              <a:blipFill rotWithShape="1">
                <a:blip r:embed="rId1"/>
                <a:stretch>
                  <a:fillRect l="-7" t="-1279" r="11" b="-138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标题 1"/>
              <p:cNvSpPr txBox="1"/>
              <p:nvPr/>
            </p:nvSpPr>
            <p:spPr>
              <a:xfrm>
                <a:off x="375549" y="4727004"/>
                <a:ext cx="5989755" cy="988251"/>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altLang="zh-CN" sz="3000" dirty="0">
                    <a:latin typeface="楷体" panose="02010609060101010101" pitchFamily="49" charset="-122"/>
                    <a:ea typeface="楷体" panose="02010609060101010101" pitchFamily="49" charset="-122"/>
                  </a:rPr>
                  <a:t>4</a:t>
                </a:r>
                <a:r>
                  <a:rPr lang="zh-CN" altLang="en-US" sz="3000" dirty="0">
                    <a:latin typeface="楷体" panose="02010609060101010101" pitchFamily="49" charset="-122"/>
                    <a:ea typeface="楷体" panose="02010609060101010101" pitchFamily="49" charset="-122"/>
                  </a:rPr>
                  <a:t>、</a:t>
                </a:r>
                <a14:m>
                  <m:oMath xmlns:m="http://schemas.openxmlformats.org/officeDocument/2006/math">
                    <m:r>
                      <a:rPr lang="en-US" altLang="zh-CN" sz="3000" i="1">
                        <a:latin typeface="Cambria Math" panose="02040503050406030204" pitchFamily="18" charset="0"/>
                        <a:ea typeface="楷体" panose="02010609060101010101" pitchFamily="49" charset="-122"/>
                      </a:rPr>
                      <m:t>𝑠𝑖𝑛𝑧</m:t>
                    </m:r>
                    <m:r>
                      <a:rPr lang="zh-CN" altLang="en-US" sz="3000" i="1">
                        <a:latin typeface="Cambria Math" panose="02040503050406030204" pitchFamily="18" charset="0"/>
                        <a:ea typeface="楷体" panose="02010609060101010101" pitchFamily="49" charset="-122"/>
                      </a:rPr>
                      <m:t>是</m:t>
                    </m:r>
                  </m:oMath>
                </a14:m>
                <a:r>
                  <a:rPr lang="zh-CN" altLang="en-US" sz="3000" dirty="0">
                    <a:latin typeface="楷体" panose="02010609060101010101" pitchFamily="49" charset="-122"/>
                    <a:ea typeface="楷体" panose="02010609060101010101" pitchFamily="49" charset="-122"/>
                  </a:rPr>
                  <a:t>奇函数</a:t>
                </a:r>
                <a:r>
                  <a:rPr lang="en-US" altLang="zh-CN" sz="3000" dirty="0">
                    <a:latin typeface="楷体" panose="02010609060101010101" pitchFamily="49" charset="-122"/>
                    <a:ea typeface="楷体" panose="02010609060101010101" pitchFamily="49" charset="-122"/>
                  </a:rPr>
                  <a:t>,</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𝑐𝑜𝑠</m:t>
                    </m:r>
                    <m:r>
                      <a:rPr lang="en-US" altLang="zh-CN" sz="3000" i="1">
                        <a:latin typeface="Cambria Math" panose="02040503050406030204" pitchFamily="18" charset="0"/>
                        <a:ea typeface="楷体" panose="02010609060101010101" pitchFamily="49" charset="-122"/>
                      </a:rPr>
                      <m:t>𝑧</m:t>
                    </m:r>
                    <m:r>
                      <a:rPr lang="zh-CN" altLang="en-US" sz="3000" i="1">
                        <a:latin typeface="Cambria Math" panose="02040503050406030204" pitchFamily="18" charset="0"/>
                        <a:ea typeface="楷体" panose="02010609060101010101" pitchFamily="49" charset="-122"/>
                      </a:rPr>
                      <m:t>是偶</m:t>
                    </m:r>
                  </m:oMath>
                </a14:m>
                <a:r>
                  <a:rPr lang="zh-CN" altLang="en-US" sz="3000" dirty="0">
                    <a:latin typeface="楷体" panose="02010609060101010101" pitchFamily="49" charset="-122"/>
                    <a:ea typeface="楷体" panose="02010609060101010101" pitchFamily="49" charset="-122"/>
                  </a:rPr>
                  <a:t>函数；</a:t>
                </a:r>
                <a:endParaRPr lang="en-US" altLang="zh-CN" sz="3000" dirty="0">
                  <a:latin typeface="楷体" panose="02010609060101010101" pitchFamily="49" charset="-122"/>
                  <a:ea typeface="楷体" panose="02010609060101010101" pitchFamily="49" charset="-122"/>
                </a:endParaRPr>
              </a:p>
            </p:txBody>
          </p:sp>
        </mc:Choice>
        <mc:Fallback>
          <p:sp>
            <p:nvSpPr>
              <p:cNvPr id="6" name="标题 1"/>
              <p:cNvSpPr txBox="1">
                <a:spLocks noRot="1" noChangeAspect="1" noMove="1" noResize="1" noEditPoints="1" noAdjustHandles="1" noChangeArrowheads="1" noChangeShapeType="1" noTextEdit="1"/>
              </p:cNvSpPr>
              <p:nvPr/>
            </p:nvSpPr>
            <p:spPr>
              <a:xfrm>
                <a:off x="375549" y="4727004"/>
                <a:ext cx="5989755" cy="988251"/>
              </a:xfrm>
              <a:prstGeom prst="rect">
                <a:avLst/>
              </a:prstGeom>
              <a:blipFill rotWithShape="1">
                <a:blip r:embed="rId2"/>
                <a:stretch>
                  <a:fillRect l="-4" t="-6" r="1" b="2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标题 1"/>
              <p:cNvSpPr txBox="1"/>
              <p:nvPr/>
            </p:nvSpPr>
            <p:spPr>
              <a:xfrm>
                <a:off x="435707" y="737600"/>
                <a:ext cx="8338066" cy="988251"/>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r>
                  <a:rPr lang="en-US" altLang="zh-CN" sz="3000" dirty="0">
                    <a:latin typeface="楷体" panose="02010609060101010101" pitchFamily="49" charset="-122"/>
                    <a:ea typeface="楷体" panose="02010609060101010101" pitchFamily="49" charset="-122"/>
                  </a:rPr>
                  <a:t>2</a:t>
                </a:r>
                <a:r>
                  <a:rPr lang="zh-CN" altLang="en-US" sz="3000" dirty="0">
                    <a:latin typeface="楷体" panose="02010609060101010101" pitchFamily="49" charset="-122"/>
                    <a:ea typeface="楷体" panose="02010609060101010101" pitchFamily="49" charset="-122"/>
                  </a:rPr>
                  <a:t>、由</a:t>
                </a:r>
                <a14:m>
                  <m:oMath xmlns:m="http://schemas.openxmlformats.org/officeDocument/2006/math">
                    <m:sSup>
                      <m:sSup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sSupPr>
                      <m:e>
                        <m:r>
                          <a:rPr lang="en-US" altLang="zh-CN" sz="3000" i="1">
                            <a:latin typeface="Cambria Math" panose="02040503050406030204" pitchFamily="18" charset="0"/>
                            <a:ea typeface="楷体" panose="02010609060101010101" pitchFamily="49" charset="-122"/>
                            <a:sym typeface="Wingdings" panose="05000000000000000000" pitchFamily="2" charset="2"/>
                          </a:rPr>
                          <m:t>𝑒</m:t>
                        </m:r>
                      </m:e>
                      <m:sup>
                        <m:r>
                          <a:rPr lang="en-US" altLang="zh-CN" sz="3000" i="1">
                            <a:latin typeface="Cambria Math" panose="02040503050406030204" pitchFamily="18" charset="0"/>
                            <a:ea typeface="楷体" panose="02010609060101010101" pitchFamily="49" charset="-122"/>
                            <a:sym typeface="Wingdings" panose="05000000000000000000" pitchFamily="2" charset="2"/>
                          </a:rPr>
                          <m:t>𝑧</m:t>
                        </m:r>
                      </m:sup>
                    </m:sSup>
                    <m:r>
                      <a:rPr lang="zh-CN" altLang="en-US" sz="3000" i="1">
                        <a:latin typeface="Cambria Math" panose="02040503050406030204" pitchFamily="18" charset="0"/>
                        <a:ea typeface="楷体" panose="02010609060101010101" pitchFamily="49" charset="-122"/>
                        <a:sym typeface="Wingdings" panose="05000000000000000000" pitchFamily="2" charset="2"/>
                      </a:rPr>
                      <m:t>是</m:t>
                    </m:r>
                    <m:r>
                      <a:rPr lang="en-US" altLang="zh-CN" sz="3000" i="1" dirty="0">
                        <a:latin typeface="Cambria Math" panose="02040503050406030204" pitchFamily="18" charset="0"/>
                        <a:ea typeface="楷体" panose="02010609060101010101" pitchFamily="49" charset="-122"/>
                      </a:rPr>
                      <m:t>2</m:t>
                    </m:r>
                    <m:r>
                      <a:rPr lang="zh-CN" altLang="en-US" sz="3000" i="1" dirty="0">
                        <a:latin typeface="Cambria Math" panose="02040503050406030204" pitchFamily="18" charset="0"/>
                        <a:ea typeface="楷体" panose="02010609060101010101" pitchFamily="49" charset="-122"/>
                      </a:rPr>
                      <m:t>𝜋</m:t>
                    </m:r>
                    <m:r>
                      <a:rPr lang="en-US" altLang="zh-CN" sz="3000" i="1" dirty="0">
                        <a:latin typeface="Cambria Math" panose="02040503050406030204" pitchFamily="18" charset="0"/>
                        <a:ea typeface="楷体" panose="02010609060101010101" pitchFamily="49" charset="-122"/>
                      </a:rPr>
                      <m:t>𝑖</m:t>
                    </m:r>
                  </m:oMath>
                </a14:m>
                <a:r>
                  <a:rPr lang="zh-CN" altLang="en-US" sz="3000" dirty="0">
                    <a:latin typeface="楷体" panose="02010609060101010101" pitchFamily="49" charset="-122"/>
                    <a:ea typeface="楷体" panose="02010609060101010101" pitchFamily="49" charset="-122"/>
                  </a:rPr>
                  <a:t>的周期函数</a:t>
                </a:r>
                <a14:m>
                  <m:oMath xmlns:m="http://schemas.openxmlformats.org/officeDocument/2006/math">
                    <m:groupChr>
                      <m:groupChrPr>
                        <m:chr m:val="⇒"/>
                        <m:vertJc m:val="bot"/>
                        <m:ctrlPr>
                          <a:rPr lang="zh-CN" altLang="en-US" sz="3000" i="1">
                            <a:latin typeface="Cambria Math" panose="02040503050406030204" pitchFamily="18" charset="0"/>
                            <a:ea typeface="楷体" panose="02010609060101010101" pitchFamily="49" charset="-122"/>
                          </a:rPr>
                        </m:ctrlPr>
                      </m:groupChrPr>
                      <m:e/>
                    </m:groupChr>
                    <m:r>
                      <a:rPr lang="en-US" altLang="zh-CN" sz="3000" i="1">
                        <a:latin typeface="Cambria Math" panose="02040503050406030204" pitchFamily="18" charset="0"/>
                        <a:ea typeface="楷体" panose="02010609060101010101" pitchFamily="49" charset="-122"/>
                      </a:rPr>
                      <m:t>𝑠𝑖𝑛𝑧</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𝑐𝑜𝑠𝑧</m:t>
                    </m:r>
                    <m:r>
                      <a:rPr lang="zh-CN" altLang="en-US" sz="3000" i="1">
                        <a:latin typeface="Cambria Math" panose="02040503050406030204" pitchFamily="18" charset="0"/>
                        <a:ea typeface="楷体" panose="02010609060101010101" pitchFamily="49" charset="-122"/>
                      </a:rPr>
                      <m:t>是</m:t>
                    </m:r>
                  </m:oMath>
                </a14:m>
                <a:r>
                  <a:rPr lang="zh-CN" altLang="en-US" sz="3000" dirty="0">
                    <a:latin typeface="楷体" panose="02010609060101010101" pitchFamily="49" charset="-122"/>
                    <a:ea typeface="楷体" panose="02010609060101010101" pitchFamily="49" charset="-122"/>
                  </a:rPr>
                  <a:t>以</a:t>
                </a:r>
                <a14:m>
                  <m:oMath xmlns:m="http://schemas.openxmlformats.org/officeDocument/2006/math">
                    <m:r>
                      <a:rPr lang="en-US" altLang="zh-CN" sz="3000" i="1" dirty="0">
                        <a:latin typeface="Cambria Math" panose="02040503050406030204" pitchFamily="18" charset="0"/>
                        <a:ea typeface="楷体" panose="02010609060101010101" pitchFamily="49" charset="-122"/>
                      </a:rPr>
                      <m:t>2</m:t>
                    </m:r>
                    <m:r>
                      <a:rPr lang="zh-CN" altLang="en-US" sz="3000" i="1" dirty="0">
                        <a:latin typeface="Cambria Math" panose="02040503050406030204" pitchFamily="18" charset="0"/>
                        <a:ea typeface="楷体" panose="02010609060101010101" pitchFamily="49" charset="-122"/>
                      </a:rPr>
                      <m:t>𝜋</m:t>
                    </m:r>
                    <m:r>
                      <a:rPr lang="zh-CN" altLang="en-US" sz="3000" i="1" dirty="0">
                        <a:latin typeface="Cambria Math" panose="02040503050406030204" pitchFamily="18" charset="0"/>
                        <a:ea typeface="楷体" panose="02010609060101010101" pitchFamily="49" charset="-122"/>
                      </a:rPr>
                      <m:t>为</m:t>
                    </m:r>
                  </m:oMath>
                </a14:m>
                <a:r>
                  <a:rPr lang="zh-CN" altLang="en-US" sz="3000" dirty="0">
                    <a:latin typeface="楷体" panose="02010609060101010101" pitchFamily="49" charset="-122"/>
                    <a:ea typeface="楷体" panose="02010609060101010101" pitchFamily="49" charset="-122"/>
                  </a:rPr>
                  <a:t>周期的周期函数</a:t>
                </a:r>
                <a:endParaRPr lang="en-US" altLang="zh-CN" sz="3000" dirty="0">
                  <a:latin typeface="楷体" panose="02010609060101010101" pitchFamily="49" charset="-122"/>
                  <a:ea typeface="楷体" panose="02010609060101010101" pitchFamily="49" charset="-122"/>
                </a:endParaRPr>
              </a:p>
            </p:txBody>
          </p:sp>
        </mc:Choice>
        <mc:Fallback>
          <p:sp>
            <p:nvSpPr>
              <p:cNvPr id="7" name="标题 1"/>
              <p:cNvSpPr txBox="1">
                <a:spLocks noRot="1" noChangeAspect="1" noMove="1" noResize="1" noEditPoints="1" noAdjustHandles="1" noChangeArrowheads="1" noChangeShapeType="1" noTextEdit="1"/>
              </p:cNvSpPr>
              <p:nvPr/>
            </p:nvSpPr>
            <p:spPr>
              <a:xfrm>
                <a:off x="435707" y="737600"/>
                <a:ext cx="8338066" cy="988251"/>
              </a:xfrm>
              <a:prstGeom prst="rect">
                <a:avLst/>
              </a:prstGeom>
              <a:blipFill rotWithShape="1">
                <a:blip r:embed="rId3"/>
                <a:stretch>
                  <a:fillRect l="-1" t="-18671" r="7" b="-18706"/>
                </a:stretch>
              </a:blipFill>
            </p:spPr>
            <p:txBody>
              <a:bodyPr/>
              <a:lstStyle/>
              <a:p>
                <a:r>
                  <a:rPr lang="zh-CN" altLang="en-US">
                    <a:noFill/>
                  </a:rPr>
                  <a:t> </a:t>
                </a:r>
              </a:p>
            </p:txBody>
          </p:sp>
        </mc:Fallback>
      </mc:AlternateContent>
      <p:sp>
        <p:nvSpPr>
          <p:cNvPr id="2"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2.3 </a:t>
            </a:r>
            <a:r>
              <a:rPr lang="zh-CN" altLang="en-US" sz="1800" b="1" dirty="0">
                <a:latin typeface="楷体" panose="02010609060101010101" pitchFamily="49" charset="-122"/>
                <a:ea typeface="楷体" panose="02010609060101010101" pitchFamily="49" charset="-122"/>
              </a:rPr>
              <a:t>初等函数</a:t>
            </a:r>
            <a:endParaRPr lang="zh-CN" altLang="en-US" sz="1800" b="1" dirty="0">
              <a:latin typeface="楷体" panose="02010609060101010101" pitchFamily="49" charset="-122"/>
              <a:ea typeface="楷体" panose="02010609060101010101" pitchFamily="49" charset="-122"/>
            </a:endParaRPr>
          </a:p>
        </p:txBody>
      </p:sp>
      <p:cxnSp>
        <p:nvCxnSpPr>
          <p:cNvPr id="3" name="直接连接符 2"/>
          <p:cNvCxnSpPr/>
          <p:nvPr/>
        </p:nvCxnSpPr>
        <p:spPr>
          <a:xfrm flipV="1">
            <a:off x="0" y="573451"/>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2" name="标题 1"/>
              <p:cNvSpPr txBox="1"/>
              <p:nvPr/>
            </p:nvSpPr>
            <p:spPr>
              <a:xfrm>
                <a:off x="958744" y="3875679"/>
                <a:ext cx="3728127" cy="733081"/>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r>
                  <a:rPr lang="zh-CN" altLang="en-US" sz="3000" dirty="0">
                    <a:latin typeface="楷体" panose="02010609060101010101" pitchFamily="49" charset="-122"/>
                    <a:ea typeface="楷体" panose="02010609060101010101" pitchFamily="49" charset="-122"/>
                  </a:rPr>
                  <a:t>同理</a:t>
                </a:r>
                <a14:m>
                  <m:oMath xmlns:m="http://schemas.openxmlformats.org/officeDocument/2006/math">
                    <m:sSup>
                      <m:sSupPr>
                        <m:ctrlPr>
                          <a:rPr lang="en-US" altLang="zh-CN" sz="3000" i="1" dirty="0">
                            <a:latin typeface="Cambria Math" panose="02040503050406030204" pitchFamily="18" charset="0"/>
                            <a:ea typeface="楷体" panose="02010609060101010101" pitchFamily="49" charset="-122"/>
                          </a:rPr>
                        </m:ctrlPr>
                      </m:sSupPr>
                      <m:e>
                        <m:r>
                          <a:rPr lang="en-US" altLang="zh-CN" sz="3000" i="1" dirty="0">
                            <a:latin typeface="Cambria Math" panose="02040503050406030204" pitchFamily="18" charset="0"/>
                            <a:ea typeface="楷体" panose="02010609060101010101" pitchFamily="49" charset="-122"/>
                          </a:rPr>
                          <m:t>(</m:t>
                        </m:r>
                        <m:r>
                          <a:rPr lang="en-US" altLang="zh-CN" sz="3000" i="1" dirty="0">
                            <a:latin typeface="Cambria Math" panose="02040503050406030204" pitchFamily="18" charset="0"/>
                            <a:ea typeface="楷体" panose="02010609060101010101" pitchFamily="49" charset="-122"/>
                          </a:rPr>
                          <m:t>𝑐𝑜𝑠𝑧</m:t>
                        </m:r>
                        <m:r>
                          <a:rPr lang="en-US" altLang="zh-CN" sz="3000" i="1" dirty="0">
                            <a:latin typeface="Cambria Math" panose="02040503050406030204" pitchFamily="18" charset="0"/>
                            <a:ea typeface="楷体" panose="02010609060101010101" pitchFamily="49" charset="-122"/>
                          </a:rPr>
                          <m:t>)</m:t>
                        </m:r>
                      </m:e>
                      <m:sup>
                        <m:r>
                          <a:rPr lang="en-US" altLang="zh-CN" sz="3000" i="1" dirty="0">
                            <a:latin typeface="Cambria Math" panose="02040503050406030204" pitchFamily="18" charset="0"/>
                            <a:ea typeface="楷体" panose="02010609060101010101" pitchFamily="49" charset="-122"/>
                          </a:rPr>
                          <m:t>′</m:t>
                        </m:r>
                      </m:sup>
                    </m:sSup>
                    <m:r>
                      <a:rPr lang="en-US" altLang="zh-CN" sz="3000" i="1" dirty="0">
                        <a:latin typeface="Cambria Math" panose="02040503050406030204" pitchFamily="18" charset="0"/>
                        <a:ea typeface="楷体" panose="02010609060101010101" pitchFamily="49" charset="-122"/>
                      </a:rPr>
                      <m:t>=−</m:t>
                    </m:r>
                    <m:r>
                      <a:rPr lang="en-US" altLang="zh-CN" sz="3000" i="1" dirty="0">
                        <a:latin typeface="Cambria Math" panose="02040503050406030204" pitchFamily="18" charset="0"/>
                        <a:ea typeface="楷体" panose="02010609060101010101" pitchFamily="49" charset="-122"/>
                      </a:rPr>
                      <m:t>𝑠𝑖𝑛𝑧</m:t>
                    </m:r>
                    <m:r>
                      <a:rPr lang="en-US" altLang="zh-CN" sz="3000" i="1" dirty="0">
                        <a:latin typeface="Cambria Math" panose="02040503050406030204" pitchFamily="18" charset="0"/>
                        <a:ea typeface="楷体" panose="02010609060101010101" pitchFamily="49" charset="-122"/>
                      </a:rPr>
                      <m:t>;</m:t>
                    </m:r>
                  </m:oMath>
                </a14:m>
                <a:endParaRPr lang="en-US" altLang="zh-CN" sz="3000" dirty="0">
                  <a:latin typeface="楷体" panose="02010609060101010101" pitchFamily="49" charset="-122"/>
                  <a:ea typeface="楷体" panose="02010609060101010101" pitchFamily="49" charset="-122"/>
                </a:endParaRPr>
              </a:p>
            </p:txBody>
          </p:sp>
        </mc:Choice>
        <mc:Fallback>
          <p:sp>
            <p:nvSpPr>
              <p:cNvPr id="12" name="标题 1"/>
              <p:cNvSpPr txBox="1">
                <a:spLocks noRot="1" noChangeAspect="1" noMove="1" noResize="1" noEditPoints="1" noAdjustHandles="1" noChangeArrowheads="1" noChangeShapeType="1" noTextEdit="1"/>
              </p:cNvSpPr>
              <p:nvPr/>
            </p:nvSpPr>
            <p:spPr>
              <a:xfrm>
                <a:off x="958744" y="3875679"/>
                <a:ext cx="3728127" cy="733081"/>
              </a:xfrm>
              <a:prstGeom prst="rect">
                <a:avLst/>
              </a:prstGeom>
              <a:blipFill rotWithShape="1">
                <a:blip r:embed="rId4"/>
                <a:stretch>
                  <a:fillRect l="-14" t="-37" r="15" b="7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标题 1"/>
              <p:cNvSpPr txBox="1"/>
              <p:nvPr/>
            </p:nvSpPr>
            <p:spPr>
              <a:xfrm>
                <a:off x="3944631" y="1905914"/>
                <a:ext cx="2636860" cy="89612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r>
                  <a:rPr lang="en-US" altLang="zh-CN" sz="3000" dirty="0">
                    <a:ea typeface="楷体" panose="02010609060101010101" pitchFamily="49" charset="-122"/>
                    <a:sym typeface="Wingdings" panose="05000000000000000000" pitchFamily="2" charset="2"/>
                  </a:rPr>
                  <a:t> </a:t>
                </a:r>
                <a14:m>
                  <m:oMath xmlns:m="http://schemas.openxmlformats.org/officeDocument/2006/math">
                    <m:r>
                      <a:rPr lang="en-US" altLang="zh-CN" sz="3000" i="1">
                        <a:latin typeface="Cambria Math" panose="02040503050406030204" pitchFamily="18" charset="0"/>
                        <a:ea typeface="楷体" panose="02010609060101010101" pitchFamily="49" charset="-122"/>
                        <a:sym typeface="Wingdings" panose="05000000000000000000" pitchFamily="2" charset="2"/>
                      </a:rPr>
                      <m:t>=</m:t>
                    </m:r>
                    <m:f>
                      <m:f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fPr>
                      <m:num>
                        <m:sSup>
                          <m:sSup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sSupPr>
                          <m:e>
                            <m:r>
                              <a:rPr lang="en-US" altLang="zh-CN" sz="3000" i="1">
                                <a:latin typeface="Cambria Math" panose="02040503050406030204" pitchFamily="18" charset="0"/>
                                <a:ea typeface="楷体" panose="02010609060101010101" pitchFamily="49" charset="-122"/>
                                <a:sym typeface="Wingdings" panose="05000000000000000000" pitchFamily="2" charset="2"/>
                              </a:rPr>
                              <m:t>𝑒</m:t>
                            </m:r>
                          </m:e>
                          <m:sup>
                            <m:r>
                              <a:rPr lang="en-US" altLang="zh-CN" sz="3000" i="1">
                                <a:latin typeface="Cambria Math" panose="02040503050406030204" pitchFamily="18" charset="0"/>
                                <a:ea typeface="楷体" panose="02010609060101010101" pitchFamily="49" charset="-122"/>
                                <a:sym typeface="Wingdings" panose="05000000000000000000" pitchFamily="2" charset="2"/>
                              </a:rPr>
                              <m:t>𝑖𝑧</m:t>
                            </m:r>
                          </m:sup>
                        </m:sSup>
                        <m:r>
                          <a:rPr lang="en-US" altLang="zh-CN" sz="3000" i="1">
                            <a:latin typeface="Cambria Math" panose="02040503050406030204" pitchFamily="18" charset="0"/>
                            <a:ea typeface="楷体" panose="02010609060101010101" pitchFamily="49" charset="-122"/>
                            <a:sym typeface="Wingdings" panose="05000000000000000000" pitchFamily="2" charset="2"/>
                          </a:rPr>
                          <m:t>𝑖</m:t>
                        </m:r>
                        <m:r>
                          <a:rPr lang="en-US" altLang="zh-CN" sz="3000" i="1">
                            <a:latin typeface="Cambria Math" panose="02040503050406030204" pitchFamily="18" charset="0"/>
                            <a:ea typeface="楷体" panose="02010609060101010101" pitchFamily="49" charset="-122"/>
                            <a:sym typeface="Wingdings" panose="05000000000000000000" pitchFamily="2" charset="2"/>
                          </a:rPr>
                          <m:t>−</m:t>
                        </m:r>
                        <m:sSup>
                          <m:sSup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sSupPr>
                          <m:e>
                            <m:r>
                              <a:rPr lang="en-US" altLang="zh-CN" sz="3000" i="1">
                                <a:latin typeface="Cambria Math" panose="02040503050406030204" pitchFamily="18" charset="0"/>
                                <a:ea typeface="楷体" panose="02010609060101010101" pitchFamily="49" charset="-122"/>
                                <a:sym typeface="Wingdings" panose="05000000000000000000" pitchFamily="2" charset="2"/>
                              </a:rPr>
                              <m:t>𝑒</m:t>
                            </m:r>
                          </m:e>
                          <m:sup>
                            <m:r>
                              <a:rPr lang="en-US" altLang="zh-CN" sz="3000" i="1">
                                <a:latin typeface="Cambria Math" panose="02040503050406030204" pitchFamily="18" charset="0"/>
                                <a:ea typeface="楷体" panose="02010609060101010101" pitchFamily="49" charset="-122"/>
                                <a:sym typeface="Wingdings" panose="05000000000000000000" pitchFamily="2" charset="2"/>
                              </a:rPr>
                              <m:t>−</m:t>
                            </m:r>
                            <m:r>
                              <a:rPr lang="en-US" altLang="zh-CN" sz="3000" i="1">
                                <a:latin typeface="Cambria Math" panose="02040503050406030204" pitchFamily="18" charset="0"/>
                                <a:ea typeface="楷体" panose="02010609060101010101" pitchFamily="49" charset="-122"/>
                                <a:sym typeface="Wingdings" panose="05000000000000000000" pitchFamily="2" charset="2"/>
                              </a:rPr>
                              <m:t>𝑖𝑧</m:t>
                            </m:r>
                          </m:sup>
                        </m:sSup>
                        <m:r>
                          <a:rPr lang="en-US" altLang="zh-CN" sz="3000" i="1">
                            <a:latin typeface="Cambria Math" panose="02040503050406030204" pitchFamily="18" charset="0"/>
                            <a:ea typeface="楷体" panose="02010609060101010101" pitchFamily="49" charset="-122"/>
                            <a:sym typeface="Wingdings" panose="05000000000000000000" pitchFamily="2" charset="2"/>
                          </a:rPr>
                          <m:t>(−</m:t>
                        </m:r>
                        <m:r>
                          <a:rPr lang="en-US" altLang="zh-CN" sz="3000" i="1">
                            <a:latin typeface="Cambria Math" panose="02040503050406030204" pitchFamily="18" charset="0"/>
                            <a:ea typeface="楷体" panose="02010609060101010101" pitchFamily="49" charset="-122"/>
                            <a:sym typeface="Wingdings" panose="05000000000000000000" pitchFamily="2" charset="2"/>
                          </a:rPr>
                          <m:t>𝑖</m:t>
                        </m:r>
                        <m:r>
                          <a:rPr lang="en-US" altLang="zh-CN" sz="3000" i="1">
                            <a:latin typeface="Cambria Math" panose="02040503050406030204" pitchFamily="18" charset="0"/>
                            <a:ea typeface="楷体" panose="02010609060101010101" pitchFamily="49" charset="-122"/>
                            <a:sym typeface="Wingdings" panose="05000000000000000000" pitchFamily="2" charset="2"/>
                          </a:rPr>
                          <m:t>)</m:t>
                        </m:r>
                      </m:num>
                      <m:den>
                        <m:r>
                          <a:rPr lang="en-US" altLang="zh-CN" sz="3000" i="1">
                            <a:latin typeface="Cambria Math" panose="02040503050406030204" pitchFamily="18" charset="0"/>
                            <a:ea typeface="楷体" panose="02010609060101010101" pitchFamily="49" charset="-122"/>
                            <a:sym typeface="Wingdings" panose="05000000000000000000" pitchFamily="2" charset="2"/>
                          </a:rPr>
                          <m:t>2</m:t>
                        </m:r>
                        <m:r>
                          <a:rPr lang="en-US" altLang="zh-CN" sz="3000" i="1">
                            <a:latin typeface="Cambria Math" panose="02040503050406030204" pitchFamily="18" charset="0"/>
                            <a:ea typeface="楷体" panose="02010609060101010101" pitchFamily="49" charset="-122"/>
                            <a:sym typeface="Wingdings" panose="05000000000000000000" pitchFamily="2" charset="2"/>
                          </a:rPr>
                          <m:t>𝑖</m:t>
                        </m:r>
                      </m:den>
                    </m:f>
                  </m:oMath>
                </a14:m>
                <a:endParaRPr lang="en-US" altLang="zh-CN" sz="3000" dirty="0">
                  <a:latin typeface="楷体" panose="02010609060101010101" pitchFamily="49" charset="-122"/>
                  <a:ea typeface="楷体" panose="02010609060101010101" pitchFamily="49" charset="-122"/>
                </a:endParaRPr>
              </a:p>
            </p:txBody>
          </p:sp>
        </mc:Choice>
        <mc:Fallback>
          <p:sp>
            <p:nvSpPr>
              <p:cNvPr id="13" name="标题 1"/>
              <p:cNvSpPr txBox="1">
                <a:spLocks noRot="1" noChangeAspect="1" noMove="1" noResize="1" noEditPoints="1" noAdjustHandles="1" noChangeArrowheads="1" noChangeShapeType="1" noTextEdit="1"/>
              </p:cNvSpPr>
              <p:nvPr/>
            </p:nvSpPr>
            <p:spPr>
              <a:xfrm>
                <a:off x="3944631" y="1905914"/>
                <a:ext cx="2636860" cy="896125"/>
              </a:xfrm>
              <a:prstGeom prst="rect">
                <a:avLst/>
              </a:prstGeom>
              <a:blipFill rotWithShape="1">
                <a:blip r:embed="rId5"/>
                <a:stretch>
                  <a:fillRect t="-31" r="13" b="4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标题 1"/>
              <p:cNvSpPr txBox="1"/>
              <p:nvPr/>
            </p:nvSpPr>
            <p:spPr>
              <a:xfrm>
                <a:off x="3986668" y="2699986"/>
                <a:ext cx="3202598" cy="1256251"/>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r>
                  <a:rPr lang="en-US" altLang="zh-CN" sz="3000" dirty="0">
                    <a:ea typeface="楷体" panose="02010609060101010101" pitchFamily="49" charset="-122"/>
                    <a:sym typeface="Wingdings" panose="05000000000000000000" pitchFamily="2" charset="2"/>
                  </a:rPr>
                  <a:t> </a:t>
                </a:r>
                <a14:m>
                  <m:oMath xmlns:m="http://schemas.openxmlformats.org/officeDocument/2006/math">
                    <m:r>
                      <a:rPr lang="en-US" altLang="zh-CN" sz="3000" i="1">
                        <a:latin typeface="Cambria Math" panose="02040503050406030204" pitchFamily="18" charset="0"/>
                        <a:ea typeface="楷体" panose="02010609060101010101" pitchFamily="49" charset="-122"/>
                        <a:sym typeface="Wingdings" panose="05000000000000000000" pitchFamily="2" charset="2"/>
                      </a:rPr>
                      <m:t>=</m:t>
                    </m:r>
                    <m:f>
                      <m:f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fPr>
                      <m:num>
                        <m:sSup>
                          <m:sSup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sSupPr>
                          <m:e>
                            <m:r>
                              <a:rPr lang="en-US" altLang="zh-CN" sz="3000" i="1">
                                <a:latin typeface="Cambria Math" panose="02040503050406030204" pitchFamily="18" charset="0"/>
                                <a:ea typeface="楷体" panose="02010609060101010101" pitchFamily="49" charset="-122"/>
                                <a:sym typeface="Wingdings" panose="05000000000000000000" pitchFamily="2" charset="2"/>
                              </a:rPr>
                              <m:t>𝑒</m:t>
                            </m:r>
                          </m:e>
                          <m:sup>
                            <m:r>
                              <a:rPr lang="en-US" altLang="zh-CN" sz="3000" i="1">
                                <a:latin typeface="Cambria Math" panose="02040503050406030204" pitchFamily="18" charset="0"/>
                                <a:ea typeface="楷体" panose="02010609060101010101" pitchFamily="49" charset="-122"/>
                                <a:sym typeface="Wingdings" panose="05000000000000000000" pitchFamily="2" charset="2"/>
                              </a:rPr>
                              <m:t>𝑖𝑧</m:t>
                            </m:r>
                          </m:sup>
                        </m:sSup>
                        <m:r>
                          <a:rPr lang="en-US" altLang="zh-CN" sz="3000" i="1">
                            <a:latin typeface="Cambria Math" panose="02040503050406030204" pitchFamily="18" charset="0"/>
                            <a:ea typeface="楷体" panose="02010609060101010101" pitchFamily="49" charset="-122"/>
                            <a:sym typeface="Wingdings" panose="05000000000000000000" pitchFamily="2" charset="2"/>
                          </a:rPr>
                          <m:t>+</m:t>
                        </m:r>
                        <m:sSup>
                          <m:sSupPr>
                            <m:ctrlPr>
                              <a:rPr lang="en-US" altLang="zh-CN" sz="3000" i="1">
                                <a:latin typeface="Cambria Math" panose="02040503050406030204" pitchFamily="18" charset="0"/>
                                <a:ea typeface="楷体" panose="02010609060101010101" pitchFamily="49" charset="-122"/>
                                <a:sym typeface="Wingdings" panose="05000000000000000000" pitchFamily="2" charset="2"/>
                              </a:rPr>
                            </m:ctrlPr>
                          </m:sSupPr>
                          <m:e>
                            <m:r>
                              <a:rPr lang="en-US" altLang="zh-CN" sz="3000" i="1">
                                <a:latin typeface="Cambria Math" panose="02040503050406030204" pitchFamily="18" charset="0"/>
                                <a:ea typeface="楷体" panose="02010609060101010101" pitchFamily="49" charset="-122"/>
                                <a:sym typeface="Wingdings" panose="05000000000000000000" pitchFamily="2" charset="2"/>
                              </a:rPr>
                              <m:t>𝑒</m:t>
                            </m:r>
                          </m:e>
                          <m:sup>
                            <m:r>
                              <a:rPr lang="en-US" altLang="zh-CN" sz="3000" i="1">
                                <a:latin typeface="Cambria Math" panose="02040503050406030204" pitchFamily="18" charset="0"/>
                                <a:ea typeface="楷体" panose="02010609060101010101" pitchFamily="49" charset="-122"/>
                                <a:sym typeface="Wingdings" panose="05000000000000000000" pitchFamily="2" charset="2"/>
                              </a:rPr>
                              <m:t>−</m:t>
                            </m:r>
                            <m:r>
                              <a:rPr lang="en-US" altLang="zh-CN" sz="3000" i="1">
                                <a:latin typeface="Cambria Math" panose="02040503050406030204" pitchFamily="18" charset="0"/>
                                <a:ea typeface="楷体" panose="02010609060101010101" pitchFamily="49" charset="-122"/>
                                <a:sym typeface="Wingdings" panose="05000000000000000000" pitchFamily="2" charset="2"/>
                              </a:rPr>
                              <m:t>𝑖𝑧</m:t>
                            </m:r>
                          </m:sup>
                        </m:sSup>
                      </m:num>
                      <m:den>
                        <m:r>
                          <a:rPr lang="en-US" altLang="zh-CN" sz="3000" i="1">
                            <a:latin typeface="Cambria Math" panose="02040503050406030204" pitchFamily="18" charset="0"/>
                            <a:ea typeface="楷体" panose="02010609060101010101" pitchFamily="49" charset="-122"/>
                            <a:sym typeface="Wingdings" panose="05000000000000000000" pitchFamily="2" charset="2"/>
                          </a:rPr>
                          <m:t>2</m:t>
                        </m:r>
                      </m:den>
                    </m:f>
                    <m:r>
                      <a:rPr lang="en-US" altLang="zh-CN" sz="3000" i="1">
                        <a:latin typeface="Cambria Math" panose="02040503050406030204" pitchFamily="18" charset="0"/>
                        <a:ea typeface="楷体" panose="02010609060101010101" pitchFamily="49" charset="-122"/>
                        <a:sym typeface="Wingdings" panose="05000000000000000000" pitchFamily="2" charset="2"/>
                      </a:rPr>
                      <m:t>=</m:t>
                    </m:r>
                    <m:r>
                      <a:rPr lang="en-US" altLang="zh-CN" sz="3000" i="1">
                        <a:latin typeface="Cambria Math" panose="02040503050406030204" pitchFamily="18" charset="0"/>
                        <a:ea typeface="楷体" panose="02010609060101010101" pitchFamily="49" charset="-122"/>
                        <a:sym typeface="Wingdings" panose="05000000000000000000" pitchFamily="2" charset="2"/>
                      </a:rPr>
                      <m:t>𝑐𝑜𝑠𝑧</m:t>
                    </m:r>
                  </m:oMath>
                </a14:m>
                <a:endParaRPr lang="en-US" altLang="zh-CN" sz="3000" dirty="0">
                  <a:latin typeface="楷体" panose="02010609060101010101" pitchFamily="49" charset="-122"/>
                  <a:ea typeface="楷体" panose="02010609060101010101" pitchFamily="49" charset="-122"/>
                </a:endParaRPr>
              </a:p>
            </p:txBody>
          </p:sp>
        </mc:Choice>
        <mc:Fallback>
          <p:sp>
            <p:nvSpPr>
              <p:cNvPr id="14" name="标题 1"/>
              <p:cNvSpPr txBox="1">
                <a:spLocks noRot="1" noChangeAspect="1" noMove="1" noResize="1" noEditPoints="1" noAdjustHandles="1" noChangeArrowheads="1" noChangeShapeType="1" noTextEdit="1"/>
              </p:cNvSpPr>
              <p:nvPr/>
            </p:nvSpPr>
            <p:spPr>
              <a:xfrm>
                <a:off x="3986668" y="2699986"/>
                <a:ext cx="3202598" cy="1256251"/>
              </a:xfrm>
              <a:prstGeom prst="rect">
                <a:avLst/>
              </a:prstGeom>
              <a:blipFill rotWithShape="1">
                <a:blip r:embed="rId6"/>
                <a:stretch>
                  <a:fillRect l="-4" t="-48" r="13" b="15"/>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12" grpId="0"/>
      <p:bldP spid="13" grpId="0"/>
      <p:bldP spid="1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标题 1"/>
              <p:cNvSpPr txBox="1"/>
              <p:nvPr/>
            </p:nvSpPr>
            <p:spPr>
              <a:xfrm>
                <a:off x="129713" y="640790"/>
                <a:ext cx="8884573" cy="1444343"/>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r>
                  <a:rPr lang="en-US" altLang="zh-CN" sz="3000" dirty="0">
                    <a:latin typeface="楷体" panose="02010609060101010101" pitchFamily="49" charset="-122"/>
                    <a:ea typeface="楷体" panose="02010609060101010101" pitchFamily="49" charset="-122"/>
                  </a:rPr>
                  <a:t>5</a:t>
                </a:r>
                <a:r>
                  <a:rPr lang="zh-CN" altLang="en-US" sz="3000" dirty="0">
                    <a:latin typeface="楷体" panose="02010609060101010101" pitchFamily="49" charset="-122"/>
                    <a:ea typeface="楷体" panose="02010609060101010101" pitchFamily="49" charset="-122"/>
                  </a:rPr>
                  <a:t>、</a:t>
                </a:r>
                <a14:m>
                  <m:oMath xmlns:m="http://schemas.openxmlformats.org/officeDocument/2006/math">
                    <m:r>
                      <a:rPr lang="en-US" altLang="zh-CN" sz="3000" i="1">
                        <a:latin typeface="Cambria Math" panose="02040503050406030204" pitchFamily="18" charset="0"/>
                        <a:ea typeface="楷体" panose="02010609060101010101" pitchFamily="49" charset="-122"/>
                      </a:rPr>
                      <m:t>𝑠𝑖𝑛𝑧</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0</m:t>
                    </m:r>
                    <m:groupChr>
                      <m:groupChrPr>
                        <m:chr m:val="⇒"/>
                        <m:vertJc m:val="bot"/>
                        <m:ctrlPr>
                          <a:rPr lang="en-US" altLang="zh-CN" sz="3000" i="1">
                            <a:latin typeface="Cambria Math" panose="02040503050406030204" pitchFamily="18" charset="0"/>
                            <a:ea typeface="楷体" panose="02010609060101010101" pitchFamily="49" charset="-122"/>
                          </a:rPr>
                        </m:ctrlPr>
                      </m:groupChrPr>
                      <m:e/>
                    </m:groupCh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𝑖𝑧</m:t>
                        </m:r>
                      </m:sup>
                    </m:sSup>
                    <m:r>
                      <a:rPr lang="en-US" altLang="zh-CN" sz="3000" i="1">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𝑖𝑧</m:t>
                        </m:r>
                      </m:sup>
                    </m:sSup>
                    <m:groupChr>
                      <m:groupChrPr>
                        <m:chr m:val="⇒"/>
                        <m:vertJc m:val="bot"/>
                        <m:ctrlPr>
                          <a:rPr lang="en-US" altLang="zh-CN" sz="3000" i="1">
                            <a:latin typeface="Cambria Math" panose="02040503050406030204" pitchFamily="18" charset="0"/>
                            <a:ea typeface="楷体" panose="02010609060101010101" pitchFamily="49" charset="-122"/>
                          </a:rPr>
                        </m:ctrlPr>
                      </m:groupChrPr>
                      <m:e/>
                    </m:groupChr>
                    <m:r>
                      <a:rPr lang="en-US" altLang="zh-CN" sz="3000" i="1">
                        <a:latin typeface="Cambria Math" panose="02040503050406030204" pitchFamily="18" charset="0"/>
                        <a:ea typeface="楷体" panose="02010609060101010101" pitchFamily="49" charset="-122"/>
                      </a:rPr>
                      <m:t>𝑖𝑧</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𝑖𝑧</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2</m:t>
                    </m:r>
                    <m:r>
                      <a:rPr lang="en-US" altLang="zh-CN" sz="3000" i="1">
                        <a:latin typeface="Cambria Math" panose="02040503050406030204" pitchFamily="18" charset="0"/>
                        <a:ea typeface="楷体" panose="02010609060101010101" pitchFamily="49" charset="-122"/>
                      </a:rPr>
                      <m:t>𝑘</m:t>
                    </m:r>
                    <m:r>
                      <a:rPr lang="zh-CN" altLang="en-US" sz="3000" i="1">
                        <a:latin typeface="Cambria Math" panose="02040503050406030204" pitchFamily="18" charset="0"/>
                        <a:ea typeface="楷体" panose="02010609060101010101" pitchFamily="49" charset="-122"/>
                      </a:rPr>
                      <m:t>𝜋</m:t>
                    </m:r>
                    <m:groupChr>
                      <m:groupChrPr>
                        <m:chr m:val="⇒"/>
                        <m:vertJc m:val="bot"/>
                        <m:ctrlPr>
                          <a:rPr lang="zh-CN" altLang="en-US" sz="3000" i="1">
                            <a:latin typeface="Cambria Math" panose="02040503050406030204" pitchFamily="18" charset="0"/>
                            <a:ea typeface="楷体" panose="02010609060101010101" pitchFamily="49" charset="-122"/>
                          </a:rPr>
                        </m:ctrlPr>
                      </m:groupChrPr>
                      <m:e/>
                    </m:groupChr>
                    <m:r>
                      <a:rPr lang="en-US" altLang="zh-CN" sz="3000" i="1">
                        <a:latin typeface="Cambria Math" panose="02040503050406030204" pitchFamily="18" charset="0"/>
                        <a:ea typeface="楷体" panose="02010609060101010101" pitchFamily="49" charset="-122"/>
                      </a:rPr>
                      <m:t>𝑧</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𝑘</m:t>
                    </m:r>
                    <m:r>
                      <a:rPr lang="zh-CN" altLang="en-US" sz="3000" i="1">
                        <a:latin typeface="Cambria Math" panose="02040503050406030204" pitchFamily="18" charset="0"/>
                        <a:ea typeface="楷体" panose="02010609060101010101" pitchFamily="49" charset="-122"/>
                      </a:rPr>
                      <m:t>𝜋</m:t>
                    </m:r>
                    <m:r>
                      <a:rPr lang="en-US" altLang="zh-CN" sz="3000" i="1">
                        <a:latin typeface="Cambria Math" panose="02040503050406030204" pitchFamily="18" charset="0"/>
                        <a:ea typeface="楷体" panose="02010609060101010101" pitchFamily="49" charset="-122"/>
                      </a:rPr>
                      <m:t>;</m:t>
                    </m:r>
                  </m:oMath>
                </a14:m>
                <a:endParaRPr lang="en-US" altLang="zh-CN" sz="3000" dirty="0">
                  <a:latin typeface="楷体" panose="02010609060101010101" pitchFamily="49" charset="-122"/>
                  <a:ea typeface="楷体" panose="02010609060101010101" pitchFamily="49" charset="-122"/>
                </a:endParaRPr>
              </a:p>
              <a:p>
                <a:pPr>
                  <a:lnSpc>
                    <a:spcPct val="120000"/>
                  </a:lnSpc>
                </a:pPr>
                <a:r>
                  <a:rPr lang="en-US" altLang="zh-CN" sz="3000" dirty="0">
                    <a:latin typeface="楷体" panose="02010609060101010101" pitchFamily="49" charset="-122"/>
                    <a:ea typeface="楷体" panose="02010609060101010101" pitchFamily="49" charset="-122"/>
                  </a:rPr>
                  <a:t>   </a:t>
                </a:r>
                <a14:m>
                  <m:oMath xmlns:m="http://schemas.openxmlformats.org/officeDocument/2006/math">
                    <m:r>
                      <a:rPr lang="en-US" altLang="zh-CN" sz="3000" i="1">
                        <a:latin typeface="Cambria Math" panose="02040503050406030204" pitchFamily="18" charset="0"/>
                        <a:ea typeface="楷体" panose="02010609060101010101" pitchFamily="49" charset="-122"/>
                      </a:rPr>
                      <m:t>𝑐𝑜𝑠𝑧</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0</m:t>
                    </m:r>
                    <m:r>
                      <a:rPr lang="zh-CN" altLang="en-US" sz="3000" i="1">
                        <a:latin typeface="Cambria Math" panose="02040503050406030204" pitchFamily="18" charset="0"/>
                        <a:ea typeface="楷体" panose="02010609060101010101" pitchFamily="49" charset="-122"/>
                      </a:rPr>
                      <m:t>的</m:t>
                    </m:r>
                  </m:oMath>
                </a14:m>
                <a:r>
                  <a:rPr lang="zh-CN" altLang="en-US" sz="3000" dirty="0">
                    <a:latin typeface="楷体" panose="02010609060101010101" pitchFamily="49" charset="-122"/>
                    <a:ea typeface="楷体" panose="02010609060101010101" pitchFamily="49" charset="-122"/>
                  </a:rPr>
                  <a:t>全体零点</a:t>
                </a:r>
                <a14:m>
                  <m:oMath xmlns:m="http://schemas.openxmlformats.org/officeDocument/2006/math">
                    <m:r>
                      <a:rPr lang="en-US" altLang="zh-CN" sz="3000" i="1">
                        <a:latin typeface="Cambria Math" panose="02040503050406030204" pitchFamily="18" charset="0"/>
                        <a:ea typeface="楷体" panose="02010609060101010101" pitchFamily="49" charset="-122"/>
                      </a:rPr>
                      <m:t>𝑧</m:t>
                    </m:r>
                    <m:r>
                      <a:rPr lang="en-US" altLang="zh-CN" sz="3000" i="1">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r>
                          <a:rPr lang="zh-CN" altLang="en-US" sz="3000" i="1">
                            <a:latin typeface="Cambria Math" panose="02040503050406030204" pitchFamily="18" charset="0"/>
                            <a:ea typeface="楷体" panose="02010609060101010101" pitchFamily="49" charset="-122"/>
                          </a:rPr>
                          <m:t>𝜋</m:t>
                        </m:r>
                      </m:num>
                      <m:den>
                        <m:r>
                          <a:rPr lang="en-US" altLang="zh-CN" sz="3000" i="1">
                            <a:latin typeface="Cambria Math" panose="02040503050406030204" pitchFamily="18" charset="0"/>
                            <a:ea typeface="楷体" panose="02010609060101010101" pitchFamily="49" charset="-122"/>
                          </a:rPr>
                          <m:t>2</m:t>
                        </m:r>
                      </m:den>
                    </m:f>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𝑘</m:t>
                    </m:r>
                    <m:r>
                      <a:rPr lang="zh-CN" altLang="en-US" sz="3000" i="1">
                        <a:latin typeface="Cambria Math" panose="02040503050406030204" pitchFamily="18" charset="0"/>
                        <a:ea typeface="楷体" panose="02010609060101010101" pitchFamily="49" charset="-122"/>
                      </a:rPr>
                      <m:t>𝜋</m:t>
                    </m:r>
                  </m:oMath>
                </a14:m>
                <a:r>
                  <a:rPr lang="en-US" altLang="zh-CN" sz="3000" dirty="0">
                    <a:latin typeface="楷体" panose="02010609060101010101" pitchFamily="49" charset="-122"/>
                    <a:ea typeface="楷体" panose="02010609060101010101" pitchFamily="49" charset="-122"/>
                  </a:rPr>
                  <a:t>;</a:t>
                </a:r>
                <a:endParaRPr lang="en-US" altLang="zh-CN" sz="3000" dirty="0">
                  <a:latin typeface="楷体" panose="02010609060101010101" pitchFamily="49" charset="-122"/>
                  <a:ea typeface="楷体" panose="02010609060101010101" pitchFamily="49" charset="-122"/>
                </a:endParaRPr>
              </a:p>
            </p:txBody>
          </p:sp>
        </mc:Choice>
        <mc:Fallback>
          <p:sp>
            <p:nvSpPr>
              <p:cNvPr id="4" name="标题 1"/>
              <p:cNvSpPr txBox="1">
                <a:spLocks noRot="1" noChangeAspect="1" noMove="1" noResize="1" noEditPoints="1" noAdjustHandles="1" noChangeArrowheads="1" noChangeShapeType="1" noTextEdit="1"/>
              </p:cNvSpPr>
              <p:nvPr/>
            </p:nvSpPr>
            <p:spPr>
              <a:xfrm>
                <a:off x="129713" y="640790"/>
                <a:ext cx="8884573" cy="1444343"/>
              </a:xfrm>
              <a:prstGeom prst="rect">
                <a:avLst/>
              </a:prstGeom>
              <a:blipFill rotWithShape="1">
                <a:blip r:embed="rId1"/>
                <a:stretch>
                  <a:fillRect l="-2" t="-2555" r="5" b="-260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标题 1"/>
              <p:cNvSpPr txBox="1"/>
              <p:nvPr/>
            </p:nvSpPr>
            <p:spPr>
              <a:xfrm>
                <a:off x="129713" y="2287217"/>
                <a:ext cx="8884572" cy="1274059"/>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altLang="zh-CN" sz="3000" dirty="0">
                    <a:latin typeface="楷体" panose="02010609060101010101" pitchFamily="49" charset="-122"/>
                    <a:ea typeface="楷体" panose="02010609060101010101" pitchFamily="49" charset="-122"/>
                  </a:rPr>
                  <a:t>6</a:t>
                </a:r>
                <a14:m>
                  <m:oMath xmlns:m="http://schemas.openxmlformats.org/officeDocument/2006/math">
                    <m:r>
                      <a:rPr lang="zh-CN" altLang="en-US"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𝑠𝑖𝑛</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𝑧</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𝑠𝑖𝑛𝑧</m:t>
                    </m:r>
                  </m:oMath>
                </a14:m>
                <a:r>
                  <a:rPr lang="en-US" altLang="zh-CN" sz="3000" i="1" dirty="0">
                    <a:latin typeface="楷体" panose="02010609060101010101" pitchFamily="49" charset="-122"/>
                    <a:ea typeface="楷体" panose="02010609060101010101" pitchFamily="49" charset="-122"/>
                  </a:rPr>
                  <a:t>,</a:t>
                </a:r>
                <a:r>
                  <a:rPr lang="en-US" altLang="zh-CN" sz="3000" dirty="0">
                    <a:ea typeface="楷体" panose="02010609060101010101" pitchFamily="49" charset="-122"/>
                  </a:rPr>
                  <a:t> </a:t>
                </a:r>
                <a14:m>
                  <m:oMath xmlns:m="http://schemas.openxmlformats.org/officeDocument/2006/math">
                    <m:r>
                      <a:rPr lang="en-US" altLang="zh-CN" sz="3000" i="1">
                        <a:latin typeface="Cambria Math" panose="02040503050406030204" pitchFamily="18" charset="0"/>
                        <a:ea typeface="楷体" panose="02010609060101010101" pitchFamily="49" charset="-122"/>
                      </a:rPr>
                      <m:t>𝑐𝑜𝑠</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𝑧</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𝑐𝑜𝑠𝑧</m:t>
                    </m:r>
                  </m:oMath>
                </a14:m>
                <a:r>
                  <a:rPr lang="en-US" altLang="zh-CN" sz="3000" i="1" dirty="0">
                    <a:latin typeface="楷体" panose="02010609060101010101" pitchFamily="49" charset="-122"/>
                    <a:ea typeface="楷体" panose="02010609060101010101" pitchFamily="49" charset="-122"/>
                  </a:rPr>
                  <a:t>,</a:t>
                </a:r>
                <a:r>
                  <a:rPr lang="en-US" altLang="zh-CN" sz="3000" dirty="0">
                    <a:ea typeface="楷体" panose="02010609060101010101" pitchFamily="49" charset="-122"/>
                  </a:rPr>
                  <a:t> </a:t>
                </a:r>
                <a14:m>
                  <m:oMath xmlns:m="http://schemas.openxmlformats.org/officeDocument/2006/math">
                    <m:r>
                      <a:rPr lang="en-US" altLang="zh-CN" sz="3000" i="1">
                        <a:latin typeface="Cambria Math" panose="02040503050406030204" pitchFamily="18" charset="0"/>
                        <a:ea typeface="楷体" panose="02010609060101010101" pitchFamily="49" charset="-122"/>
                      </a:rPr>
                      <m:t>𝑠𝑖𝑛</m:t>
                    </m:r>
                    <m:d>
                      <m:dPr>
                        <m:ctrlPr>
                          <a:rPr lang="en-US" altLang="zh-CN" sz="3000" i="1">
                            <a:latin typeface="Cambria Math" panose="02040503050406030204" pitchFamily="18" charset="0"/>
                            <a:ea typeface="楷体" panose="02010609060101010101" pitchFamily="49" charset="-122"/>
                          </a:rPr>
                        </m:ctrlPr>
                      </m:dPr>
                      <m:e>
                        <m:r>
                          <a:rPr lang="zh-CN" altLang="en-US" sz="3000" i="1">
                            <a:latin typeface="Cambria Math" panose="02040503050406030204" pitchFamily="18" charset="0"/>
                            <a:ea typeface="楷体" panose="02010609060101010101" pitchFamily="49" charset="-122"/>
                          </a:rPr>
                          <m:t>𝜋</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𝑧</m:t>
                        </m:r>
                      </m:e>
                    </m:d>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𝑠𝑖𝑛𝑧</m:t>
                    </m:r>
                  </m:oMath>
                </a14:m>
                <a:r>
                  <a:rPr lang="en-US" altLang="zh-CN" sz="3000" i="1" dirty="0">
                    <a:latin typeface="楷体" panose="02010609060101010101" pitchFamily="49" charset="-122"/>
                    <a:ea typeface="楷体" panose="02010609060101010101" pitchFamily="49" charset="-122"/>
                  </a:rPr>
                  <a:t>,</a:t>
                </a:r>
                <a:r>
                  <a:rPr lang="en-US" altLang="zh-CN" sz="3000" dirty="0">
                    <a:ea typeface="楷体" panose="02010609060101010101" pitchFamily="49" charset="-122"/>
                  </a:rPr>
                  <a:t> </a:t>
                </a:r>
                <a14:m>
                  <m:oMath xmlns:m="http://schemas.openxmlformats.org/officeDocument/2006/math">
                    <m:r>
                      <a:rPr lang="en-US" altLang="zh-CN" sz="3000">
                        <a:latin typeface="Cambria Math" panose="02040503050406030204" pitchFamily="18" charset="0"/>
                        <a:ea typeface="楷体" panose="02010609060101010101" pitchFamily="49" charset="-122"/>
                      </a:rPr>
                      <m:t> </m:t>
                    </m:r>
                    <m:r>
                      <a:rPr lang="en-US" altLang="zh-CN" sz="3000" i="1">
                        <a:latin typeface="Cambria Math" panose="02040503050406030204" pitchFamily="18" charset="0"/>
                        <a:ea typeface="楷体" panose="02010609060101010101" pitchFamily="49" charset="-122"/>
                      </a:rPr>
                      <m:t>𝑐𝑜𝑠</m:t>
                    </m:r>
                    <m:r>
                      <a:rPr lang="en-US" altLang="zh-CN" sz="3000" i="1">
                        <a:latin typeface="Cambria Math" panose="02040503050406030204" pitchFamily="18" charset="0"/>
                        <a:ea typeface="楷体" panose="02010609060101010101" pitchFamily="49" charset="-122"/>
                      </a:rPr>
                      <m:t>(</m:t>
                    </m:r>
                    <m:r>
                      <a:rPr lang="zh-CN" altLang="en-US" sz="3000" i="1">
                        <a:latin typeface="Cambria Math" panose="02040503050406030204" pitchFamily="18" charset="0"/>
                        <a:ea typeface="楷体" panose="02010609060101010101" pitchFamily="49" charset="-122"/>
                      </a:rPr>
                      <m:t>𝜋</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𝑧</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𝑐𝑜𝑠𝑧</m:t>
                    </m:r>
                  </m:oMath>
                </a14:m>
                <a:r>
                  <a:rPr lang="en-US" altLang="zh-CN" sz="3000" i="1" dirty="0">
                    <a:latin typeface="楷体" panose="02010609060101010101" pitchFamily="49" charset="-122"/>
                    <a:ea typeface="楷体" panose="02010609060101010101" pitchFamily="49" charset="-122"/>
                  </a:rPr>
                  <a:t>,</a:t>
                </a:r>
                <a14:m>
                  <m:oMath xmlns:m="http://schemas.openxmlformats.org/officeDocument/2006/math">
                    <m:r>
                      <a:rPr lang="en-US" altLang="zh-CN" sz="3000" i="1" dirty="0">
                        <a:latin typeface="Cambria Math" panose="02040503050406030204" pitchFamily="18" charset="0"/>
                        <a:ea typeface="楷体" panose="02010609060101010101" pitchFamily="49" charset="-122"/>
                      </a:rPr>
                      <m:t>𝑠𝑖</m:t>
                    </m:r>
                    <m:sSup>
                      <m:sSupPr>
                        <m:ctrlPr>
                          <a:rPr lang="en-US" altLang="zh-CN" sz="3000" i="1" dirty="0">
                            <a:latin typeface="Cambria Math" panose="02040503050406030204" pitchFamily="18" charset="0"/>
                            <a:ea typeface="楷体" panose="02010609060101010101" pitchFamily="49" charset="-122"/>
                          </a:rPr>
                        </m:ctrlPr>
                      </m:sSupPr>
                      <m:e>
                        <m:r>
                          <a:rPr lang="en-US" altLang="zh-CN" sz="3000" i="1" dirty="0">
                            <a:latin typeface="Cambria Math" panose="02040503050406030204" pitchFamily="18" charset="0"/>
                            <a:ea typeface="楷体" panose="02010609060101010101" pitchFamily="49" charset="-122"/>
                          </a:rPr>
                          <m:t>𝑛</m:t>
                        </m:r>
                      </m:e>
                      <m:sup>
                        <m:r>
                          <a:rPr lang="en-US" altLang="zh-CN" sz="3000" i="1" dirty="0">
                            <a:latin typeface="Cambria Math" panose="02040503050406030204" pitchFamily="18" charset="0"/>
                            <a:ea typeface="楷体" panose="02010609060101010101" pitchFamily="49" charset="-122"/>
                          </a:rPr>
                          <m:t>2</m:t>
                        </m:r>
                      </m:sup>
                    </m:sSup>
                    <m:r>
                      <a:rPr lang="en-US" altLang="zh-CN" sz="3000" i="1" dirty="0">
                        <a:latin typeface="Cambria Math" panose="02040503050406030204" pitchFamily="18" charset="0"/>
                        <a:ea typeface="楷体" panose="02010609060101010101" pitchFamily="49" charset="-122"/>
                      </a:rPr>
                      <m:t>𝑧</m:t>
                    </m:r>
                    <m:r>
                      <a:rPr lang="en-US" altLang="zh-CN" sz="3000" i="1" dirty="0">
                        <a:latin typeface="Cambria Math" panose="02040503050406030204" pitchFamily="18" charset="0"/>
                        <a:ea typeface="楷体" panose="02010609060101010101" pitchFamily="49" charset="-122"/>
                      </a:rPr>
                      <m:t>+</m:t>
                    </m:r>
                    <m:r>
                      <a:rPr lang="en-US" altLang="zh-CN" sz="3000" i="1" dirty="0">
                        <a:latin typeface="Cambria Math" panose="02040503050406030204" pitchFamily="18" charset="0"/>
                        <a:ea typeface="楷体" panose="02010609060101010101" pitchFamily="49" charset="-122"/>
                      </a:rPr>
                      <m:t>𝑐𝑜</m:t>
                    </m:r>
                    <m:sSup>
                      <m:sSupPr>
                        <m:ctrlPr>
                          <a:rPr lang="en-US" altLang="zh-CN" sz="3000" i="1" dirty="0">
                            <a:latin typeface="Cambria Math" panose="02040503050406030204" pitchFamily="18" charset="0"/>
                            <a:ea typeface="楷体" panose="02010609060101010101" pitchFamily="49" charset="-122"/>
                          </a:rPr>
                        </m:ctrlPr>
                      </m:sSupPr>
                      <m:e>
                        <m:r>
                          <a:rPr lang="en-US" altLang="zh-CN" sz="3000" i="1" dirty="0">
                            <a:latin typeface="Cambria Math" panose="02040503050406030204" pitchFamily="18" charset="0"/>
                            <a:ea typeface="楷体" panose="02010609060101010101" pitchFamily="49" charset="-122"/>
                          </a:rPr>
                          <m:t>𝑠</m:t>
                        </m:r>
                      </m:e>
                      <m:sup>
                        <m:r>
                          <a:rPr lang="en-US" altLang="zh-CN" sz="3000" i="1" dirty="0">
                            <a:latin typeface="Cambria Math" panose="02040503050406030204" pitchFamily="18" charset="0"/>
                            <a:ea typeface="楷体" panose="02010609060101010101" pitchFamily="49" charset="-122"/>
                          </a:rPr>
                          <m:t>2</m:t>
                        </m:r>
                      </m:sup>
                    </m:sSup>
                    <m:r>
                      <a:rPr lang="en-US" altLang="zh-CN" sz="3000" i="1" dirty="0">
                        <a:latin typeface="Cambria Math" panose="02040503050406030204" pitchFamily="18" charset="0"/>
                        <a:ea typeface="楷体" panose="02010609060101010101" pitchFamily="49" charset="-122"/>
                      </a:rPr>
                      <m:t>𝑧</m:t>
                    </m:r>
                    <m:r>
                      <a:rPr lang="en-US" altLang="zh-CN" sz="3000" dirty="0">
                        <a:latin typeface="Cambria Math" panose="02040503050406030204" pitchFamily="18" charset="0"/>
                        <a:ea typeface="楷体" panose="02010609060101010101" pitchFamily="49" charset="-122"/>
                      </a:rPr>
                      <m:t>=</m:t>
                    </m:r>
                  </m:oMath>
                </a14:m>
                <a:r>
                  <a:rPr lang="en-US" altLang="zh-CN" sz="3000" dirty="0">
                    <a:latin typeface="楷体" panose="02010609060101010101" pitchFamily="49" charset="-122"/>
                    <a:ea typeface="楷体" panose="02010609060101010101" pitchFamily="49" charset="-122"/>
                  </a:rPr>
                  <a:t>1</a:t>
                </a:r>
                <a:r>
                  <a:rPr lang="zh-CN" altLang="en-US" sz="3000" dirty="0">
                    <a:latin typeface="楷体" panose="02010609060101010101" pitchFamily="49" charset="-122"/>
                    <a:ea typeface="楷体" panose="02010609060101010101" pitchFamily="49" charset="-122"/>
                  </a:rPr>
                  <a:t>等仍成立；</a:t>
                </a:r>
                <a:endParaRPr lang="en-US" altLang="zh-CN" sz="3000" dirty="0">
                  <a:latin typeface="楷体" panose="02010609060101010101" pitchFamily="49" charset="-122"/>
                  <a:ea typeface="楷体" panose="02010609060101010101" pitchFamily="49" charset="-122"/>
                </a:endParaRPr>
              </a:p>
            </p:txBody>
          </p:sp>
        </mc:Choice>
        <mc:Fallback>
          <p:sp>
            <p:nvSpPr>
              <p:cNvPr id="6" name="标题 1"/>
              <p:cNvSpPr txBox="1">
                <a:spLocks noRot="1" noChangeAspect="1" noMove="1" noResize="1" noEditPoints="1" noAdjustHandles="1" noChangeArrowheads="1" noChangeShapeType="1" noTextEdit="1"/>
              </p:cNvSpPr>
              <p:nvPr/>
            </p:nvSpPr>
            <p:spPr>
              <a:xfrm>
                <a:off x="129713" y="2287217"/>
                <a:ext cx="8884572" cy="1274059"/>
              </a:xfrm>
              <a:prstGeom prst="rect">
                <a:avLst/>
              </a:prstGeom>
              <a:blipFill rotWithShape="1">
                <a:blip r:embed="rId2"/>
                <a:stretch>
                  <a:fillRect l="-2" t="-5927" r="5" b="-591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标题 1"/>
              <p:cNvSpPr txBox="1"/>
              <p:nvPr/>
            </p:nvSpPr>
            <p:spPr>
              <a:xfrm>
                <a:off x="129713" y="4161759"/>
                <a:ext cx="9081664" cy="1409351"/>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altLang="zh-CN" sz="3000" dirty="0">
                    <a:latin typeface="楷体" panose="02010609060101010101" pitchFamily="49" charset="-122"/>
                    <a:ea typeface="楷体" panose="02010609060101010101" pitchFamily="49" charset="-122"/>
                  </a:rPr>
                  <a:t>7</a:t>
                </a:r>
                <a:r>
                  <a:rPr lang="zh-CN" altLang="en-US" sz="3000" dirty="0">
                    <a:latin typeface="楷体" panose="02010609060101010101" pitchFamily="49" charset="-122"/>
                    <a:ea typeface="楷体" panose="02010609060101010101" pitchFamily="49" charset="-122"/>
                  </a:rPr>
                  <a:t>、当</a:t>
                </a:r>
                <a14:m>
                  <m:oMath xmlns:m="http://schemas.openxmlformats.org/officeDocument/2006/math">
                    <m:r>
                      <a:rPr lang="en-US" altLang="zh-CN" sz="3000" i="1">
                        <a:latin typeface="Cambria Math" panose="02040503050406030204" pitchFamily="18" charset="0"/>
                        <a:ea typeface="楷体" panose="02010609060101010101" pitchFamily="49" charset="-122"/>
                      </a:rPr>
                      <m:t>𝑦</m:t>
                    </m:r>
                    <m:groupChr>
                      <m:groupChrPr>
                        <m:chr m:val="→"/>
                        <m:pos m:val="top"/>
                        <m:ctrlPr>
                          <a:rPr lang="en-US" altLang="zh-CN" sz="3000" i="1">
                            <a:latin typeface="Cambria Math" panose="02040503050406030204" pitchFamily="18" charset="0"/>
                            <a:ea typeface="楷体" panose="02010609060101010101" pitchFamily="49" charset="-122"/>
                          </a:rPr>
                        </m:ctrlPr>
                      </m:groupChrPr>
                      <m:e/>
                    </m:groupChr>
                    <m:r>
                      <a:rPr lang="en-US" altLang="zh-CN" sz="3000" i="1">
                        <a:latin typeface="Cambria Math" panose="02040503050406030204" pitchFamily="18" charset="0"/>
                        <a:ea typeface="Cambria Math" panose="02040503050406030204" pitchFamily="18" charset="0"/>
                      </a:rPr>
                      <m:t>∞</m:t>
                    </m:r>
                  </m:oMath>
                </a14:m>
                <a:r>
                  <a:rPr lang="zh-CN" altLang="en-US" sz="3000" dirty="0">
                    <a:latin typeface="楷体" panose="02010609060101010101" pitchFamily="49" charset="-122"/>
                    <a:ea typeface="楷体" panose="02010609060101010101" pitchFamily="49" charset="-122"/>
                  </a:rPr>
                  <a:t>时，</a:t>
                </a:r>
                <a14:m>
                  <m:oMath xmlns:m="http://schemas.openxmlformats.org/officeDocument/2006/math">
                    <m:d>
                      <m:dPr>
                        <m:begChr m:val="|"/>
                        <m:endChr m:val="|"/>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𝑠𝑖𝑛𝑖𝑦</m:t>
                        </m:r>
                      </m:e>
                    </m:d>
                    <m:r>
                      <a:rPr lang="en-US" altLang="zh-CN" sz="3000" i="1">
                        <a:latin typeface="Cambria Math" panose="02040503050406030204" pitchFamily="18" charset="0"/>
                        <a:ea typeface="楷体" panose="02010609060101010101" pitchFamily="49" charset="-122"/>
                      </a:rPr>
                      <m:t>=</m:t>
                    </m:r>
                    <m:d>
                      <m:dPr>
                        <m:begChr m:val="|"/>
                        <m:endChr m:val="|"/>
                        <m:ctrlPr>
                          <a:rPr lang="en-US" altLang="zh-CN" sz="3000" i="1">
                            <a:latin typeface="Cambria Math" panose="02040503050406030204" pitchFamily="18" charset="0"/>
                            <a:ea typeface="楷体" panose="02010609060101010101" pitchFamily="49" charset="-122"/>
                          </a:rPr>
                        </m:ctrlPr>
                      </m:dPr>
                      <m:e>
                        <m:f>
                          <m:fPr>
                            <m:ctrlPr>
                              <a:rPr lang="en-US" altLang="zh-CN" sz="3000" i="1">
                                <a:latin typeface="Cambria Math" panose="02040503050406030204" pitchFamily="18" charset="0"/>
                                <a:ea typeface="楷体" panose="02010609060101010101" pitchFamily="49" charset="-122"/>
                              </a:rPr>
                            </m:ctrlPr>
                          </m:fPr>
                          <m:num>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𝑦</m:t>
                                </m:r>
                              </m:sup>
                            </m:sSup>
                            <m:r>
                              <a:rPr lang="en-US" altLang="zh-CN" sz="3000" i="1">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𝑦</m:t>
                                </m:r>
                              </m:sup>
                            </m:sSup>
                          </m:num>
                          <m:den>
                            <m:r>
                              <a:rPr lang="en-US" altLang="zh-CN" sz="3000" i="1">
                                <a:latin typeface="Cambria Math" panose="02040503050406030204" pitchFamily="18" charset="0"/>
                                <a:ea typeface="楷体" panose="02010609060101010101" pitchFamily="49" charset="-122"/>
                              </a:rPr>
                              <m:t>2</m:t>
                            </m:r>
                            <m:r>
                              <a:rPr lang="en-US" altLang="zh-CN" sz="3000" i="1">
                                <a:latin typeface="Cambria Math" panose="02040503050406030204" pitchFamily="18" charset="0"/>
                                <a:ea typeface="楷体" panose="02010609060101010101" pitchFamily="49" charset="-122"/>
                              </a:rPr>
                              <m:t>𝑖</m:t>
                            </m:r>
                          </m:den>
                        </m:f>
                      </m:e>
                    </m:d>
                    <m:groupChr>
                      <m:groupChrPr>
                        <m:chr m:val="→"/>
                        <m:vertJc m:val="bot"/>
                        <m:ctrlPr>
                          <a:rPr lang="en-US" altLang="zh-CN" sz="3000" i="1">
                            <a:latin typeface="Cambria Math" panose="02040503050406030204" pitchFamily="18" charset="0"/>
                            <a:ea typeface="楷体" panose="02010609060101010101" pitchFamily="49" charset="-122"/>
                          </a:rPr>
                        </m:ctrlPr>
                      </m:groupChrPr>
                      <m:e/>
                    </m:groupChr>
                    <m:r>
                      <a:rPr lang="en-US" altLang="zh-CN" sz="3000" i="1">
                        <a:latin typeface="Cambria Math" panose="02040503050406030204" pitchFamily="18" charset="0"/>
                        <a:ea typeface="Cambria Math" panose="02040503050406030204" pitchFamily="18" charset="0"/>
                      </a:rPr>
                      <m:t>∞</m:t>
                    </m:r>
                  </m:oMath>
                </a14:m>
                <a:r>
                  <a:rPr lang="en-US" altLang="zh-CN" sz="3000" dirty="0">
                    <a:latin typeface="楷体" panose="02010609060101010101" pitchFamily="49" charset="-122"/>
                    <a:ea typeface="楷体" panose="02010609060101010101" pitchFamily="49" charset="-122"/>
                  </a:rPr>
                  <a:t>,</a:t>
                </a:r>
                <a:r>
                  <a:rPr lang="en-US" altLang="zh-CN" sz="3000" dirty="0">
                    <a:ea typeface="楷体" panose="02010609060101010101" pitchFamily="49" charset="-122"/>
                  </a:rPr>
                  <a:t> </a:t>
                </a:r>
                <a:endParaRPr lang="en-US" altLang="zh-CN" sz="3000" dirty="0">
                  <a:ea typeface="楷体" panose="02010609060101010101" pitchFamily="49" charset="-122"/>
                </a:endParaRPr>
              </a:p>
              <a:p>
                <a:pPr>
                  <a:lnSpc>
                    <a:spcPct val="100000"/>
                  </a:lnSpc>
                </a:pPr>
                <a:r>
                  <a:rPr lang="en-US" altLang="zh-CN" sz="3000" dirty="0">
                    <a:ea typeface="楷体" panose="02010609060101010101" pitchFamily="49" charset="-122"/>
                  </a:rPr>
                  <a:t>      </a:t>
                </a:r>
                <a14:m>
                  <m:oMath xmlns:m="http://schemas.openxmlformats.org/officeDocument/2006/math">
                    <m:d>
                      <m:dPr>
                        <m:begChr m:val="|"/>
                        <m:endChr m:val="|"/>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𝑐𝑜𝑠𝑖𝑦</m:t>
                        </m:r>
                      </m:e>
                    </m:d>
                    <m:r>
                      <a:rPr lang="en-US" altLang="zh-CN" sz="3000" i="1">
                        <a:latin typeface="Cambria Math" panose="02040503050406030204" pitchFamily="18" charset="0"/>
                        <a:ea typeface="楷体" panose="02010609060101010101" pitchFamily="49" charset="-122"/>
                      </a:rPr>
                      <m:t>=</m:t>
                    </m:r>
                    <m:d>
                      <m:dPr>
                        <m:begChr m:val="|"/>
                        <m:endChr m:val="|"/>
                        <m:ctrlPr>
                          <a:rPr lang="en-US" altLang="zh-CN" sz="3000" i="1">
                            <a:latin typeface="Cambria Math" panose="02040503050406030204" pitchFamily="18" charset="0"/>
                            <a:ea typeface="楷体" panose="02010609060101010101" pitchFamily="49" charset="-122"/>
                          </a:rPr>
                        </m:ctrlPr>
                      </m:dPr>
                      <m:e>
                        <m:f>
                          <m:fPr>
                            <m:ctrlPr>
                              <a:rPr lang="en-US" altLang="zh-CN" sz="3000" i="1">
                                <a:latin typeface="Cambria Math" panose="02040503050406030204" pitchFamily="18" charset="0"/>
                                <a:ea typeface="楷体" panose="02010609060101010101" pitchFamily="49" charset="-122"/>
                              </a:rPr>
                            </m:ctrlPr>
                          </m:fPr>
                          <m:num>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𝑦</m:t>
                                </m:r>
                              </m:sup>
                            </m:sSup>
                            <m:r>
                              <a:rPr lang="en-US" altLang="zh-CN" sz="3000" i="1">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𝑦</m:t>
                                </m:r>
                              </m:sup>
                            </m:sSup>
                          </m:num>
                          <m:den>
                            <m:r>
                              <a:rPr lang="en-US" altLang="zh-CN" sz="3000" i="1">
                                <a:latin typeface="Cambria Math" panose="02040503050406030204" pitchFamily="18" charset="0"/>
                                <a:ea typeface="楷体" panose="02010609060101010101" pitchFamily="49" charset="-122"/>
                              </a:rPr>
                              <m:t>2</m:t>
                            </m:r>
                            <m:r>
                              <a:rPr lang="en-US" altLang="zh-CN" sz="3000" i="1">
                                <a:latin typeface="Cambria Math" panose="02040503050406030204" pitchFamily="18" charset="0"/>
                                <a:ea typeface="楷体" panose="02010609060101010101" pitchFamily="49" charset="-122"/>
                              </a:rPr>
                              <m:t>𝑖</m:t>
                            </m:r>
                          </m:den>
                        </m:f>
                      </m:e>
                    </m:d>
                    <m:groupChr>
                      <m:groupChrPr>
                        <m:chr m:val="→"/>
                        <m:vertJc m:val="bot"/>
                        <m:ctrlPr>
                          <a:rPr lang="en-US" altLang="zh-CN" sz="3000" i="1">
                            <a:latin typeface="Cambria Math" panose="02040503050406030204" pitchFamily="18" charset="0"/>
                            <a:ea typeface="楷体" panose="02010609060101010101" pitchFamily="49" charset="-122"/>
                          </a:rPr>
                        </m:ctrlPr>
                      </m:groupChrPr>
                      <m:e/>
                    </m:groupChr>
                    <m:r>
                      <a:rPr lang="en-US" altLang="zh-CN" sz="3000" i="1">
                        <a:latin typeface="Cambria Math" panose="02040503050406030204" pitchFamily="18" charset="0"/>
                        <a:ea typeface="Cambria Math" panose="02040503050406030204" pitchFamily="18" charset="0"/>
                      </a:rPr>
                      <m:t>∞</m:t>
                    </m:r>
                  </m:oMath>
                </a14:m>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即</a:t>
                </a:r>
                <a14:m>
                  <m:oMath xmlns:m="http://schemas.openxmlformats.org/officeDocument/2006/math">
                    <m:r>
                      <a:rPr lang="en-US" altLang="zh-CN" sz="3000" i="1">
                        <a:solidFill>
                          <a:srgbClr val="FF0000"/>
                        </a:solidFill>
                        <a:latin typeface="Cambria Math" panose="02040503050406030204" pitchFamily="18" charset="0"/>
                        <a:ea typeface="楷体" panose="02010609060101010101" pitchFamily="49" charset="-122"/>
                      </a:rPr>
                      <m:t>𝑠𝑖𝑛𝑧</m:t>
                    </m:r>
                    <m:r>
                      <a:rPr lang="en-US" altLang="zh-CN" sz="3000" i="1">
                        <a:solidFill>
                          <a:srgbClr val="FF0000"/>
                        </a:solidFill>
                        <a:latin typeface="Cambria Math" panose="02040503050406030204" pitchFamily="18" charset="0"/>
                        <a:ea typeface="楷体" panose="02010609060101010101" pitchFamily="49" charset="-122"/>
                      </a:rPr>
                      <m:t>,</m:t>
                    </m:r>
                    <m:r>
                      <a:rPr lang="en-US" altLang="zh-CN" sz="3000" i="1">
                        <a:solidFill>
                          <a:srgbClr val="FF0000"/>
                        </a:solidFill>
                        <a:latin typeface="Cambria Math" panose="02040503050406030204" pitchFamily="18" charset="0"/>
                        <a:ea typeface="楷体" panose="02010609060101010101" pitchFamily="49" charset="-122"/>
                      </a:rPr>
                      <m:t>𝑐𝑜𝑠𝑧</m:t>
                    </m:r>
                  </m:oMath>
                </a14:m>
                <a:r>
                  <a:rPr lang="zh-CN" altLang="en-US" sz="3000" dirty="0">
                    <a:solidFill>
                      <a:srgbClr val="FF0000"/>
                    </a:solidFill>
                    <a:latin typeface="楷体" panose="02010609060101010101" pitchFamily="49" charset="-122"/>
                    <a:ea typeface="楷体" panose="02010609060101010101" pitchFamily="49" charset="-122"/>
                  </a:rPr>
                  <a:t>无界</a:t>
                </a:r>
                <a:r>
                  <a:rPr lang="zh-CN" altLang="en-US" sz="3000" dirty="0">
                    <a:latin typeface="楷体" panose="02010609060101010101" pitchFamily="49" charset="-122"/>
                    <a:ea typeface="楷体" panose="02010609060101010101" pitchFamily="49" charset="-122"/>
                  </a:rPr>
                  <a:t>。</a:t>
                </a:r>
                <a:endParaRPr lang="en-US" altLang="zh-CN" sz="3000" dirty="0">
                  <a:latin typeface="楷体" panose="02010609060101010101" pitchFamily="49" charset="-122"/>
                  <a:ea typeface="楷体" panose="02010609060101010101" pitchFamily="49" charset="-122"/>
                </a:endParaRPr>
              </a:p>
            </p:txBody>
          </p:sp>
        </mc:Choice>
        <mc:Fallback>
          <p:sp>
            <p:nvSpPr>
              <p:cNvPr id="7" name="标题 1"/>
              <p:cNvSpPr txBox="1">
                <a:spLocks noRot="1" noChangeAspect="1" noMove="1" noResize="1" noEditPoints="1" noAdjustHandles="1" noChangeArrowheads="1" noChangeShapeType="1" noTextEdit="1"/>
              </p:cNvSpPr>
              <p:nvPr/>
            </p:nvSpPr>
            <p:spPr>
              <a:xfrm>
                <a:off x="129713" y="4161759"/>
                <a:ext cx="9081664" cy="1409351"/>
              </a:xfrm>
              <a:prstGeom prst="rect">
                <a:avLst/>
              </a:prstGeom>
              <a:blipFill rotWithShape="1">
                <a:blip r:embed="rId3"/>
                <a:stretch>
                  <a:fillRect l="-2" t="-7567" r="1" b="-7551"/>
                </a:stretch>
              </a:blipFill>
            </p:spPr>
            <p:txBody>
              <a:bodyPr/>
              <a:lstStyle/>
              <a:p>
                <a:r>
                  <a:rPr lang="zh-CN" altLang="en-US">
                    <a:noFill/>
                  </a:rPr>
                  <a:t> </a:t>
                </a:r>
              </a:p>
            </p:txBody>
          </p:sp>
        </mc:Fallback>
      </mc:AlternateContent>
      <p:sp>
        <p:nvSpPr>
          <p:cNvPr id="8"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2.3 </a:t>
            </a:r>
            <a:r>
              <a:rPr lang="zh-CN" altLang="en-US" sz="1800" b="1" dirty="0">
                <a:latin typeface="楷体" panose="02010609060101010101" pitchFamily="49" charset="-122"/>
                <a:ea typeface="楷体" panose="02010609060101010101" pitchFamily="49" charset="-122"/>
              </a:rPr>
              <a:t>初等函数</a:t>
            </a:r>
            <a:endParaRPr lang="zh-CN" altLang="en-US" sz="1800" b="1" dirty="0">
              <a:latin typeface="楷体" panose="02010609060101010101" pitchFamily="49" charset="-122"/>
              <a:ea typeface="楷体" panose="02010609060101010101" pitchFamily="49" charset="-122"/>
            </a:endParaRPr>
          </a:p>
        </p:txBody>
      </p:sp>
      <p:cxnSp>
        <p:nvCxnSpPr>
          <p:cNvPr id="9" name="直接连接符 8"/>
          <p:cNvCxnSpPr/>
          <p:nvPr/>
        </p:nvCxnSpPr>
        <p:spPr>
          <a:xfrm flipV="1">
            <a:off x="0" y="573451"/>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txBox="1"/>
          <p:nvPr/>
        </p:nvSpPr>
        <p:spPr>
          <a:xfrm>
            <a:off x="279256" y="687536"/>
            <a:ext cx="1452283" cy="668109"/>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solidFill>
                  <a:srgbClr val="FF0000"/>
                </a:solidFill>
                <a:latin typeface="楷体" panose="02010609060101010101" pitchFamily="49" charset="-122"/>
                <a:ea typeface="楷体" panose="02010609060101010101" pitchFamily="49" charset="-122"/>
              </a:rPr>
              <a:t>定义：</a:t>
            </a:r>
            <a:endParaRPr lang="en-US" altLang="zh-CN" sz="3000" dirty="0">
              <a:solidFill>
                <a:srgbClr val="FF0000"/>
              </a:solidFill>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11" name="标题 1"/>
              <p:cNvSpPr txBox="1"/>
              <p:nvPr/>
            </p:nvSpPr>
            <p:spPr>
              <a:xfrm>
                <a:off x="744707" y="2968589"/>
                <a:ext cx="5539582" cy="668109"/>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i="1" smtClean="0">
                          <a:solidFill>
                            <a:srgbClr val="FF0000"/>
                          </a:solidFill>
                          <a:latin typeface="Cambria Math" panose="02040503050406030204" pitchFamily="18" charset="0"/>
                          <a:ea typeface="楷体" panose="02010609060101010101" pitchFamily="49" charset="-122"/>
                        </a:rPr>
                        <m:t>𝑠𝑒𝑐𝑧</m:t>
                      </m:r>
                      <m:r>
                        <a:rPr lang="en-US" altLang="zh-CN" sz="3000" i="1" smtClean="0">
                          <a:solidFill>
                            <a:srgbClr val="FF0000"/>
                          </a:solidFill>
                          <a:latin typeface="Cambria Math" panose="02040503050406030204" pitchFamily="18" charset="0"/>
                          <a:ea typeface="楷体" panose="02010609060101010101" pitchFamily="49" charset="-122"/>
                        </a:rPr>
                        <m:t>=</m:t>
                      </m:r>
                      <m:f>
                        <m:fPr>
                          <m:ctrlPr>
                            <a:rPr lang="en-US" altLang="zh-CN" sz="3000" i="1">
                              <a:solidFill>
                                <a:srgbClr val="FF0000"/>
                              </a:solidFill>
                              <a:latin typeface="Cambria Math" panose="02040503050406030204" pitchFamily="18" charset="0"/>
                              <a:ea typeface="楷体" panose="02010609060101010101" pitchFamily="49" charset="-122"/>
                            </a:rPr>
                          </m:ctrlPr>
                        </m:fPr>
                        <m:num>
                          <m:r>
                            <a:rPr lang="en-US" altLang="zh-CN" sz="3000" i="1">
                              <a:solidFill>
                                <a:srgbClr val="FF0000"/>
                              </a:solidFill>
                              <a:latin typeface="Cambria Math" panose="02040503050406030204" pitchFamily="18" charset="0"/>
                              <a:ea typeface="楷体" panose="02010609060101010101" pitchFamily="49" charset="-122"/>
                            </a:rPr>
                            <m:t>1</m:t>
                          </m:r>
                        </m:num>
                        <m:den>
                          <m:r>
                            <a:rPr lang="en-US" altLang="zh-CN" sz="3000" i="1">
                              <a:solidFill>
                                <a:srgbClr val="FF0000"/>
                              </a:solidFill>
                              <a:latin typeface="Cambria Math" panose="02040503050406030204" pitchFamily="18" charset="0"/>
                              <a:ea typeface="楷体" panose="02010609060101010101" pitchFamily="49" charset="-122"/>
                            </a:rPr>
                            <m:t>𝑐𝑜𝑠𝑧</m:t>
                          </m:r>
                        </m:den>
                      </m:f>
                      <m:r>
                        <a:rPr lang="en-US" altLang="zh-CN" sz="3000" i="1">
                          <a:solidFill>
                            <a:srgbClr val="FF0000"/>
                          </a:solidFill>
                          <a:latin typeface="Cambria Math" panose="02040503050406030204" pitchFamily="18" charset="0"/>
                          <a:ea typeface="楷体" panose="02010609060101010101" pitchFamily="49" charset="-122"/>
                        </a:rPr>
                        <m:t> , </m:t>
                      </m:r>
                      <m:r>
                        <a:rPr lang="en-US" altLang="zh-CN" sz="3000" b="0" i="1" smtClean="0">
                          <a:solidFill>
                            <a:srgbClr val="FF0000"/>
                          </a:solidFill>
                          <a:latin typeface="Cambria Math" panose="02040503050406030204" pitchFamily="18" charset="0"/>
                          <a:ea typeface="楷体" panose="02010609060101010101" pitchFamily="49" charset="-122"/>
                        </a:rPr>
                        <m:t>   </m:t>
                      </m:r>
                      <m:r>
                        <a:rPr lang="en-US" altLang="zh-CN" sz="3000" i="1">
                          <a:solidFill>
                            <a:srgbClr val="FF0000"/>
                          </a:solidFill>
                          <a:latin typeface="Cambria Math" panose="02040503050406030204" pitchFamily="18" charset="0"/>
                          <a:ea typeface="楷体" panose="02010609060101010101" pitchFamily="49" charset="-122"/>
                        </a:rPr>
                        <m:t>𝑐𝑠𝑐</m:t>
                      </m:r>
                      <m:r>
                        <a:rPr lang="en-US" altLang="zh-CN" sz="3000" i="1">
                          <a:solidFill>
                            <a:srgbClr val="FF0000"/>
                          </a:solidFill>
                          <a:latin typeface="Cambria Math" panose="02040503050406030204" pitchFamily="18" charset="0"/>
                          <a:ea typeface="楷体" panose="02010609060101010101" pitchFamily="49" charset="-122"/>
                        </a:rPr>
                        <m:t>=</m:t>
                      </m:r>
                      <m:f>
                        <m:fPr>
                          <m:ctrlPr>
                            <a:rPr lang="en-US" altLang="zh-CN" sz="3000" i="1">
                              <a:solidFill>
                                <a:srgbClr val="FF0000"/>
                              </a:solidFill>
                              <a:latin typeface="Cambria Math" panose="02040503050406030204" pitchFamily="18" charset="0"/>
                              <a:ea typeface="楷体" panose="02010609060101010101" pitchFamily="49" charset="-122"/>
                            </a:rPr>
                          </m:ctrlPr>
                        </m:fPr>
                        <m:num>
                          <m:r>
                            <a:rPr lang="en-US" altLang="zh-CN" sz="3000" i="1">
                              <a:solidFill>
                                <a:srgbClr val="FF0000"/>
                              </a:solidFill>
                              <a:latin typeface="Cambria Math" panose="02040503050406030204" pitchFamily="18" charset="0"/>
                              <a:ea typeface="楷体" panose="02010609060101010101" pitchFamily="49" charset="-122"/>
                            </a:rPr>
                            <m:t>1</m:t>
                          </m:r>
                        </m:num>
                        <m:den>
                          <m:r>
                            <a:rPr lang="en-US" altLang="zh-CN" sz="3000" i="1">
                              <a:solidFill>
                                <a:srgbClr val="FF0000"/>
                              </a:solidFill>
                              <a:latin typeface="Cambria Math" panose="02040503050406030204" pitchFamily="18" charset="0"/>
                              <a:ea typeface="楷体" panose="02010609060101010101" pitchFamily="49" charset="-122"/>
                            </a:rPr>
                            <m:t>𝑠𝑖𝑛𝑧</m:t>
                          </m:r>
                        </m:den>
                      </m:f>
                    </m:oMath>
                  </m:oMathPara>
                </a14:m>
                <a:endParaRPr lang="en-US" altLang="zh-CN" sz="3000" dirty="0">
                  <a:solidFill>
                    <a:srgbClr val="FF0000"/>
                  </a:solidFill>
                  <a:latin typeface="楷体" panose="02010609060101010101" pitchFamily="49" charset="-122"/>
                  <a:ea typeface="楷体" panose="02010609060101010101" pitchFamily="49" charset="-122"/>
                </a:endParaRPr>
              </a:p>
            </p:txBody>
          </p:sp>
        </mc:Choice>
        <mc:Fallback>
          <p:sp>
            <p:nvSpPr>
              <p:cNvPr id="11" name="标题 1"/>
              <p:cNvSpPr txBox="1">
                <a:spLocks noRot="1" noChangeAspect="1" noMove="1" noResize="1" noEditPoints="1" noAdjustHandles="1" noChangeArrowheads="1" noChangeShapeType="1" noTextEdit="1"/>
              </p:cNvSpPr>
              <p:nvPr/>
            </p:nvSpPr>
            <p:spPr>
              <a:xfrm>
                <a:off x="744707" y="2968589"/>
                <a:ext cx="5539582" cy="668109"/>
              </a:xfrm>
              <a:prstGeom prst="rect">
                <a:avLst/>
              </a:prstGeom>
              <a:blipFill rotWithShape="1">
                <a:blip r:embed="rId1"/>
                <a:stretch>
                  <a:fillRect l="-9" t="-45616" r="6" b="-4551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标题 1"/>
              <p:cNvSpPr txBox="1"/>
              <p:nvPr/>
            </p:nvSpPr>
            <p:spPr>
              <a:xfrm>
                <a:off x="317734" y="1507870"/>
                <a:ext cx="6707700" cy="668109"/>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i="1">
                          <a:solidFill>
                            <a:srgbClr val="FF0000"/>
                          </a:solidFill>
                          <a:latin typeface="Cambria Math" panose="02040503050406030204" pitchFamily="18" charset="0"/>
                          <a:ea typeface="楷体" panose="02010609060101010101" pitchFamily="49" charset="-122"/>
                        </a:rPr>
                        <m:t>𝑡𝑎𝑛𝑧</m:t>
                      </m:r>
                      <m:r>
                        <a:rPr lang="en-US" altLang="zh-CN" sz="3000" i="1">
                          <a:solidFill>
                            <a:srgbClr val="FF0000"/>
                          </a:solidFill>
                          <a:latin typeface="Cambria Math" panose="02040503050406030204" pitchFamily="18" charset="0"/>
                          <a:ea typeface="楷体" panose="02010609060101010101" pitchFamily="49" charset="-122"/>
                        </a:rPr>
                        <m:t>=</m:t>
                      </m:r>
                      <m:f>
                        <m:fPr>
                          <m:ctrlPr>
                            <a:rPr lang="en-US" altLang="zh-CN" sz="3000" i="1">
                              <a:solidFill>
                                <a:srgbClr val="FF0000"/>
                              </a:solidFill>
                              <a:latin typeface="Cambria Math" panose="02040503050406030204" pitchFamily="18" charset="0"/>
                              <a:ea typeface="楷体" panose="02010609060101010101" pitchFamily="49" charset="-122"/>
                            </a:rPr>
                          </m:ctrlPr>
                        </m:fPr>
                        <m:num>
                          <m:r>
                            <a:rPr lang="en-US" altLang="zh-CN" sz="3000" i="1">
                              <a:solidFill>
                                <a:srgbClr val="FF0000"/>
                              </a:solidFill>
                              <a:latin typeface="Cambria Math" panose="02040503050406030204" pitchFamily="18" charset="0"/>
                              <a:ea typeface="楷体" panose="02010609060101010101" pitchFamily="49" charset="-122"/>
                            </a:rPr>
                            <m:t>𝑠𝑖𝑛𝑧</m:t>
                          </m:r>
                        </m:num>
                        <m:den>
                          <m:r>
                            <a:rPr lang="en-US" altLang="zh-CN" sz="3000" i="1">
                              <a:solidFill>
                                <a:srgbClr val="FF0000"/>
                              </a:solidFill>
                              <a:latin typeface="Cambria Math" panose="02040503050406030204" pitchFamily="18" charset="0"/>
                              <a:ea typeface="楷体" panose="02010609060101010101" pitchFamily="49" charset="-122"/>
                            </a:rPr>
                            <m:t>𝑐𝑜𝑠𝑧</m:t>
                          </m:r>
                        </m:den>
                      </m:f>
                      <m:r>
                        <a:rPr lang="en-US" altLang="zh-CN" sz="3000" i="1">
                          <a:solidFill>
                            <a:srgbClr val="FF0000"/>
                          </a:solidFill>
                          <a:latin typeface="Cambria Math" panose="02040503050406030204" pitchFamily="18" charset="0"/>
                          <a:ea typeface="楷体" panose="02010609060101010101" pitchFamily="49" charset="-122"/>
                        </a:rPr>
                        <m:t>  ,  </m:t>
                      </m:r>
                      <m:r>
                        <a:rPr lang="en-US" altLang="zh-CN" sz="3000" i="1">
                          <a:solidFill>
                            <a:srgbClr val="FF0000"/>
                          </a:solidFill>
                          <a:latin typeface="Cambria Math" panose="02040503050406030204" pitchFamily="18" charset="0"/>
                          <a:ea typeface="楷体" panose="02010609060101010101" pitchFamily="49" charset="-122"/>
                        </a:rPr>
                        <m:t>𝑐𝑜𝑡𝑧</m:t>
                      </m:r>
                      <m:r>
                        <a:rPr lang="en-US" altLang="zh-CN" sz="3000" i="1">
                          <a:solidFill>
                            <a:srgbClr val="FF0000"/>
                          </a:solidFill>
                          <a:latin typeface="Cambria Math" panose="02040503050406030204" pitchFamily="18" charset="0"/>
                          <a:ea typeface="楷体" panose="02010609060101010101" pitchFamily="49" charset="-122"/>
                        </a:rPr>
                        <m:t>=</m:t>
                      </m:r>
                      <m:f>
                        <m:fPr>
                          <m:ctrlPr>
                            <a:rPr lang="en-US" altLang="zh-CN" sz="3000" i="1">
                              <a:solidFill>
                                <a:srgbClr val="FF0000"/>
                              </a:solidFill>
                              <a:latin typeface="Cambria Math" panose="02040503050406030204" pitchFamily="18" charset="0"/>
                              <a:ea typeface="楷体" panose="02010609060101010101" pitchFamily="49" charset="-122"/>
                            </a:rPr>
                          </m:ctrlPr>
                        </m:fPr>
                        <m:num>
                          <m:r>
                            <a:rPr lang="en-US" altLang="zh-CN" sz="3000" i="1">
                              <a:solidFill>
                                <a:srgbClr val="FF0000"/>
                              </a:solidFill>
                              <a:latin typeface="Cambria Math" panose="02040503050406030204" pitchFamily="18" charset="0"/>
                              <a:ea typeface="楷体" panose="02010609060101010101" pitchFamily="49" charset="-122"/>
                            </a:rPr>
                            <m:t>𝑐𝑜𝑠𝑧</m:t>
                          </m:r>
                        </m:num>
                        <m:den>
                          <m:r>
                            <a:rPr lang="en-US" altLang="zh-CN" sz="3000" i="1">
                              <a:solidFill>
                                <a:srgbClr val="FF0000"/>
                              </a:solidFill>
                              <a:latin typeface="Cambria Math" panose="02040503050406030204" pitchFamily="18" charset="0"/>
                              <a:ea typeface="楷体" panose="02010609060101010101" pitchFamily="49" charset="-122"/>
                            </a:rPr>
                            <m:t>𝑠𝑖𝑛𝑧</m:t>
                          </m:r>
                        </m:den>
                      </m:f>
                    </m:oMath>
                  </m:oMathPara>
                </a14:m>
                <a:endParaRPr lang="en-US" altLang="zh-CN" sz="3000" dirty="0">
                  <a:solidFill>
                    <a:srgbClr val="FF0000"/>
                  </a:solidFill>
                  <a:latin typeface="楷体" panose="02010609060101010101" pitchFamily="49" charset="-122"/>
                  <a:ea typeface="楷体" panose="02010609060101010101" pitchFamily="49" charset="-122"/>
                </a:endParaRPr>
              </a:p>
            </p:txBody>
          </p:sp>
        </mc:Choice>
        <mc:Fallback>
          <p:sp>
            <p:nvSpPr>
              <p:cNvPr id="12" name="标题 1"/>
              <p:cNvSpPr txBox="1">
                <a:spLocks noRot="1" noChangeAspect="1" noMove="1" noResize="1" noEditPoints="1" noAdjustHandles="1" noChangeArrowheads="1" noChangeShapeType="1" noTextEdit="1"/>
              </p:cNvSpPr>
              <p:nvPr/>
            </p:nvSpPr>
            <p:spPr>
              <a:xfrm>
                <a:off x="317734" y="1507870"/>
                <a:ext cx="6707700" cy="668109"/>
              </a:xfrm>
              <a:prstGeom prst="rect">
                <a:avLst/>
              </a:prstGeom>
              <a:blipFill rotWithShape="1">
                <a:blip r:embed="rId2"/>
                <a:stretch>
                  <a:fillRect l="-3" t="-44918" r="6" b="-44981"/>
                </a:stretch>
              </a:blipFill>
            </p:spPr>
            <p:txBody>
              <a:bodyPr/>
              <a:lstStyle/>
              <a:p>
                <a:r>
                  <a:rPr lang="zh-CN" altLang="en-US">
                    <a:noFill/>
                  </a:rPr>
                  <a:t> </a:t>
                </a:r>
              </a:p>
            </p:txBody>
          </p:sp>
        </mc:Fallback>
      </mc:AlternateContent>
      <p:sp>
        <p:nvSpPr>
          <p:cNvPr id="4"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2.3 </a:t>
            </a:r>
            <a:r>
              <a:rPr lang="zh-CN" altLang="en-US" sz="1800" b="1" dirty="0">
                <a:latin typeface="楷体" panose="02010609060101010101" pitchFamily="49" charset="-122"/>
                <a:ea typeface="楷体" panose="02010609060101010101" pitchFamily="49" charset="-122"/>
              </a:rPr>
              <a:t>初等函数</a:t>
            </a:r>
            <a:endParaRPr lang="zh-CN" altLang="en-US" sz="1800" b="1" dirty="0">
              <a:latin typeface="楷体" panose="02010609060101010101" pitchFamily="49" charset="-122"/>
              <a:ea typeface="楷体" panose="02010609060101010101" pitchFamily="49" charset="-122"/>
            </a:endParaRPr>
          </a:p>
        </p:txBody>
      </p:sp>
      <p:cxnSp>
        <p:nvCxnSpPr>
          <p:cNvPr id="6" name="直接连接符 5"/>
          <p:cNvCxnSpPr/>
          <p:nvPr/>
        </p:nvCxnSpPr>
        <p:spPr>
          <a:xfrm flipV="1">
            <a:off x="0" y="573451"/>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标题 1"/>
              <p:cNvSpPr txBox="1"/>
              <p:nvPr/>
            </p:nvSpPr>
            <p:spPr>
              <a:xfrm>
                <a:off x="121480" y="632870"/>
                <a:ext cx="1843399" cy="668109"/>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b="0" i="1" smtClean="0">
                          <a:latin typeface="Cambria Math" panose="02040503050406030204" pitchFamily="18" charset="0"/>
                          <a:ea typeface="楷体" panose="02010609060101010101" pitchFamily="49" charset="-122"/>
                        </a:rPr>
                        <m:t>𝐸𝑔</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𝑐𝑜𝑠𝑖</m:t>
                      </m:r>
                    </m:oMath>
                  </m:oMathPara>
                </a14:m>
                <a:endParaRPr lang="en-US" altLang="zh-CN" sz="3000" dirty="0">
                  <a:latin typeface="楷体" panose="02010609060101010101" pitchFamily="49" charset="-122"/>
                  <a:ea typeface="楷体" panose="02010609060101010101" pitchFamily="49" charset="-122"/>
                </a:endParaRPr>
              </a:p>
            </p:txBody>
          </p:sp>
        </mc:Choice>
        <mc:Fallback>
          <p:sp>
            <p:nvSpPr>
              <p:cNvPr id="3" name="标题 1"/>
              <p:cNvSpPr txBox="1">
                <a:spLocks noRot="1" noChangeAspect="1" noMove="1" noResize="1" noEditPoints="1" noAdjustHandles="1" noChangeArrowheads="1" noChangeShapeType="1" noTextEdit="1"/>
              </p:cNvSpPr>
              <p:nvPr/>
            </p:nvSpPr>
            <p:spPr>
              <a:xfrm>
                <a:off x="121480" y="632870"/>
                <a:ext cx="1843399" cy="668109"/>
              </a:xfrm>
              <a:prstGeom prst="rect">
                <a:avLst/>
              </a:prstGeom>
              <a:blipFill rotWithShape="1">
                <a:blip r:embed="rId1"/>
                <a:stretch>
                  <a:fillRect l="-11" t="-1297" r="10" b="-1351"/>
                </a:stretch>
              </a:blipFill>
            </p:spPr>
            <p:txBody>
              <a:bodyPr/>
              <a:lstStyle/>
              <a:p>
                <a:r>
                  <a:rPr lang="zh-CN" altLang="en-US">
                    <a:noFill/>
                  </a:rPr>
                  <a:t> </a:t>
                </a:r>
              </a:p>
            </p:txBody>
          </p:sp>
        </mc:Fallback>
      </mc:AlternateContent>
      <p:sp>
        <p:nvSpPr>
          <p:cNvPr id="6"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2.3 </a:t>
            </a:r>
            <a:r>
              <a:rPr lang="zh-CN" altLang="en-US" sz="1800" b="1" dirty="0">
                <a:latin typeface="楷体" panose="02010609060101010101" pitchFamily="49" charset="-122"/>
                <a:ea typeface="楷体" panose="02010609060101010101" pitchFamily="49" charset="-122"/>
              </a:rPr>
              <a:t>初等函数</a:t>
            </a:r>
            <a:endParaRPr lang="zh-CN" altLang="en-US" sz="1800" b="1" dirty="0">
              <a:latin typeface="楷体" panose="02010609060101010101" pitchFamily="49" charset="-122"/>
              <a:ea typeface="楷体" panose="02010609060101010101" pitchFamily="49" charset="-122"/>
            </a:endParaRPr>
          </a:p>
        </p:txBody>
      </p:sp>
      <p:cxnSp>
        <p:nvCxnSpPr>
          <p:cNvPr id="7" name="直接连接符 6"/>
          <p:cNvCxnSpPr/>
          <p:nvPr/>
        </p:nvCxnSpPr>
        <p:spPr>
          <a:xfrm flipV="1">
            <a:off x="0" y="573451"/>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8" name="标题 1"/>
              <p:cNvSpPr txBox="1"/>
              <p:nvPr/>
            </p:nvSpPr>
            <p:spPr>
              <a:xfrm>
                <a:off x="290306" y="1334881"/>
                <a:ext cx="4785435" cy="668109"/>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b="0" dirty="0">
                    <a:ea typeface="楷体" panose="02010609060101010101" pitchFamily="49" charset="-122"/>
                  </a:rPr>
                  <a:t>解</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𝑐𝑜𝑠𝑖</m:t>
                    </m:r>
                    <m:r>
                      <a:rPr lang="en-US" altLang="zh-CN" sz="3000" i="1">
                        <a:latin typeface="Cambria Math" panose="02040503050406030204" pitchFamily="18" charset="0"/>
                        <a:ea typeface="楷体" panose="02010609060101010101" pitchFamily="49" charset="-122"/>
                      </a:rPr>
                      <m:t>=</m:t>
                    </m:r>
                    <m:f>
                      <m:fPr>
                        <m:ctrlPr>
                          <a:rPr lang="en-US" altLang="zh-CN" sz="3000" i="1" smtClean="0">
                            <a:latin typeface="Cambria Math" panose="02040503050406030204" pitchFamily="18" charset="0"/>
                            <a:ea typeface="楷体" panose="02010609060101010101" pitchFamily="49" charset="-122"/>
                          </a:rPr>
                        </m:ctrlPr>
                      </m:fPr>
                      <m:num>
                        <m:sSup>
                          <m:sSupPr>
                            <m:ctrlPr>
                              <a:rPr lang="en-US" altLang="zh-CN" sz="300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𝑒</m:t>
                            </m:r>
                          </m:e>
                          <m:sup>
                            <m:r>
                              <a:rPr lang="en-US" altLang="zh-CN" sz="3000" b="0" i="1" smtClean="0">
                                <a:latin typeface="Cambria Math" panose="02040503050406030204" pitchFamily="18" charset="0"/>
                                <a:ea typeface="楷体" panose="02010609060101010101" pitchFamily="49" charset="-122"/>
                              </a:rPr>
                              <m:t>𝑖</m:t>
                            </m:r>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𝑖</m:t>
                            </m:r>
                          </m:sup>
                        </m:sSup>
                        <m:r>
                          <a:rPr lang="en-US" altLang="zh-CN" sz="3000" b="0" i="1" smtClean="0">
                            <a:latin typeface="Cambria Math" panose="02040503050406030204" pitchFamily="18" charset="0"/>
                            <a:ea typeface="楷体" panose="02010609060101010101" pitchFamily="49" charset="-122"/>
                          </a:rPr>
                          <m:t>+</m:t>
                        </m:r>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𝑒</m:t>
                            </m:r>
                          </m:e>
                          <m:sup>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𝑖</m:t>
                            </m:r>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𝑖</m:t>
                            </m:r>
                          </m:sup>
                        </m:sSup>
                      </m:num>
                      <m:den>
                        <m:r>
                          <a:rPr lang="en-US" altLang="zh-CN" sz="3000" i="1">
                            <a:latin typeface="Cambria Math" panose="02040503050406030204" pitchFamily="18" charset="0"/>
                            <a:ea typeface="楷体" panose="02010609060101010101" pitchFamily="49" charset="-122"/>
                          </a:rPr>
                          <m:t>2</m:t>
                        </m:r>
                      </m:den>
                    </m:f>
                    <m:r>
                      <a:rPr lang="en-US" altLang="zh-CN" sz="3000" b="0" i="0" smtClean="0">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1</m:t>
                            </m:r>
                          </m:sup>
                        </m:sSup>
                        <m:r>
                          <a:rPr lang="en-US" altLang="zh-CN" sz="3000" i="1">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𝑒</m:t>
                        </m:r>
                      </m:num>
                      <m:den>
                        <m:r>
                          <a:rPr lang="en-US" altLang="zh-CN" sz="3000" i="1">
                            <a:latin typeface="Cambria Math" panose="02040503050406030204" pitchFamily="18" charset="0"/>
                            <a:ea typeface="楷体" panose="02010609060101010101" pitchFamily="49" charset="-122"/>
                          </a:rPr>
                          <m:t>2</m:t>
                        </m:r>
                      </m:den>
                    </m:f>
                  </m:oMath>
                </a14:m>
                <a:endParaRPr lang="en-US" altLang="zh-CN" sz="3000" dirty="0">
                  <a:latin typeface="楷体" panose="02010609060101010101" pitchFamily="49" charset="-122"/>
                  <a:ea typeface="楷体" panose="02010609060101010101" pitchFamily="49" charset="-122"/>
                </a:endParaRPr>
              </a:p>
            </p:txBody>
          </p:sp>
        </mc:Choice>
        <mc:Fallback>
          <p:sp>
            <p:nvSpPr>
              <p:cNvPr id="8" name="标题 1"/>
              <p:cNvSpPr txBox="1">
                <a:spLocks noRot="1" noChangeAspect="1" noMove="1" noResize="1" noEditPoints="1" noAdjustHandles="1" noChangeArrowheads="1" noChangeShapeType="1" noTextEdit="1"/>
              </p:cNvSpPr>
              <p:nvPr/>
            </p:nvSpPr>
            <p:spPr>
              <a:xfrm>
                <a:off x="290306" y="1334881"/>
                <a:ext cx="4785435" cy="668109"/>
              </a:xfrm>
              <a:prstGeom prst="rect">
                <a:avLst/>
              </a:prstGeom>
              <a:blipFill rotWithShape="1">
                <a:blip r:embed="rId2"/>
                <a:stretch>
                  <a:fillRect l="-2" t="-31476" r="4" b="-3162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标题 1"/>
              <p:cNvSpPr txBox="1"/>
              <p:nvPr/>
            </p:nvSpPr>
            <p:spPr>
              <a:xfrm>
                <a:off x="220980" y="2232971"/>
                <a:ext cx="2671556" cy="74305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b="0" i="1" smtClean="0">
                          <a:latin typeface="Cambria Math" panose="02040503050406030204" pitchFamily="18" charset="0"/>
                          <a:ea typeface="楷体" panose="02010609060101010101" pitchFamily="49" charset="-122"/>
                        </a:rPr>
                        <m:t>𝐸𝑔</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𝑠𝑖𝑛</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1</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𝑖</m:t>
                      </m:r>
                      <m:r>
                        <a:rPr lang="en-US" altLang="zh-CN" sz="3000" b="0" i="1" smtClean="0">
                          <a:latin typeface="Cambria Math" panose="02040503050406030204" pitchFamily="18" charset="0"/>
                          <a:ea typeface="楷体" panose="02010609060101010101" pitchFamily="49" charset="-122"/>
                        </a:rPr>
                        <m:t>)</m:t>
                      </m:r>
                    </m:oMath>
                  </m:oMathPara>
                </a14:m>
                <a:endParaRPr lang="en-US" altLang="zh-CN" sz="3000" dirty="0">
                  <a:latin typeface="楷体" panose="02010609060101010101" pitchFamily="49" charset="-122"/>
                  <a:ea typeface="楷体" panose="02010609060101010101" pitchFamily="49" charset="-122"/>
                </a:endParaRPr>
              </a:p>
            </p:txBody>
          </p:sp>
        </mc:Choice>
        <mc:Fallback>
          <p:sp>
            <p:nvSpPr>
              <p:cNvPr id="9" name="标题 1"/>
              <p:cNvSpPr txBox="1">
                <a:spLocks noRot="1" noChangeAspect="1" noMove="1" noResize="1" noEditPoints="1" noAdjustHandles="1" noChangeArrowheads="1" noChangeShapeType="1" noTextEdit="1"/>
              </p:cNvSpPr>
              <p:nvPr/>
            </p:nvSpPr>
            <p:spPr>
              <a:xfrm>
                <a:off x="220980" y="2232971"/>
                <a:ext cx="2671556" cy="743056"/>
              </a:xfrm>
              <a:prstGeom prst="rect">
                <a:avLst/>
              </a:prstGeom>
              <a:blipFill rotWithShape="1">
                <a:blip r:embed="rId3"/>
                <a:stretch>
                  <a:fillRect t="-42" r="4" b="5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标题 1"/>
              <p:cNvSpPr txBox="1"/>
              <p:nvPr/>
            </p:nvSpPr>
            <p:spPr>
              <a:xfrm>
                <a:off x="220980" y="2934982"/>
                <a:ext cx="5736309" cy="668109"/>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b="0" dirty="0">
                    <a:ea typeface="楷体" panose="02010609060101010101" pitchFamily="49" charset="-122"/>
                  </a:rPr>
                  <a:t>解</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𝑠𝑖𝑛</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1</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𝑖</m:t>
                    </m:r>
                    <m:r>
                      <a:rPr lang="en-US" altLang="zh-CN" sz="3000" b="0" i="1" smtClean="0">
                        <a:latin typeface="Cambria Math" panose="02040503050406030204" pitchFamily="18" charset="0"/>
                        <a:ea typeface="楷体" panose="02010609060101010101" pitchFamily="49" charset="-122"/>
                      </a:rPr>
                      <m:t>)=</m:t>
                    </m:r>
                    <m:f>
                      <m:fPr>
                        <m:ctrlPr>
                          <a:rPr lang="en-US" altLang="zh-CN" sz="3000" i="1" smtClean="0">
                            <a:latin typeface="Cambria Math" panose="02040503050406030204" pitchFamily="18" charset="0"/>
                            <a:ea typeface="楷体" panose="02010609060101010101" pitchFamily="49" charset="-122"/>
                          </a:rPr>
                        </m:ctrlPr>
                      </m:fPr>
                      <m:num>
                        <m:sSup>
                          <m:sSupPr>
                            <m:ctrlPr>
                              <a:rPr lang="en-US" altLang="zh-CN" sz="300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𝑒</m:t>
                            </m:r>
                          </m:e>
                          <m:sup>
                            <m:r>
                              <a:rPr lang="en-US" altLang="zh-CN" sz="3000" b="0" i="1" smtClean="0">
                                <a:latin typeface="Cambria Math" panose="02040503050406030204" pitchFamily="18" charset="0"/>
                                <a:ea typeface="楷体" panose="02010609060101010101" pitchFamily="49" charset="-122"/>
                              </a:rPr>
                              <m:t>𝑖</m:t>
                            </m:r>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1</m:t>
                            </m:r>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2</m:t>
                            </m:r>
                            <m:r>
                              <a:rPr lang="en-US" altLang="zh-CN" sz="3000" b="0" i="1" smtClean="0">
                                <a:latin typeface="Cambria Math" panose="02040503050406030204" pitchFamily="18" charset="0"/>
                                <a:ea typeface="Cambria Math" panose="02040503050406030204" pitchFamily="18" charset="0"/>
                              </a:rPr>
                              <m:t>𝑖</m:t>
                            </m:r>
                            <m:r>
                              <a:rPr lang="en-US" altLang="zh-CN" sz="3000" b="0" i="1" smtClean="0">
                                <a:latin typeface="Cambria Math" panose="02040503050406030204" pitchFamily="18" charset="0"/>
                                <a:ea typeface="Cambria Math" panose="02040503050406030204" pitchFamily="18" charset="0"/>
                              </a:rPr>
                              <m:t>)</m:t>
                            </m:r>
                          </m:sup>
                        </m:sSup>
                        <m:r>
                          <a:rPr lang="en-US" altLang="zh-CN" sz="3000" b="0" i="1" smtClean="0">
                            <a:latin typeface="Cambria Math" panose="02040503050406030204" pitchFamily="18" charset="0"/>
                            <a:ea typeface="楷体" panose="02010609060101010101" pitchFamily="49" charset="-122"/>
                          </a:rPr>
                          <m:t>−</m:t>
                        </m:r>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𝑒</m:t>
                            </m:r>
                          </m:e>
                          <m:sup>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𝑖</m:t>
                            </m:r>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1</m:t>
                            </m:r>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2</m:t>
                            </m:r>
                            <m:r>
                              <a:rPr lang="en-US" altLang="zh-CN" sz="3000" b="0" i="1" smtClean="0">
                                <a:latin typeface="Cambria Math" panose="02040503050406030204" pitchFamily="18" charset="0"/>
                                <a:ea typeface="Cambria Math" panose="02040503050406030204" pitchFamily="18" charset="0"/>
                              </a:rPr>
                              <m:t>𝑖</m:t>
                            </m:r>
                            <m:r>
                              <a:rPr lang="en-US" altLang="zh-CN" sz="3000" b="0" i="1" smtClean="0">
                                <a:latin typeface="Cambria Math" panose="02040503050406030204" pitchFamily="18" charset="0"/>
                                <a:ea typeface="Cambria Math" panose="02040503050406030204" pitchFamily="18" charset="0"/>
                              </a:rPr>
                              <m:t>)</m:t>
                            </m:r>
                          </m:sup>
                        </m:sSup>
                      </m:num>
                      <m:den>
                        <m:r>
                          <a:rPr lang="en-US" altLang="zh-CN" sz="3000" i="1">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𝑖</m:t>
                        </m:r>
                      </m:den>
                    </m:f>
                  </m:oMath>
                </a14:m>
                <a:endParaRPr lang="en-US" altLang="zh-CN" sz="3000" dirty="0">
                  <a:latin typeface="楷体" panose="02010609060101010101" pitchFamily="49" charset="-122"/>
                  <a:ea typeface="楷体" panose="02010609060101010101" pitchFamily="49" charset="-122"/>
                </a:endParaRPr>
              </a:p>
            </p:txBody>
          </p:sp>
        </mc:Choice>
        <mc:Fallback>
          <p:sp>
            <p:nvSpPr>
              <p:cNvPr id="10" name="标题 1"/>
              <p:cNvSpPr txBox="1">
                <a:spLocks noRot="1" noChangeAspect="1" noMove="1" noResize="1" noEditPoints="1" noAdjustHandles="1" noChangeArrowheads="1" noChangeShapeType="1" noTextEdit="1"/>
              </p:cNvSpPr>
              <p:nvPr/>
            </p:nvSpPr>
            <p:spPr>
              <a:xfrm>
                <a:off x="220980" y="2934982"/>
                <a:ext cx="5736309" cy="668109"/>
              </a:xfrm>
              <a:prstGeom prst="rect">
                <a:avLst/>
              </a:prstGeom>
              <a:blipFill rotWithShape="1">
                <a:blip r:embed="rId4"/>
                <a:stretch>
                  <a:fillRect t="-31652" r="6" b="-3182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标题 1"/>
              <p:cNvSpPr txBox="1"/>
              <p:nvPr/>
            </p:nvSpPr>
            <p:spPr>
              <a:xfrm>
                <a:off x="5685478" y="2934315"/>
                <a:ext cx="2379858" cy="668109"/>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f>
                      <m:fPr>
                        <m:ctrlPr>
                          <a:rPr lang="en-US" altLang="zh-CN" sz="3000" i="1" smtClean="0">
                            <a:latin typeface="Cambria Math" panose="02040503050406030204" pitchFamily="18" charset="0"/>
                            <a:ea typeface="楷体" panose="02010609060101010101" pitchFamily="49" charset="-122"/>
                          </a:rPr>
                        </m:ctrlPr>
                      </m:fPr>
                      <m:num>
                        <m:sSup>
                          <m:sSupPr>
                            <m:ctrlPr>
                              <a:rPr lang="en-US" altLang="zh-CN" sz="300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𝑒</m:t>
                            </m:r>
                          </m:e>
                          <m:sup>
                            <m:r>
                              <a:rPr lang="en-US" altLang="zh-CN" sz="3000" b="0" i="1" smtClean="0">
                                <a:latin typeface="Cambria Math" panose="02040503050406030204" pitchFamily="18" charset="0"/>
                                <a:ea typeface="楷体" panose="02010609060101010101" pitchFamily="49" charset="-122"/>
                              </a:rPr>
                              <m:t>𝑖</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sup>
                        </m:sSup>
                        <m:r>
                          <a:rPr lang="en-US" altLang="zh-CN" sz="3000" b="0" i="1" smtClean="0">
                            <a:latin typeface="Cambria Math" panose="02040503050406030204" pitchFamily="18" charset="0"/>
                            <a:ea typeface="楷体" panose="02010609060101010101" pitchFamily="49" charset="-122"/>
                          </a:rPr>
                          <m:t>−</m:t>
                        </m:r>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𝑒</m:t>
                            </m:r>
                          </m:e>
                          <m:sup>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𝑖</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sup>
                        </m:sSup>
                      </m:num>
                      <m:den>
                        <m:r>
                          <a:rPr lang="en-US" altLang="zh-CN" sz="3000" i="1">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𝑖</m:t>
                        </m:r>
                      </m:den>
                    </m:f>
                  </m:oMath>
                </a14:m>
                <a:r>
                  <a:rPr lang="en-US" altLang="zh-CN" sz="3000" dirty="0">
                    <a:latin typeface="楷体" panose="02010609060101010101" pitchFamily="49" charset="-122"/>
                    <a:ea typeface="楷体" panose="02010609060101010101" pitchFamily="49" charset="-122"/>
                  </a:rPr>
                  <a:t> </a:t>
                </a:r>
                <a:endParaRPr lang="en-US" altLang="zh-CN" sz="3000" dirty="0">
                  <a:latin typeface="楷体" panose="02010609060101010101" pitchFamily="49" charset="-122"/>
                  <a:ea typeface="楷体" panose="02010609060101010101" pitchFamily="49" charset="-122"/>
                </a:endParaRPr>
              </a:p>
            </p:txBody>
          </p:sp>
        </mc:Choice>
        <mc:Fallback>
          <p:sp>
            <p:nvSpPr>
              <p:cNvPr id="11" name="标题 1"/>
              <p:cNvSpPr txBox="1">
                <a:spLocks noRot="1" noChangeAspect="1" noMove="1" noResize="1" noEditPoints="1" noAdjustHandles="1" noChangeArrowheads="1" noChangeShapeType="1" noTextEdit="1"/>
              </p:cNvSpPr>
              <p:nvPr/>
            </p:nvSpPr>
            <p:spPr>
              <a:xfrm>
                <a:off x="5685478" y="2934315"/>
                <a:ext cx="2379858" cy="668109"/>
              </a:xfrm>
              <a:prstGeom prst="rect">
                <a:avLst/>
              </a:prstGeom>
              <a:blipFill rotWithShape="1">
                <a:blip r:embed="rId5"/>
                <a:stretch>
                  <a:fillRect l="-14" t="-31742" r="8" b="-3173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标题 1"/>
              <p:cNvSpPr txBox="1"/>
              <p:nvPr/>
            </p:nvSpPr>
            <p:spPr>
              <a:xfrm>
                <a:off x="2738773" y="3866974"/>
                <a:ext cx="5622237" cy="668109"/>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f>
                      <m:fPr>
                        <m:ctrlPr>
                          <a:rPr lang="en-US" altLang="zh-CN" sz="3000" i="1" smtClean="0">
                            <a:latin typeface="Cambria Math" panose="02040503050406030204" pitchFamily="18" charset="0"/>
                            <a:ea typeface="楷体" panose="02010609060101010101" pitchFamily="49" charset="-122"/>
                          </a:rPr>
                        </m:ctrlPr>
                      </m:fPr>
                      <m:num>
                        <m:sSup>
                          <m:sSupPr>
                            <m:ctrlPr>
                              <a:rPr lang="en-US" altLang="zh-CN" sz="300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𝑒</m:t>
                            </m:r>
                          </m:e>
                          <m:sup>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sup>
                        </m:sSup>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𝑐𝑜𝑠</m:t>
                        </m:r>
                        <m:r>
                          <a:rPr lang="en-US" altLang="zh-CN" sz="3000" b="0" i="1" smtClean="0">
                            <a:latin typeface="Cambria Math" panose="02040503050406030204" pitchFamily="18" charset="0"/>
                            <a:ea typeface="楷体" panose="02010609060101010101" pitchFamily="49" charset="-122"/>
                          </a:rPr>
                          <m:t>1</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𝑖𝑠𝑖𝑛</m:t>
                        </m:r>
                        <m:r>
                          <a:rPr lang="en-US" altLang="zh-CN" sz="3000" b="0" i="1" smtClean="0">
                            <a:latin typeface="Cambria Math" panose="02040503050406030204" pitchFamily="18" charset="0"/>
                            <a:ea typeface="楷体" panose="02010609060101010101" pitchFamily="49" charset="-122"/>
                          </a:rPr>
                          <m:t>1</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m:t>
                        </m:r>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𝑒</m:t>
                            </m:r>
                          </m:e>
                          <m:sup>
                            <m:r>
                              <a:rPr lang="en-US" altLang="zh-CN" sz="3000" b="0" i="1" smtClean="0">
                                <a:latin typeface="Cambria Math" panose="02040503050406030204" pitchFamily="18" charset="0"/>
                                <a:ea typeface="楷体" panose="02010609060101010101" pitchFamily="49" charset="-122"/>
                              </a:rPr>
                              <m:t>2</m:t>
                            </m:r>
                          </m:sup>
                        </m:sSup>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𝑐𝑜𝑠</m:t>
                        </m:r>
                        <m:r>
                          <a:rPr lang="en-US" altLang="zh-CN" sz="3000" b="0" i="1" smtClean="0">
                            <a:latin typeface="Cambria Math" panose="02040503050406030204" pitchFamily="18" charset="0"/>
                            <a:ea typeface="楷体" panose="02010609060101010101" pitchFamily="49" charset="-122"/>
                          </a:rPr>
                          <m:t>1</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𝑖𝑠𝑖𝑛</m:t>
                        </m:r>
                        <m:r>
                          <a:rPr lang="en-US" altLang="zh-CN" sz="3000" b="0" i="1" smtClean="0">
                            <a:latin typeface="Cambria Math" panose="02040503050406030204" pitchFamily="18" charset="0"/>
                            <a:ea typeface="楷体" panose="02010609060101010101" pitchFamily="49" charset="-122"/>
                          </a:rPr>
                          <m:t>1</m:t>
                        </m:r>
                        <m:r>
                          <a:rPr lang="en-US" altLang="zh-CN" sz="3000" b="0" i="1" smtClean="0">
                            <a:latin typeface="Cambria Math" panose="02040503050406030204" pitchFamily="18" charset="0"/>
                            <a:ea typeface="楷体" panose="02010609060101010101" pitchFamily="49" charset="-122"/>
                          </a:rPr>
                          <m:t>)</m:t>
                        </m:r>
                      </m:num>
                      <m:den>
                        <m:r>
                          <a:rPr lang="en-US" altLang="zh-CN" sz="3000" i="1">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𝑖</m:t>
                        </m:r>
                      </m:den>
                    </m:f>
                  </m:oMath>
                </a14:m>
                <a:r>
                  <a:rPr lang="en-US" altLang="zh-CN" sz="3000" dirty="0">
                    <a:latin typeface="楷体" panose="02010609060101010101" pitchFamily="49" charset="-122"/>
                    <a:ea typeface="楷体" panose="02010609060101010101" pitchFamily="49" charset="-122"/>
                  </a:rPr>
                  <a:t> </a:t>
                </a:r>
                <a:endParaRPr lang="en-US" altLang="zh-CN" sz="3000" dirty="0">
                  <a:latin typeface="楷体" panose="02010609060101010101" pitchFamily="49" charset="-122"/>
                  <a:ea typeface="楷体" panose="02010609060101010101" pitchFamily="49" charset="-122"/>
                </a:endParaRPr>
              </a:p>
            </p:txBody>
          </p:sp>
        </mc:Choice>
        <mc:Fallback>
          <p:sp>
            <p:nvSpPr>
              <p:cNvPr id="12" name="标题 1"/>
              <p:cNvSpPr txBox="1">
                <a:spLocks noRot="1" noChangeAspect="1" noMove="1" noResize="1" noEditPoints="1" noAdjustHandles="1" noChangeArrowheads="1" noChangeShapeType="1" noTextEdit="1"/>
              </p:cNvSpPr>
              <p:nvPr/>
            </p:nvSpPr>
            <p:spPr>
              <a:xfrm>
                <a:off x="2738773" y="3866974"/>
                <a:ext cx="5622237" cy="668109"/>
              </a:xfrm>
              <a:prstGeom prst="rect">
                <a:avLst/>
              </a:prstGeom>
              <a:blipFill rotWithShape="1">
                <a:blip r:embed="rId6"/>
                <a:stretch>
                  <a:fillRect t="-28962" r="11" b="-2900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标题 1"/>
              <p:cNvSpPr txBox="1"/>
              <p:nvPr/>
            </p:nvSpPr>
            <p:spPr>
              <a:xfrm>
                <a:off x="2738773" y="5015906"/>
                <a:ext cx="5622237" cy="668109"/>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f>
                      <m:fPr>
                        <m:ctrlPr>
                          <a:rPr lang="en-US" altLang="zh-CN" sz="3000" i="1" smtClean="0">
                            <a:latin typeface="Cambria Math" panose="02040503050406030204" pitchFamily="18" charset="0"/>
                            <a:ea typeface="楷体" panose="02010609060101010101" pitchFamily="49" charset="-122"/>
                          </a:rPr>
                        </m:ctrlPr>
                      </m:fPr>
                      <m:num>
                        <m:sSup>
                          <m:sSupPr>
                            <m:ctrlPr>
                              <a:rPr lang="en-US" altLang="zh-CN" sz="300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𝑒</m:t>
                            </m:r>
                          </m:e>
                          <m:sup>
                            <m:r>
                              <a:rPr lang="en-US" altLang="zh-CN" sz="3000" b="0" i="1" smtClean="0">
                                <a:latin typeface="Cambria Math" panose="02040503050406030204" pitchFamily="18" charset="0"/>
                                <a:ea typeface="楷体" panose="02010609060101010101" pitchFamily="49" charset="-122"/>
                              </a:rPr>
                              <m:t>2</m:t>
                            </m:r>
                          </m:sup>
                        </m:sSup>
                        <m:r>
                          <a:rPr lang="en-US" altLang="zh-CN" sz="3000" b="0" i="1" smtClean="0">
                            <a:latin typeface="Cambria Math" panose="02040503050406030204" pitchFamily="18" charset="0"/>
                            <a:ea typeface="楷体" panose="02010609060101010101" pitchFamily="49" charset="-122"/>
                          </a:rPr>
                          <m:t>+</m:t>
                        </m:r>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𝑒</m:t>
                            </m:r>
                          </m:e>
                          <m:sup>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sup>
                        </m:sSup>
                      </m:num>
                      <m:den>
                        <m:r>
                          <a:rPr lang="en-US" altLang="zh-CN" sz="3000" i="1">
                            <a:latin typeface="Cambria Math" panose="02040503050406030204" pitchFamily="18" charset="0"/>
                            <a:ea typeface="楷体" panose="02010609060101010101" pitchFamily="49" charset="-122"/>
                          </a:rPr>
                          <m:t>2</m:t>
                        </m:r>
                      </m:den>
                    </m:f>
                    <m:r>
                      <a:rPr lang="en-US" altLang="zh-CN" sz="3000" b="0" i="1" smtClean="0">
                        <a:latin typeface="Cambria Math" panose="02040503050406030204" pitchFamily="18" charset="0"/>
                        <a:ea typeface="楷体" panose="02010609060101010101" pitchFamily="49" charset="-122"/>
                      </a:rPr>
                      <m:t>𝑠𝑖𝑛</m:t>
                    </m:r>
                    <m:r>
                      <a:rPr lang="en-US" altLang="zh-CN" sz="3000" b="0" i="1" smtClean="0">
                        <a:latin typeface="Cambria Math" panose="02040503050406030204" pitchFamily="18" charset="0"/>
                        <a:ea typeface="楷体" panose="02010609060101010101" pitchFamily="49" charset="-122"/>
                      </a:rPr>
                      <m:t>1</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𝑖</m:t>
                    </m:r>
                    <m:f>
                      <m:fPr>
                        <m:ctrlPr>
                          <a:rPr lang="en-US" altLang="zh-CN" sz="3000" i="1">
                            <a:latin typeface="Cambria Math" panose="02040503050406030204" pitchFamily="18" charset="0"/>
                            <a:ea typeface="楷体" panose="02010609060101010101" pitchFamily="49" charset="-122"/>
                          </a:rPr>
                        </m:ctrlPr>
                      </m:fPr>
                      <m:num>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2</m:t>
                            </m:r>
                          </m:sup>
                        </m:sSup>
                        <m:r>
                          <a:rPr lang="en-US" altLang="zh-CN" sz="3000" b="0" i="1" smtClean="0">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2</m:t>
                            </m:r>
                          </m:sup>
                        </m:sSup>
                      </m:num>
                      <m:den>
                        <m:r>
                          <a:rPr lang="en-US" altLang="zh-CN" sz="3000" i="1">
                            <a:latin typeface="Cambria Math" panose="02040503050406030204" pitchFamily="18" charset="0"/>
                            <a:ea typeface="楷体" panose="02010609060101010101" pitchFamily="49" charset="-122"/>
                          </a:rPr>
                          <m:t>2</m:t>
                        </m:r>
                      </m:den>
                    </m:f>
                    <m:r>
                      <a:rPr lang="en-US" altLang="zh-CN" sz="3000" b="0" i="1" smtClean="0">
                        <a:latin typeface="Cambria Math" panose="02040503050406030204" pitchFamily="18" charset="0"/>
                        <a:ea typeface="楷体" panose="02010609060101010101" pitchFamily="49" charset="-122"/>
                      </a:rPr>
                      <m:t>𝑐𝑜𝑠</m:t>
                    </m:r>
                    <m:r>
                      <a:rPr lang="en-US" altLang="zh-CN" sz="3000" b="0" i="1" smtClean="0">
                        <a:latin typeface="Cambria Math" panose="02040503050406030204" pitchFamily="18" charset="0"/>
                        <a:ea typeface="楷体" panose="02010609060101010101" pitchFamily="49" charset="-122"/>
                      </a:rPr>
                      <m:t>1</m:t>
                    </m:r>
                  </m:oMath>
                </a14:m>
                <a:r>
                  <a:rPr lang="en-US" altLang="zh-CN" sz="3000" dirty="0">
                    <a:latin typeface="楷体" panose="02010609060101010101" pitchFamily="49" charset="-122"/>
                    <a:ea typeface="楷体" panose="02010609060101010101" pitchFamily="49" charset="-122"/>
                  </a:rPr>
                  <a:t> </a:t>
                </a:r>
                <a:endParaRPr lang="en-US" altLang="zh-CN" sz="3000" dirty="0">
                  <a:latin typeface="楷体" panose="02010609060101010101" pitchFamily="49" charset="-122"/>
                  <a:ea typeface="楷体" panose="02010609060101010101" pitchFamily="49" charset="-122"/>
                </a:endParaRPr>
              </a:p>
            </p:txBody>
          </p:sp>
        </mc:Choice>
        <mc:Fallback>
          <p:sp>
            <p:nvSpPr>
              <p:cNvPr id="13" name="标题 1"/>
              <p:cNvSpPr txBox="1">
                <a:spLocks noRot="1" noChangeAspect="1" noMove="1" noResize="1" noEditPoints="1" noAdjustHandles="1" noChangeArrowheads="1" noChangeShapeType="1" noTextEdit="1"/>
              </p:cNvSpPr>
              <p:nvPr/>
            </p:nvSpPr>
            <p:spPr>
              <a:xfrm>
                <a:off x="2738773" y="5015906"/>
                <a:ext cx="5622237" cy="668109"/>
              </a:xfrm>
              <a:prstGeom prst="rect">
                <a:avLst/>
              </a:prstGeom>
              <a:blipFill rotWithShape="1">
                <a:blip r:embed="rId7"/>
                <a:stretch>
                  <a:fillRect t="-28710" r="11" b="-28779"/>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9" grpId="0"/>
      <p:bldP spid="10" grpId="0"/>
      <p:bldP spid="11" grpId="0"/>
      <p:bldP spid="12" grpId="0"/>
      <p:bldP spid="1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1285" y="668164"/>
            <a:ext cx="3337175" cy="942975"/>
          </a:xfrm>
        </p:spPr>
        <p:txBody>
          <a:bodyPr>
            <a:normAutofit/>
          </a:bodyPr>
          <a:lstStyle/>
          <a:p>
            <a:r>
              <a:rPr lang="zh-CN" altLang="en-US" sz="3000" b="1" dirty="0">
                <a:latin typeface="楷体" panose="02010609060101010101" pitchFamily="49" charset="-122"/>
                <a:ea typeface="楷体" panose="02010609060101010101" pitchFamily="49" charset="-122"/>
              </a:rPr>
              <a:t>四、双曲函数</a:t>
            </a:r>
            <a:endParaRPr lang="zh-CN" altLang="en-US" sz="3000" b="1" dirty="0">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3" name="标题 1"/>
              <p:cNvSpPr txBox="1"/>
              <p:nvPr/>
            </p:nvSpPr>
            <p:spPr>
              <a:xfrm>
                <a:off x="241285" y="1139652"/>
                <a:ext cx="8184008" cy="457869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i="1" smtClean="0">
                        <a:solidFill>
                          <a:srgbClr val="FF0000"/>
                        </a:solidFill>
                        <a:latin typeface="Cambria Math" panose="02040503050406030204" pitchFamily="18" charset="0"/>
                        <a:ea typeface="楷体" panose="02010609060101010101" pitchFamily="49" charset="-122"/>
                      </a:rPr>
                      <m:t>𝐷𝑒𝑓</m:t>
                    </m:r>
                    <m:r>
                      <a:rPr lang="en-US" altLang="zh-CN" sz="3000" i="1" smtClean="0">
                        <a:solidFill>
                          <a:srgbClr val="FF0000"/>
                        </a:solidFill>
                        <a:latin typeface="Cambria Math" panose="02040503050406030204" pitchFamily="18" charset="0"/>
                        <a:ea typeface="楷体" panose="02010609060101010101" pitchFamily="49" charset="-122"/>
                      </a:rPr>
                      <m:t>:</m:t>
                    </m:r>
                    <m:r>
                      <a:rPr lang="zh-CN" altLang="en-US" sz="3000" i="1">
                        <a:solidFill>
                          <a:srgbClr val="FF0000"/>
                        </a:solidFill>
                        <a:latin typeface="Cambria Math" panose="02040503050406030204" pitchFamily="18" charset="0"/>
                        <a:ea typeface="楷体" panose="02010609060101010101" pitchFamily="49" charset="-122"/>
                      </a:rPr>
                      <m:t>双曲正弦</m:t>
                    </m:r>
                    <m:r>
                      <a:rPr lang="en-US" altLang="zh-CN" sz="3000" i="1">
                        <a:latin typeface="Cambria Math" panose="02040503050406030204" pitchFamily="18" charset="0"/>
                        <a:ea typeface="楷体" panose="02010609060101010101" pitchFamily="49" charset="-122"/>
                      </a:rPr>
                      <m:t>𝑠𝑖𝑛ℎ𝑧</m:t>
                    </m:r>
                    <m:r>
                      <a:rPr lang="en-US" altLang="zh-CN" sz="3000" i="1">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𝑧</m:t>
                            </m:r>
                          </m:sup>
                        </m:sSup>
                        <m:r>
                          <a:rPr lang="en-US" altLang="zh-CN" sz="3000" i="1">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𝑧</m:t>
                            </m:r>
                          </m:sup>
                        </m:sSup>
                      </m:num>
                      <m:den>
                        <m:r>
                          <a:rPr lang="en-US" altLang="zh-CN" sz="3000" i="1">
                            <a:latin typeface="Cambria Math" panose="02040503050406030204" pitchFamily="18" charset="0"/>
                            <a:ea typeface="楷体" panose="02010609060101010101" pitchFamily="49" charset="-122"/>
                          </a:rPr>
                          <m:t>2</m:t>
                        </m:r>
                      </m:den>
                    </m:f>
                  </m:oMath>
                </a14:m>
                <a:r>
                  <a:rPr lang="en-US" altLang="zh-CN" sz="3000" i="1" dirty="0">
                    <a:latin typeface="楷体" panose="02010609060101010101" pitchFamily="49" charset="-122"/>
                    <a:ea typeface="楷体" panose="02010609060101010101" pitchFamily="49" charset="-122"/>
                  </a:rPr>
                  <a:t>,</a:t>
                </a:r>
                <a:endParaRPr lang="en-US" altLang="zh-CN" sz="3000" i="1" dirty="0">
                  <a:latin typeface="楷体" panose="02010609060101010101" pitchFamily="49" charset="-122"/>
                  <a:ea typeface="楷体" panose="02010609060101010101" pitchFamily="49" charset="-122"/>
                </a:endParaRPr>
              </a:p>
              <a:p>
                <a:pPr>
                  <a:lnSpc>
                    <a:spcPct val="150000"/>
                  </a:lnSpc>
                </a:pPr>
                <a:r>
                  <a:rPr lang="en-US" altLang="zh-CN" sz="3000" i="1" dirty="0">
                    <a:solidFill>
                      <a:srgbClr val="FF0000"/>
                    </a:solidFill>
                    <a:latin typeface="楷体" panose="02010609060101010101" pitchFamily="49" charset="-122"/>
                    <a:ea typeface="楷体" panose="02010609060101010101" pitchFamily="49" charset="-122"/>
                  </a:rPr>
                  <a:t>    </a:t>
                </a:r>
                <a:r>
                  <a:rPr lang="zh-CN" altLang="en-US" sz="3000" dirty="0">
                    <a:solidFill>
                      <a:srgbClr val="FF0000"/>
                    </a:solidFill>
                    <a:latin typeface="楷体" panose="02010609060101010101" pitchFamily="49" charset="-122"/>
                    <a:ea typeface="楷体" panose="02010609060101010101" pitchFamily="49" charset="-122"/>
                  </a:rPr>
                  <a:t>双曲余弦</a:t>
                </a:r>
                <a:r>
                  <a:rPr lang="en-US" altLang="zh-CN" sz="3000" dirty="0">
                    <a:solidFill>
                      <a:srgbClr val="FF0000"/>
                    </a:solidFill>
                    <a:ea typeface="楷体" panose="02010609060101010101" pitchFamily="49" charset="-122"/>
                  </a:rPr>
                  <a:t> </a:t>
                </a:r>
                <a14:m>
                  <m:oMath xmlns:m="http://schemas.openxmlformats.org/officeDocument/2006/math">
                    <m:r>
                      <a:rPr lang="en-US" altLang="zh-CN" sz="3000" i="1">
                        <a:latin typeface="Cambria Math" panose="02040503050406030204" pitchFamily="18" charset="0"/>
                        <a:ea typeface="楷体" panose="02010609060101010101" pitchFamily="49" charset="-122"/>
                      </a:rPr>
                      <m:t>𝑐𝑜𝑠ℎ𝑧</m:t>
                    </m:r>
                    <m:r>
                      <a:rPr lang="en-US" altLang="zh-CN" sz="3000" i="1">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𝑧</m:t>
                            </m:r>
                          </m:sup>
                        </m:sSup>
                        <m:r>
                          <a:rPr lang="en-US" altLang="zh-CN" sz="3000" i="1">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𝑧</m:t>
                            </m:r>
                          </m:sup>
                        </m:sSup>
                      </m:num>
                      <m:den>
                        <m:r>
                          <a:rPr lang="en-US" altLang="zh-CN" sz="3000" i="1">
                            <a:latin typeface="Cambria Math" panose="02040503050406030204" pitchFamily="18" charset="0"/>
                            <a:ea typeface="楷体" panose="02010609060101010101" pitchFamily="49" charset="-122"/>
                          </a:rPr>
                          <m:t>2</m:t>
                        </m:r>
                      </m:den>
                    </m:f>
                  </m:oMath>
                </a14:m>
                <a:endParaRPr lang="en-US" altLang="zh-CN" sz="3000" i="1" dirty="0">
                  <a:latin typeface="楷体" panose="02010609060101010101" pitchFamily="49" charset="-122"/>
                  <a:ea typeface="楷体" panose="02010609060101010101" pitchFamily="49" charset="-122"/>
                </a:endParaRPr>
              </a:p>
              <a:p>
                <a:pPr>
                  <a:lnSpc>
                    <a:spcPct val="150000"/>
                  </a:lnSpc>
                </a:pPr>
                <a14:m>
                  <m:oMath xmlns:m="http://schemas.openxmlformats.org/officeDocument/2006/math">
                    <m:r>
                      <a:rPr lang="en-US" altLang="zh-CN" sz="3000" i="1">
                        <a:solidFill>
                          <a:srgbClr val="FF0000"/>
                        </a:solidFill>
                        <a:latin typeface="Cambria Math" panose="02040503050406030204" pitchFamily="18" charset="0"/>
                        <a:ea typeface="楷体" panose="02010609060101010101" pitchFamily="49" charset="-122"/>
                      </a:rPr>
                      <m:t>         </m:t>
                    </m:r>
                    <m:r>
                      <a:rPr lang="zh-CN" altLang="en-US" sz="3000" i="1">
                        <a:solidFill>
                          <a:srgbClr val="FF0000"/>
                        </a:solidFill>
                        <a:latin typeface="Cambria Math" panose="02040503050406030204" pitchFamily="18" charset="0"/>
                        <a:ea typeface="楷体" panose="02010609060101010101" pitchFamily="49" charset="-122"/>
                      </a:rPr>
                      <m:t>双曲正切</m:t>
                    </m:r>
                    <m:r>
                      <a:rPr lang="en-US" altLang="zh-CN" sz="3000" i="1">
                        <a:latin typeface="Cambria Math" panose="02040503050406030204" pitchFamily="18" charset="0"/>
                        <a:ea typeface="楷体" panose="02010609060101010101" pitchFamily="49" charset="-122"/>
                      </a:rPr>
                      <m:t>𝑡𝑎𝑛ℎ𝑧</m:t>
                    </m:r>
                    <m:r>
                      <a:rPr lang="en-US" altLang="zh-CN" sz="3000" i="1">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𝑠𝑖𝑛ℎ𝑧</m:t>
                        </m:r>
                      </m:num>
                      <m:den>
                        <m:r>
                          <a:rPr lang="en-US" altLang="zh-CN" sz="3000" i="1">
                            <a:latin typeface="Cambria Math" panose="02040503050406030204" pitchFamily="18" charset="0"/>
                            <a:ea typeface="楷体" panose="02010609060101010101" pitchFamily="49" charset="-122"/>
                          </a:rPr>
                          <m:t>𝑐𝑜𝑠ℎ𝑧</m:t>
                        </m:r>
                      </m:den>
                    </m:f>
                  </m:oMath>
                </a14:m>
                <a:r>
                  <a:rPr lang="en-US" altLang="zh-CN" sz="3000" i="1" dirty="0">
                    <a:latin typeface="楷体" panose="02010609060101010101" pitchFamily="49" charset="-122"/>
                    <a:ea typeface="楷体" panose="02010609060101010101" pitchFamily="49" charset="-122"/>
                  </a:rPr>
                  <a:t>,</a:t>
                </a:r>
                <a:endParaRPr lang="en-US" altLang="zh-CN" sz="3000" i="1" dirty="0">
                  <a:solidFill>
                    <a:srgbClr val="FF0000"/>
                  </a:solidFill>
                  <a:latin typeface="Cambria Math" panose="02040503050406030204" pitchFamily="18" charset="0"/>
                  <a:ea typeface="楷体" panose="02010609060101010101" pitchFamily="49" charset="-122"/>
                </a:endParaRPr>
              </a:p>
              <a:p>
                <a:pPr>
                  <a:lnSpc>
                    <a:spcPct val="150000"/>
                  </a:lnSpc>
                </a:pPr>
                <a14:m>
                  <m:oMath xmlns:m="http://schemas.openxmlformats.org/officeDocument/2006/math">
                    <m:r>
                      <a:rPr lang="en-US" altLang="zh-CN" sz="3000" b="0" i="1" smtClean="0">
                        <a:solidFill>
                          <a:srgbClr val="FF0000"/>
                        </a:solidFill>
                        <a:latin typeface="Cambria Math" panose="02040503050406030204" pitchFamily="18" charset="0"/>
                        <a:ea typeface="楷体" panose="02010609060101010101" pitchFamily="49" charset="-122"/>
                      </a:rPr>
                      <m:t>         </m:t>
                    </m:r>
                    <m:r>
                      <a:rPr lang="zh-CN" altLang="en-US" sz="3000" i="1">
                        <a:solidFill>
                          <a:srgbClr val="FF0000"/>
                        </a:solidFill>
                        <a:latin typeface="Cambria Math" panose="02040503050406030204" pitchFamily="18" charset="0"/>
                        <a:ea typeface="楷体" panose="02010609060101010101" pitchFamily="49" charset="-122"/>
                      </a:rPr>
                      <m:t>双曲余切</m:t>
                    </m:r>
                    <m:r>
                      <a:rPr lang="en-US" altLang="zh-CN" sz="3000" i="1">
                        <a:latin typeface="Cambria Math" panose="02040503050406030204" pitchFamily="18" charset="0"/>
                        <a:ea typeface="楷体" panose="02010609060101010101" pitchFamily="49" charset="-122"/>
                      </a:rPr>
                      <m:t>𝑐𝑜𝑡ℎ𝑧</m:t>
                    </m:r>
                    <m:r>
                      <a:rPr lang="en-US" altLang="zh-CN" sz="3000" i="1">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𝑐𝑜𝑠ℎ𝑧</m:t>
                        </m:r>
                      </m:num>
                      <m:den>
                        <m:r>
                          <a:rPr lang="en-US" altLang="zh-CN" sz="3000" i="1">
                            <a:latin typeface="Cambria Math" panose="02040503050406030204" pitchFamily="18" charset="0"/>
                            <a:ea typeface="楷体" panose="02010609060101010101" pitchFamily="49" charset="-122"/>
                          </a:rPr>
                          <m:t>𝑠𝑖𝑛ℎ𝑧</m:t>
                        </m:r>
                      </m:den>
                    </m:f>
                  </m:oMath>
                </a14:m>
                <a:r>
                  <a:rPr lang="en-US" altLang="zh-CN" sz="3000" i="1" dirty="0">
                    <a:latin typeface="楷体" panose="02010609060101010101" pitchFamily="49" charset="-122"/>
                    <a:ea typeface="楷体" panose="02010609060101010101" pitchFamily="49" charset="-122"/>
                  </a:rPr>
                  <a:t> </a:t>
                </a:r>
                <a:endParaRPr lang="en-US" altLang="zh-CN" sz="3000" i="1" dirty="0">
                  <a:latin typeface="楷体" panose="02010609060101010101" pitchFamily="49" charset="-122"/>
                  <a:ea typeface="楷体" panose="02010609060101010101" pitchFamily="49" charset="-122"/>
                </a:endParaRPr>
              </a:p>
            </p:txBody>
          </p:sp>
        </mc:Choice>
        <mc:Fallback>
          <p:sp>
            <p:nvSpPr>
              <p:cNvPr id="3" name="标题 1"/>
              <p:cNvSpPr txBox="1">
                <a:spLocks noRot="1" noChangeAspect="1" noMove="1" noResize="1" noEditPoints="1" noAdjustHandles="1" noChangeArrowheads="1" noChangeShapeType="1" noTextEdit="1"/>
              </p:cNvSpPr>
              <p:nvPr/>
            </p:nvSpPr>
            <p:spPr>
              <a:xfrm>
                <a:off x="241285" y="1139652"/>
                <a:ext cx="8184008" cy="4578696"/>
              </a:xfrm>
              <a:prstGeom prst="rect">
                <a:avLst/>
              </a:prstGeom>
              <a:blipFill rotWithShape="1">
                <a:blip r:embed="rId1"/>
                <a:stretch>
                  <a:fillRect l="-8" t="-10" r="1" b="4"/>
                </a:stretch>
              </a:blipFill>
            </p:spPr>
            <p:txBody>
              <a:bodyPr/>
              <a:lstStyle/>
              <a:p>
                <a:r>
                  <a:rPr lang="zh-CN" altLang="en-US">
                    <a:noFill/>
                  </a:rPr>
                  <a:t> </a:t>
                </a:r>
              </a:p>
            </p:txBody>
          </p:sp>
        </mc:Fallback>
      </mc:AlternateContent>
      <p:sp>
        <p:nvSpPr>
          <p:cNvPr id="4"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2.3 </a:t>
            </a:r>
            <a:r>
              <a:rPr lang="zh-CN" altLang="en-US" sz="1800" b="1" dirty="0">
                <a:latin typeface="楷体" panose="02010609060101010101" pitchFamily="49" charset="-122"/>
                <a:ea typeface="楷体" panose="02010609060101010101" pitchFamily="49" charset="-122"/>
              </a:rPr>
              <a:t>初等函数</a:t>
            </a:r>
            <a:endParaRPr lang="zh-CN" altLang="en-US" sz="1800" b="1" dirty="0">
              <a:latin typeface="楷体" panose="02010609060101010101" pitchFamily="49" charset="-122"/>
              <a:ea typeface="楷体" panose="02010609060101010101" pitchFamily="49" charset="-122"/>
            </a:endParaRPr>
          </a:p>
        </p:txBody>
      </p:sp>
      <p:cxnSp>
        <p:nvCxnSpPr>
          <p:cNvPr id="6" name="直接连接符 5"/>
          <p:cNvCxnSpPr/>
          <p:nvPr/>
        </p:nvCxnSpPr>
        <p:spPr>
          <a:xfrm flipV="1">
            <a:off x="0" y="573451"/>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标题 1"/>
              <p:cNvSpPr>
                <a:spLocks noGrp="1"/>
              </p:cNvSpPr>
              <p:nvPr>
                <p:ph type="title"/>
              </p:nvPr>
            </p:nvSpPr>
            <p:spPr>
              <a:xfrm>
                <a:off x="425980" y="1609187"/>
                <a:ext cx="7225624" cy="676109"/>
              </a:xfrm>
            </p:spPr>
            <p:txBody>
              <a:bodyPr>
                <a:normAutofit/>
              </a:bodyPr>
              <a:lstStyle/>
              <a:p>
                <a:r>
                  <a:rPr lang="zh-CN" altLang="en-US" sz="3000" dirty="0">
                    <a:latin typeface="楷体" panose="02010609060101010101" pitchFamily="49" charset="-122"/>
                    <a:ea typeface="楷体" panose="02010609060101010101" pitchFamily="49" charset="-122"/>
                  </a:rPr>
                  <a:t>由</a:t>
                </a:r>
                <a14:m>
                  <m:oMath xmlns:m="http://schemas.openxmlformats.org/officeDocument/2006/math">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𝑥</m:t>
                        </m:r>
                      </m:e>
                      <m:sup>
                        <m:r>
                          <a:rPr lang="en-US" altLang="zh-CN" sz="3000" i="1">
                            <a:latin typeface="Cambria Math" panose="02040503050406030204" pitchFamily="18" charset="0"/>
                            <a:ea typeface="楷体" panose="02010609060101010101" pitchFamily="49" charset="-122"/>
                          </a:rPr>
                          <m:t>𝑎</m:t>
                        </m:r>
                      </m:sup>
                    </m:sSup>
                    <m:r>
                      <a:rPr lang="en-US" altLang="zh-CN" sz="3000" i="1">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𝑎𝑙𝑛𝑥</m:t>
                        </m:r>
                      </m:sup>
                    </m:sSup>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𝑥</m:t>
                    </m:r>
                    <m:r>
                      <a:rPr lang="en-US" altLang="zh-CN" sz="3000" i="1">
                        <a:latin typeface="Cambria Math" panose="02040503050406030204" pitchFamily="18" charset="0"/>
                        <a:ea typeface="楷体" panose="02010609060101010101" pitchFamily="49" charset="-122"/>
                      </a:rPr>
                      <m:t>&gt;</m:t>
                    </m:r>
                    <m:r>
                      <a:rPr lang="en-US" altLang="zh-CN" sz="3000" i="1">
                        <a:latin typeface="Cambria Math" panose="02040503050406030204" pitchFamily="18" charset="0"/>
                        <a:ea typeface="楷体" panose="02010609060101010101" pitchFamily="49" charset="-122"/>
                      </a:rPr>
                      <m:t>0</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𝑎</m:t>
                    </m:r>
                  </m:oMath>
                </a14:m>
                <a:r>
                  <a:rPr lang="zh-CN" altLang="en-US" sz="3000" dirty="0">
                    <a:latin typeface="楷体" panose="02010609060101010101" pitchFamily="49" charset="-122"/>
                    <a:ea typeface="楷体" panose="02010609060101010101" pitchFamily="49" charset="-122"/>
                  </a:rPr>
                  <a:t>为实数</a:t>
                </a:r>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有：</a:t>
                </a:r>
                <a:endParaRPr lang="zh-CN" altLang="en-US" sz="3000" dirty="0">
                  <a:latin typeface="楷体" panose="02010609060101010101" pitchFamily="49" charset="-122"/>
                  <a:ea typeface="楷体" panose="02010609060101010101" pitchFamily="49" charset="-122"/>
                </a:endParaRPr>
              </a:p>
            </p:txBody>
          </p:sp>
        </mc:Choice>
        <mc:Fallback>
          <p:sp>
            <p:nvSpPr>
              <p:cNvPr id="2" name="标题 1"/>
              <p:cNvSpPr>
                <a:spLocks noRot="1" noChangeAspect="1" noMove="1" noResize="1" noEditPoints="1" noAdjustHandles="1" noChangeArrowheads="1" noChangeShapeType="1" noTextEdit="1"/>
              </p:cNvSpPr>
              <p:nvPr>
                <p:ph type="title"/>
              </p:nvPr>
            </p:nvSpPr>
            <p:spPr>
              <a:xfrm>
                <a:off x="425980" y="1609187"/>
                <a:ext cx="7225624" cy="676109"/>
              </a:xfrm>
              <a:blipFill rotWithShape="1">
                <a:blip r:embed="rId1"/>
                <a:stretch>
                  <a:fillRect l="-7" t="-14" r="7" b="8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标题 1"/>
              <p:cNvSpPr txBox="1"/>
              <p:nvPr/>
            </p:nvSpPr>
            <p:spPr>
              <a:xfrm>
                <a:off x="498170" y="2624769"/>
                <a:ext cx="8184008" cy="162030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i="1">
                        <a:solidFill>
                          <a:srgbClr val="FF0000"/>
                        </a:solidFill>
                        <a:latin typeface="Cambria Math" panose="02040503050406030204" pitchFamily="18" charset="0"/>
                        <a:ea typeface="楷体" panose="02010609060101010101" pitchFamily="49" charset="-122"/>
                      </a:rPr>
                      <m:t>𝐷𝑒𝑓</m:t>
                    </m:r>
                    <m:r>
                      <a:rPr lang="en-US" altLang="zh-CN" sz="3000" i="1">
                        <a:solidFill>
                          <a:srgbClr val="FF0000"/>
                        </a:solidFill>
                        <a:latin typeface="Cambria Math" panose="02040503050406030204" pitchFamily="18" charset="0"/>
                        <a:ea typeface="楷体" panose="02010609060101010101" pitchFamily="49" charset="-122"/>
                      </a:rPr>
                      <m:t>:</m:t>
                    </m:r>
                    <m:r>
                      <a:rPr lang="zh-CN" altLang="en-US" sz="3000" i="1">
                        <a:latin typeface="Cambria Math" panose="02040503050406030204" pitchFamily="18" charset="0"/>
                        <a:ea typeface="楷体" panose="02010609060101010101" pitchFamily="49" charset="-122"/>
                      </a:rPr>
                      <m:t>设</m:t>
                    </m:r>
                    <m:r>
                      <a:rPr lang="en-US" altLang="zh-CN" sz="3000" i="1">
                        <a:latin typeface="Cambria Math" panose="02040503050406030204" pitchFamily="18" charset="0"/>
                        <a:ea typeface="楷体" panose="02010609060101010101" pitchFamily="49" charset="-122"/>
                      </a:rPr>
                      <m:t>𝑎</m:t>
                    </m:r>
                    <m:r>
                      <a:rPr lang="zh-CN" altLang="en-US" sz="3000" i="1">
                        <a:latin typeface="Cambria Math" panose="02040503050406030204" pitchFamily="18" charset="0"/>
                        <a:ea typeface="楷体" panose="02010609060101010101" pitchFamily="49" charset="-122"/>
                      </a:rPr>
                      <m:t>为复常数，定义</m:t>
                    </m:r>
                    <m:r>
                      <a:rPr lang="zh-CN" altLang="en-US" sz="3000" i="1" smtClean="0">
                        <a:solidFill>
                          <a:srgbClr val="FF0000"/>
                        </a:solidFill>
                        <a:latin typeface="Cambria Math" panose="02040503050406030204" pitchFamily="18" charset="0"/>
                        <a:ea typeface="楷体" panose="02010609060101010101" pitchFamily="49" charset="-122"/>
                      </a:rPr>
                      <m:t>𝜔</m:t>
                    </m:r>
                    <m:r>
                      <a:rPr lang="en-US" altLang="zh-CN" sz="3000" i="1">
                        <a:solidFill>
                          <a:srgbClr val="FF0000"/>
                        </a:solidFill>
                        <a:latin typeface="Cambria Math" panose="02040503050406030204" pitchFamily="18" charset="0"/>
                        <a:ea typeface="楷体" panose="02010609060101010101" pitchFamily="49" charset="-122"/>
                      </a:rPr>
                      <m:t>=</m:t>
                    </m:r>
                    <m:sSup>
                      <m:sSupPr>
                        <m:ctrlPr>
                          <a:rPr lang="en-US" altLang="zh-CN" sz="3000" i="1">
                            <a:solidFill>
                              <a:srgbClr val="FF0000"/>
                            </a:solidFill>
                            <a:latin typeface="Cambria Math" panose="02040503050406030204" pitchFamily="18" charset="0"/>
                            <a:ea typeface="楷体" panose="02010609060101010101" pitchFamily="49" charset="-122"/>
                          </a:rPr>
                        </m:ctrlPr>
                      </m:sSupPr>
                      <m:e>
                        <m:r>
                          <a:rPr lang="en-US" altLang="zh-CN" sz="3000" i="1">
                            <a:solidFill>
                              <a:srgbClr val="FF0000"/>
                            </a:solidFill>
                            <a:latin typeface="Cambria Math" panose="02040503050406030204" pitchFamily="18" charset="0"/>
                            <a:ea typeface="楷体" panose="02010609060101010101" pitchFamily="49" charset="-122"/>
                          </a:rPr>
                          <m:t>𝑧</m:t>
                        </m:r>
                      </m:e>
                      <m:sup>
                        <m:r>
                          <a:rPr lang="en-US" altLang="zh-CN" sz="3000" i="1">
                            <a:solidFill>
                              <a:srgbClr val="FF0000"/>
                            </a:solidFill>
                            <a:latin typeface="Cambria Math" panose="02040503050406030204" pitchFamily="18" charset="0"/>
                            <a:ea typeface="楷体" panose="02010609060101010101" pitchFamily="49" charset="-122"/>
                          </a:rPr>
                          <m:t>𝑎</m:t>
                        </m:r>
                      </m:sup>
                    </m:sSup>
                    <m:r>
                      <a:rPr lang="en-US" altLang="zh-CN" sz="3000" i="1">
                        <a:solidFill>
                          <a:srgbClr val="FF0000"/>
                        </a:solidFill>
                        <a:latin typeface="Cambria Math" panose="02040503050406030204" pitchFamily="18" charset="0"/>
                        <a:ea typeface="楷体" panose="02010609060101010101" pitchFamily="49" charset="-122"/>
                      </a:rPr>
                      <m:t>=</m:t>
                    </m:r>
                    <m:sSup>
                      <m:sSupPr>
                        <m:ctrlPr>
                          <a:rPr lang="en-US" altLang="zh-CN" sz="3000" i="1">
                            <a:solidFill>
                              <a:srgbClr val="FF0000"/>
                            </a:solidFill>
                            <a:latin typeface="Cambria Math" panose="02040503050406030204" pitchFamily="18" charset="0"/>
                            <a:ea typeface="楷体" panose="02010609060101010101" pitchFamily="49" charset="-122"/>
                          </a:rPr>
                        </m:ctrlPr>
                      </m:sSupPr>
                      <m:e>
                        <m:r>
                          <a:rPr lang="en-US" altLang="zh-CN" sz="3000" i="1">
                            <a:solidFill>
                              <a:srgbClr val="FF0000"/>
                            </a:solidFill>
                            <a:latin typeface="Cambria Math" panose="02040503050406030204" pitchFamily="18" charset="0"/>
                            <a:ea typeface="楷体" panose="02010609060101010101" pitchFamily="49" charset="-122"/>
                          </a:rPr>
                          <m:t>𝑒</m:t>
                        </m:r>
                      </m:e>
                      <m:sup>
                        <m:r>
                          <a:rPr lang="en-US" altLang="zh-CN" sz="3000" i="1">
                            <a:solidFill>
                              <a:srgbClr val="FF0000"/>
                            </a:solidFill>
                            <a:latin typeface="Cambria Math" panose="02040503050406030204" pitchFamily="18" charset="0"/>
                            <a:ea typeface="楷体" panose="02010609060101010101" pitchFamily="49" charset="-122"/>
                          </a:rPr>
                          <m:t>𝑎𝐿𝑛𝑧</m:t>
                        </m:r>
                      </m:sup>
                    </m:sSup>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𝑧</m:t>
                    </m:r>
                    <m:r>
                      <a:rPr lang="en-US" altLang="zh-CN" sz="3000" i="1">
                        <a:latin typeface="Cambria Math" panose="02040503050406030204" pitchFamily="18" charset="0"/>
                        <a:ea typeface="Cambria Math" panose="02040503050406030204" pitchFamily="18" charset="0"/>
                      </a:rPr>
                      <m:t>≠</m:t>
                    </m:r>
                    <m:r>
                      <a:rPr lang="en-US" altLang="zh-CN" sz="3000" i="1">
                        <a:latin typeface="Cambria Math" panose="02040503050406030204" pitchFamily="18" charset="0"/>
                        <a:ea typeface="Cambria Math" panose="02040503050406030204" pitchFamily="18" charset="0"/>
                      </a:rPr>
                      <m:t>0</m:t>
                    </m:r>
                  </m:oMath>
                </a14:m>
                <a:r>
                  <a:rPr lang="en-US" altLang="zh-CN" sz="3000" i="1"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称为</a:t>
                </a:r>
                <a14:m>
                  <m:oMath xmlns:m="http://schemas.openxmlformats.org/officeDocument/2006/math">
                    <m:r>
                      <a:rPr lang="en-US" altLang="zh-CN" sz="3000" i="1">
                        <a:latin typeface="Cambria Math" panose="02040503050406030204" pitchFamily="18" charset="0"/>
                        <a:ea typeface="楷体" panose="02010609060101010101" pitchFamily="49" charset="-122"/>
                      </a:rPr>
                      <m:t>𝑧</m:t>
                    </m:r>
                  </m:oMath>
                </a14:m>
                <a:r>
                  <a:rPr lang="zh-CN" altLang="en-US" sz="3000" dirty="0">
                    <a:latin typeface="楷体" panose="02010609060101010101" pitchFamily="49" charset="-122"/>
                    <a:ea typeface="楷体" panose="02010609060101010101" pitchFamily="49" charset="-122"/>
                  </a:rPr>
                  <a:t>的</a:t>
                </a:r>
                <a:r>
                  <a:rPr lang="zh-CN" altLang="en-US" sz="3000" dirty="0">
                    <a:solidFill>
                      <a:srgbClr val="FF0000"/>
                    </a:solidFill>
                    <a:latin typeface="楷体" panose="02010609060101010101" pitchFamily="49" charset="-122"/>
                    <a:ea typeface="楷体" panose="02010609060101010101" pitchFamily="49" charset="-122"/>
                  </a:rPr>
                  <a:t>幂函数</a:t>
                </a:r>
                <a:r>
                  <a:rPr lang="zh-CN" altLang="en-US" sz="3000" dirty="0">
                    <a:latin typeface="楷体" panose="02010609060101010101" pitchFamily="49" charset="-122"/>
                    <a:ea typeface="楷体" panose="02010609060101010101" pitchFamily="49" charset="-122"/>
                  </a:rPr>
                  <a:t>。当对数</a:t>
                </a:r>
                <a14:m>
                  <m:oMath xmlns:m="http://schemas.openxmlformats.org/officeDocument/2006/math">
                    <m:r>
                      <a:rPr lang="en-US" altLang="zh-CN" sz="3000" i="1">
                        <a:latin typeface="Cambria Math" panose="02040503050406030204" pitchFamily="18" charset="0"/>
                        <a:ea typeface="楷体" panose="02010609060101010101" pitchFamily="49" charset="-122"/>
                      </a:rPr>
                      <m:t>𝐿𝑛𝑧</m:t>
                    </m:r>
                  </m:oMath>
                </a14:m>
                <a:r>
                  <a:rPr lang="zh-CN" altLang="en-US" sz="3000" dirty="0">
                    <a:latin typeface="楷体" panose="02010609060101010101" pitchFamily="49" charset="-122"/>
                    <a:ea typeface="楷体" panose="02010609060101010101" pitchFamily="49" charset="-122"/>
                  </a:rPr>
                  <a:t>取主值</a:t>
                </a:r>
                <a14:m>
                  <m:oMath xmlns:m="http://schemas.openxmlformats.org/officeDocument/2006/math">
                    <m:r>
                      <a:rPr lang="en-US" altLang="zh-CN" sz="3000" i="1">
                        <a:latin typeface="Cambria Math" panose="02040503050406030204" pitchFamily="18" charset="0"/>
                        <a:ea typeface="楷体" panose="02010609060101010101" pitchFamily="49" charset="-122"/>
                      </a:rPr>
                      <m:t>𝑙𝑛𝑧</m:t>
                    </m:r>
                  </m:oMath>
                </a14:m>
                <a:r>
                  <a:rPr lang="zh-CN" altLang="en-US" sz="3000" dirty="0">
                    <a:latin typeface="楷体" panose="02010609060101010101" pitchFamily="49" charset="-122"/>
                    <a:ea typeface="楷体" panose="02010609060101010101" pitchFamily="49" charset="-122"/>
                  </a:rPr>
                  <a:t>时，</a:t>
                </a:r>
                <a:r>
                  <a:rPr lang="en-US" altLang="zh-CN" sz="3000" dirty="0">
                    <a:ea typeface="楷体" panose="02010609060101010101" pitchFamily="49" charset="-122"/>
                  </a:rPr>
                  <a:t> </a:t>
                </a:r>
                <a14:m>
                  <m:oMath xmlns:m="http://schemas.openxmlformats.org/officeDocument/2006/math">
                    <m:sSup>
                      <m:sSupPr>
                        <m:ctrlPr>
                          <a:rPr lang="en-US" altLang="zh-CN" sz="3000" i="1" smtClean="0">
                            <a:solidFill>
                              <a:srgbClr val="00B050"/>
                            </a:solidFill>
                            <a:latin typeface="Cambria Math" panose="02040503050406030204" pitchFamily="18" charset="0"/>
                            <a:ea typeface="楷体" panose="02010609060101010101" pitchFamily="49" charset="-122"/>
                          </a:rPr>
                        </m:ctrlPr>
                      </m:sSupPr>
                      <m:e>
                        <m:r>
                          <a:rPr lang="en-US" altLang="zh-CN" sz="3000" i="1">
                            <a:solidFill>
                              <a:srgbClr val="00B050"/>
                            </a:solidFill>
                            <a:latin typeface="Cambria Math" panose="02040503050406030204" pitchFamily="18" charset="0"/>
                            <a:ea typeface="楷体" panose="02010609060101010101" pitchFamily="49" charset="-122"/>
                          </a:rPr>
                          <m:t>𝑒</m:t>
                        </m:r>
                      </m:e>
                      <m:sup>
                        <m:r>
                          <a:rPr lang="en-US" altLang="zh-CN" sz="3000" i="1">
                            <a:solidFill>
                              <a:srgbClr val="00B050"/>
                            </a:solidFill>
                            <a:latin typeface="Cambria Math" panose="02040503050406030204" pitchFamily="18" charset="0"/>
                            <a:ea typeface="楷体" panose="02010609060101010101" pitchFamily="49" charset="-122"/>
                          </a:rPr>
                          <m:t>𝑎𝑙𝑛𝑧</m:t>
                        </m:r>
                      </m:sup>
                    </m:sSup>
                  </m:oMath>
                </a14:m>
                <a:r>
                  <a:rPr lang="zh-CN" altLang="en-US" sz="3000" dirty="0">
                    <a:latin typeface="楷体" panose="02010609060101010101" pitchFamily="49" charset="-122"/>
                    <a:ea typeface="楷体" panose="02010609060101010101" pitchFamily="49" charset="-122"/>
                  </a:rPr>
                  <a:t>称为幂函数的</a:t>
                </a:r>
                <a:r>
                  <a:rPr lang="zh-CN" altLang="en-US" sz="3000" dirty="0">
                    <a:solidFill>
                      <a:srgbClr val="00B050"/>
                    </a:solidFill>
                    <a:latin typeface="楷体" panose="02010609060101010101" pitchFamily="49" charset="-122"/>
                    <a:ea typeface="楷体" panose="02010609060101010101" pitchFamily="49" charset="-122"/>
                  </a:rPr>
                  <a:t>主值</a:t>
                </a:r>
                <a:r>
                  <a:rPr lang="zh-CN" altLang="en-US" sz="3000" dirty="0">
                    <a:latin typeface="楷体" panose="02010609060101010101" pitchFamily="49" charset="-122"/>
                    <a:ea typeface="楷体" panose="02010609060101010101" pitchFamily="49" charset="-122"/>
                  </a:rPr>
                  <a:t>。</a:t>
                </a:r>
                <a:endParaRPr lang="en-US" altLang="zh-CN" sz="3000" dirty="0">
                  <a:latin typeface="楷体" panose="02010609060101010101" pitchFamily="49" charset="-122"/>
                  <a:ea typeface="楷体" panose="02010609060101010101" pitchFamily="49" charset="-122"/>
                </a:endParaRPr>
              </a:p>
            </p:txBody>
          </p:sp>
        </mc:Choice>
        <mc:Fallback>
          <p:sp>
            <p:nvSpPr>
              <p:cNvPr id="3" name="标题 1"/>
              <p:cNvSpPr txBox="1">
                <a:spLocks noRot="1" noChangeAspect="1" noMove="1" noResize="1" noEditPoints="1" noAdjustHandles="1" noChangeArrowheads="1" noChangeShapeType="1" noTextEdit="1"/>
              </p:cNvSpPr>
              <p:nvPr/>
            </p:nvSpPr>
            <p:spPr>
              <a:xfrm>
                <a:off x="498170" y="2624769"/>
                <a:ext cx="8184008" cy="1620308"/>
              </a:xfrm>
              <a:prstGeom prst="rect">
                <a:avLst/>
              </a:prstGeom>
              <a:blipFill rotWithShape="1">
                <a:blip r:embed="rId2"/>
                <a:stretch>
                  <a:fillRect l="-4" t="-15656" r="6" b="-15670"/>
                </a:stretch>
              </a:blipFill>
            </p:spPr>
            <p:txBody>
              <a:bodyPr/>
              <a:lstStyle/>
              <a:p>
                <a:r>
                  <a:rPr lang="zh-CN" altLang="en-US">
                    <a:noFill/>
                  </a:rPr>
                  <a:t> </a:t>
                </a:r>
              </a:p>
            </p:txBody>
          </p:sp>
        </mc:Fallback>
      </mc:AlternateContent>
      <p:sp>
        <p:nvSpPr>
          <p:cNvPr id="6" name="标题 1"/>
          <p:cNvSpPr txBox="1"/>
          <p:nvPr/>
        </p:nvSpPr>
        <p:spPr>
          <a:xfrm>
            <a:off x="193664" y="666212"/>
            <a:ext cx="3337175" cy="942975"/>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000" b="1" dirty="0">
                <a:latin typeface="楷体" panose="02010609060101010101" pitchFamily="49" charset="-122"/>
                <a:ea typeface="楷体" panose="02010609060101010101" pitchFamily="49" charset="-122"/>
              </a:rPr>
              <a:t>五、幂函数</a:t>
            </a:r>
            <a:endParaRPr lang="zh-CN" altLang="en-US" sz="3000" b="1" dirty="0">
              <a:latin typeface="楷体" panose="02010609060101010101" pitchFamily="49" charset="-122"/>
              <a:ea typeface="楷体" panose="02010609060101010101" pitchFamily="49" charset="-122"/>
            </a:endParaRPr>
          </a:p>
        </p:txBody>
      </p:sp>
      <p:sp>
        <p:nvSpPr>
          <p:cNvPr id="8"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2.3 </a:t>
            </a:r>
            <a:r>
              <a:rPr lang="zh-CN" altLang="en-US" sz="1800" b="1" dirty="0">
                <a:latin typeface="楷体" panose="02010609060101010101" pitchFamily="49" charset="-122"/>
                <a:ea typeface="楷体" panose="02010609060101010101" pitchFamily="49" charset="-122"/>
              </a:rPr>
              <a:t>初等函数</a:t>
            </a:r>
            <a:endParaRPr lang="zh-CN" altLang="en-US" sz="1800" b="1" dirty="0">
              <a:latin typeface="楷体" panose="02010609060101010101" pitchFamily="49" charset="-122"/>
              <a:ea typeface="楷体" panose="02010609060101010101" pitchFamily="49" charset="-122"/>
            </a:endParaRPr>
          </a:p>
        </p:txBody>
      </p:sp>
      <p:cxnSp>
        <p:nvCxnSpPr>
          <p:cNvPr id="9" name="直接连接符 8"/>
          <p:cNvCxnSpPr/>
          <p:nvPr/>
        </p:nvCxnSpPr>
        <p:spPr>
          <a:xfrm flipV="1">
            <a:off x="0" y="573451"/>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标题 1"/>
              <p:cNvSpPr txBox="1"/>
              <p:nvPr/>
            </p:nvSpPr>
            <p:spPr>
              <a:xfrm>
                <a:off x="119730" y="576710"/>
                <a:ext cx="3235919" cy="556463"/>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solidFill>
                      <a:srgbClr val="FF0000"/>
                    </a:solidFill>
                    <a:ea typeface="楷体" panose="02010609060101010101" pitchFamily="49" charset="-122"/>
                  </a:rPr>
                  <a:t>当</a:t>
                </a:r>
                <a14:m>
                  <m:oMath xmlns:m="http://schemas.openxmlformats.org/officeDocument/2006/math">
                    <m:r>
                      <a:rPr lang="en-US" altLang="zh-CN" sz="3000" i="1">
                        <a:solidFill>
                          <a:srgbClr val="FF0000"/>
                        </a:solidFill>
                        <a:latin typeface="Cambria Math" panose="02040503050406030204" pitchFamily="18" charset="0"/>
                        <a:ea typeface="楷体" panose="02010609060101010101" pitchFamily="49" charset="-122"/>
                      </a:rPr>
                      <m:t>𝑎</m:t>
                    </m:r>
                    <m:r>
                      <a:rPr lang="en-US" altLang="zh-CN" sz="3000" i="1">
                        <a:solidFill>
                          <a:srgbClr val="FF0000"/>
                        </a:solidFill>
                        <a:latin typeface="Cambria Math" panose="02040503050406030204" pitchFamily="18" charset="0"/>
                        <a:ea typeface="楷体" panose="02010609060101010101" pitchFamily="49" charset="-122"/>
                      </a:rPr>
                      <m:t>=</m:t>
                    </m:r>
                    <m:r>
                      <a:rPr lang="en-US" altLang="zh-CN" sz="3000" i="1">
                        <a:solidFill>
                          <a:srgbClr val="FF0000"/>
                        </a:solidFill>
                        <a:latin typeface="Cambria Math" panose="02040503050406030204" pitchFamily="18" charset="0"/>
                        <a:ea typeface="楷体" panose="02010609060101010101" pitchFamily="49" charset="-122"/>
                      </a:rPr>
                      <m:t>𝑛</m:t>
                    </m:r>
                  </m:oMath>
                </a14:m>
                <a:r>
                  <a:rPr lang="zh-CN" altLang="en-US" sz="3000" dirty="0">
                    <a:solidFill>
                      <a:srgbClr val="FF0000"/>
                    </a:solidFill>
                    <a:latin typeface="楷体" panose="02010609060101010101" pitchFamily="49" charset="-122"/>
                    <a:ea typeface="楷体" panose="02010609060101010101" pitchFamily="49" charset="-122"/>
                  </a:rPr>
                  <a:t>整数时，</a:t>
                </a:r>
                <a:endParaRPr lang="en-US" altLang="zh-CN" sz="3000" dirty="0">
                  <a:latin typeface="楷体" panose="02010609060101010101" pitchFamily="49" charset="-122"/>
                  <a:ea typeface="楷体" panose="02010609060101010101" pitchFamily="49" charset="-122"/>
                </a:endParaRPr>
              </a:p>
            </p:txBody>
          </p:sp>
        </mc:Choice>
        <mc:Fallback>
          <p:sp>
            <p:nvSpPr>
              <p:cNvPr id="3" name="标题 1"/>
              <p:cNvSpPr txBox="1">
                <a:spLocks noRot="1" noChangeAspect="1" noMove="1" noResize="1" noEditPoints="1" noAdjustHandles="1" noChangeArrowheads="1" noChangeShapeType="1" noTextEdit="1"/>
              </p:cNvSpPr>
              <p:nvPr/>
            </p:nvSpPr>
            <p:spPr>
              <a:xfrm>
                <a:off x="119730" y="576710"/>
                <a:ext cx="3235919" cy="556463"/>
              </a:xfrm>
              <a:prstGeom prst="rect">
                <a:avLst/>
              </a:prstGeom>
              <a:blipFill rotWithShape="1">
                <a:blip r:embed="rId1"/>
                <a:stretch>
                  <a:fillRect l="-11" t="-11549" r="10" b="-1169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标题 1"/>
              <p:cNvSpPr txBox="1"/>
              <p:nvPr/>
            </p:nvSpPr>
            <p:spPr>
              <a:xfrm>
                <a:off x="145689" y="1977037"/>
                <a:ext cx="1933557" cy="94297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solidFill>
                      <a:srgbClr val="FF0000"/>
                    </a:solidFill>
                    <a:ea typeface="楷体" panose="02010609060101010101" pitchFamily="49" charset="-122"/>
                  </a:rPr>
                  <a:t>当</a:t>
                </a:r>
                <a14:m>
                  <m:oMath xmlns:m="http://schemas.openxmlformats.org/officeDocument/2006/math">
                    <m:r>
                      <a:rPr lang="en-US" altLang="zh-CN" sz="3000" i="1">
                        <a:solidFill>
                          <a:srgbClr val="FF0000"/>
                        </a:solidFill>
                        <a:latin typeface="Cambria Math" panose="02040503050406030204" pitchFamily="18" charset="0"/>
                        <a:ea typeface="楷体" panose="02010609060101010101" pitchFamily="49" charset="-122"/>
                      </a:rPr>
                      <m:t>𝑎</m:t>
                    </m:r>
                    <m:r>
                      <a:rPr lang="en-US" altLang="zh-CN" sz="3000" i="1">
                        <a:solidFill>
                          <a:srgbClr val="FF0000"/>
                        </a:solidFill>
                        <a:latin typeface="Cambria Math" panose="02040503050406030204" pitchFamily="18" charset="0"/>
                        <a:ea typeface="楷体" panose="02010609060101010101" pitchFamily="49" charset="-122"/>
                      </a:rPr>
                      <m:t>=</m:t>
                    </m:r>
                    <m:f>
                      <m:fPr>
                        <m:ctrlPr>
                          <a:rPr lang="en-US" altLang="zh-CN" sz="3000" i="1">
                            <a:solidFill>
                              <a:srgbClr val="FF0000"/>
                            </a:solidFill>
                            <a:latin typeface="Cambria Math" panose="02040503050406030204" pitchFamily="18" charset="0"/>
                            <a:ea typeface="楷体" panose="02010609060101010101" pitchFamily="49" charset="-122"/>
                          </a:rPr>
                        </m:ctrlPr>
                      </m:fPr>
                      <m:num>
                        <m:r>
                          <a:rPr lang="en-US" altLang="zh-CN" sz="3000" i="1">
                            <a:solidFill>
                              <a:srgbClr val="FF0000"/>
                            </a:solidFill>
                            <a:latin typeface="Cambria Math" panose="02040503050406030204" pitchFamily="18" charset="0"/>
                            <a:ea typeface="楷体" panose="02010609060101010101" pitchFamily="49" charset="-122"/>
                          </a:rPr>
                          <m:t>1</m:t>
                        </m:r>
                      </m:num>
                      <m:den>
                        <m:r>
                          <a:rPr lang="en-US" altLang="zh-CN" sz="3000" i="1">
                            <a:solidFill>
                              <a:srgbClr val="FF0000"/>
                            </a:solidFill>
                            <a:latin typeface="Cambria Math" panose="02040503050406030204" pitchFamily="18" charset="0"/>
                            <a:ea typeface="楷体" panose="02010609060101010101" pitchFamily="49" charset="-122"/>
                          </a:rPr>
                          <m:t>𝑛</m:t>
                        </m:r>
                      </m:den>
                    </m:f>
                  </m:oMath>
                </a14:m>
                <a:r>
                  <a:rPr lang="zh-CN" altLang="en-US" sz="3000" dirty="0">
                    <a:solidFill>
                      <a:srgbClr val="FF0000"/>
                    </a:solidFill>
                    <a:latin typeface="楷体" panose="02010609060101010101" pitchFamily="49" charset="-122"/>
                    <a:ea typeface="楷体" panose="02010609060101010101" pitchFamily="49" charset="-122"/>
                  </a:rPr>
                  <a:t>时，</a:t>
                </a:r>
                <a:endParaRPr lang="en-US" altLang="zh-CN" sz="3000" dirty="0">
                  <a:solidFill>
                    <a:srgbClr val="FF0000"/>
                  </a:solidFill>
                  <a:latin typeface="楷体" panose="02010609060101010101" pitchFamily="49" charset="-122"/>
                  <a:ea typeface="楷体" panose="02010609060101010101" pitchFamily="49" charset="-122"/>
                </a:endParaRPr>
              </a:p>
            </p:txBody>
          </p:sp>
        </mc:Choice>
        <mc:Fallback>
          <p:sp>
            <p:nvSpPr>
              <p:cNvPr id="4" name="标题 1"/>
              <p:cNvSpPr txBox="1">
                <a:spLocks noRot="1" noChangeAspect="1" noMove="1" noResize="1" noEditPoints="1" noAdjustHandles="1" noChangeArrowheads="1" noChangeShapeType="1" noTextEdit="1"/>
              </p:cNvSpPr>
              <p:nvPr/>
            </p:nvSpPr>
            <p:spPr>
              <a:xfrm>
                <a:off x="145689" y="1977037"/>
                <a:ext cx="1933557" cy="942976"/>
              </a:xfrm>
              <a:prstGeom prst="rect">
                <a:avLst/>
              </a:prstGeom>
              <a:blipFill rotWithShape="1">
                <a:blip r:embed="rId2"/>
                <a:stretch>
                  <a:fillRect l="-14" t="-1646" r="-7475" b="-165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标题 1"/>
              <p:cNvSpPr txBox="1"/>
              <p:nvPr/>
            </p:nvSpPr>
            <p:spPr>
              <a:xfrm>
                <a:off x="533869" y="1077030"/>
                <a:ext cx="3006441" cy="713834"/>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zh-CN" altLang="en-US" sz="3000" i="1">
                          <a:latin typeface="Cambria Math" panose="02040503050406030204" pitchFamily="18" charset="0"/>
                          <a:ea typeface="楷体" panose="02010609060101010101" pitchFamily="49" charset="-122"/>
                        </a:rPr>
                        <m:t>𝜔</m:t>
                      </m:r>
                      <m:r>
                        <a:rPr lang="en-US" altLang="zh-CN" sz="3000" i="1">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𝑧</m:t>
                          </m:r>
                        </m:e>
                        <m:sup>
                          <m:r>
                            <a:rPr lang="en-US" altLang="zh-CN" sz="3000" i="1">
                              <a:latin typeface="Cambria Math" panose="02040503050406030204" pitchFamily="18" charset="0"/>
                              <a:ea typeface="楷体" panose="02010609060101010101" pitchFamily="49" charset="-122"/>
                            </a:rPr>
                            <m:t>𝑛</m:t>
                          </m:r>
                        </m:sup>
                      </m:sSup>
                      <m:r>
                        <a:rPr lang="en-US" altLang="zh-CN" sz="3000" i="1">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𝑛𝐿𝑛𝑧</m:t>
                          </m:r>
                        </m:sup>
                      </m:sSup>
                    </m:oMath>
                  </m:oMathPara>
                </a14:m>
                <a:endParaRPr lang="en-US" altLang="zh-CN" sz="3000" dirty="0">
                  <a:latin typeface="楷体" panose="02010609060101010101" pitchFamily="49" charset="-122"/>
                  <a:ea typeface="楷体" panose="02010609060101010101" pitchFamily="49" charset="-122"/>
                </a:endParaRPr>
              </a:p>
            </p:txBody>
          </p:sp>
        </mc:Choice>
        <mc:Fallback>
          <p:sp>
            <p:nvSpPr>
              <p:cNvPr id="6" name="标题 1"/>
              <p:cNvSpPr txBox="1">
                <a:spLocks noRot="1" noChangeAspect="1" noMove="1" noResize="1" noEditPoints="1" noAdjustHandles="1" noChangeArrowheads="1" noChangeShapeType="1" noTextEdit="1"/>
              </p:cNvSpPr>
              <p:nvPr/>
            </p:nvSpPr>
            <p:spPr>
              <a:xfrm>
                <a:off x="533869" y="1077030"/>
                <a:ext cx="3006441" cy="713834"/>
              </a:xfrm>
              <a:prstGeom prst="rect">
                <a:avLst/>
              </a:prstGeom>
              <a:blipFill rotWithShape="1">
                <a:blip r:embed="rId3"/>
                <a:stretch>
                  <a:fillRect l="-16" t="-10" r="6" b="-6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标题 1"/>
              <p:cNvSpPr txBox="1"/>
              <p:nvPr/>
            </p:nvSpPr>
            <p:spPr>
              <a:xfrm>
                <a:off x="3314113" y="1029251"/>
                <a:ext cx="2817790" cy="788793"/>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i="1">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𝑛</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𝑙𝑛</m:t>
                          </m:r>
                          <m:d>
                            <m:dPr>
                              <m:begChr m:val="|"/>
                              <m:endChr m:val="|"/>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𝑧</m:t>
                              </m:r>
                            </m:e>
                          </m:d>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𝑖</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𝑎𝑟𝑔𝑧</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2</m:t>
                          </m:r>
                          <m:r>
                            <a:rPr lang="en-US" altLang="zh-CN" sz="3000" i="1">
                              <a:latin typeface="Cambria Math" panose="02040503050406030204" pitchFamily="18" charset="0"/>
                              <a:ea typeface="楷体" panose="02010609060101010101" pitchFamily="49" charset="-122"/>
                            </a:rPr>
                            <m:t>𝑘</m:t>
                          </m:r>
                          <m:r>
                            <a:rPr lang="zh-CN" altLang="en-US" sz="3000" i="1">
                              <a:latin typeface="Cambria Math" panose="02040503050406030204" pitchFamily="18" charset="0"/>
                              <a:ea typeface="楷体" panose="02010609060101010101" pitchFamily="49" charset="-122"/>
                            </a:rPr>
                            <m:t>𝜋</m:t>
                          </m:r>
                          <m:r>
                            <a:rPr lang="en-US" altLang="zh-CN" sz="3000" i="1">
                              <a:latin typeface="Cambria Math" panose="02040503050406030204" pitchFamily="18" charset="0"/>
                              <a:ea typeface="楷体" panose="02010609060101010101" pitchFamily="49" charset="-122"/>
                            </a:rPr>
                            <m:t>))</m:t>
                          </m:r>
                        </m:sup>
                      </m:sSup>
                    </m:oMath>
                  </m:oMathPara>
                </a14:m>
                <a:endParaRPr lang="en-US" altLang="zh-CN" sz="3000" dirty="0">
                  <a:latin typeface="楷体" panose="02010609060101010101" pitchFamily="49" charset="-122"/>
                  <a:ea typeface="楷体" panose="02010609060101010101" pitchFamily="49" charset="-122"/>
                </a:endParaRPr>
              </a:p>
            </p:txBody>
          </p:sp>
        </mc:Choice>
        <mc:Fallback>
          <p:sp>
            <p:nvSpPr>
              <p:cNvPr id="7" name="标题 1"/>
              <p:cNvSpPr txBox="1">
                <a:spLocks noRot="1" noChangeAspect="1" noMove="1" noResize="1" noEditPoints="1" noAdjustHandles="1" noChangeArrowheads="1" noChangeShapeType="1" noTextEdit="1"/>
              </p:cNvSpPr>
              <p:nvPr/>
            </p:nvSpPr>
            <p:spPr>
              <a:xfrm>
                <a:off x="3314113" y="1029251"/>
                <a:ext cx="2817790" cy="788793"/>
              </a:xfrm>
              <a:prstGeom prst="rect">
                <a:avLst/>
              </a:prstGeom>
              <a:blipFill rotWithShape="1">
                <a:blip r:embed="rId4"/>
                <a:stretch>
                  <a:fillRect l="-2" t="-70" r="-24529" b="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标题 1"/>
              <p:cNvSpPr txBox="1"/>
              <p:nvPr/>
            </p:nvSpPr>
            <p:spPr>
              <a:xfrm>
                <a:off x="1778749" y="1657521"/>
                <a:ext cx="4261579" cy="713834"/>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i="1">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𝑛𝑙𝑛</m:t>
                          </m:r>
                          <m:d>
                            <m:dPr>
                              <m:begChr m:val="|"/>
                              <m:endChr m:val="|"/>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𝑧</m:t>
                              </m:r>
                            </m:e>
                          </m:d>
                        </m:sup>
                      </m:sSup>
                      <m:r>
                        <a:rPr lang="en-US" altLang="zh-CN" sz="3000" i="1">
                          <a:latin typeface="Cambria Math" panose="02040503050406030204" pitchFamily="18" charset="0"/>
                          <a:ea typeface="Cambria Math" panose="02040503050406030204" pitchFamily="18" charset="0"/>
                        </a:rPr>
                        <m:t>∙</m:t>
                      </m:r>
                      <m:sSup>
                        <m:sSupPr>
                          <m:ctrlPr>
                            <a:rPr lang="en-US" altLang="zh-CN" sz="3000" i="1">
                              <a:latin typeface="Cambria Math" panose="02040503050406030204" pitchFamily="18" charset="0"/>
                              <a:ea typeface="Cambria Math" panose="02040503050406030204" pitchFamily="18" charset="0"/>
                            </a:rPr>
                          </m:ctrlPr>
                        </m:sSupPr>
                        <m:e>
                          <m:r>
                            <a:rPr lang="en-US" altLang="zh-CN" sz="3000" i="1">
                              <a:latin typeface="Cambria Math" panose="02040503050406030204" pitchFamily="18" charset="0"/>
                              <a:ea typeface="Cambria Math" panose="02040503050406030204" pitchFamily="18" charset="0"/>
                            </a:rPr>
                            <m:t>𝑒</m:t>
                          </m:r>
                        </m:e>
                        <m:sup>
                          <m:r>
                            <a:rPr lang="en-US" altLang="zh-CN" sz="3000" i="1">
                              <a:latin typeface="Cambria Math" panose="02040503050406030204" pitchFamily="18" charset="0"/>
                              <a:ea typeface="Cambria Math" panose="02040503050406030204" pitchFamily="18" charset="0"/>
                            </a:rPr>
                            <m:t>𝑖𝑛𝑎𝑟𝑔𝑧</m:t>
                          </m:r>
                        </m:sup>
                      </m:sSup>
                      <m:r>
                        <a:rPr lang="en-US" altLang="zh-CN" sz="3000" i="1">
                          <a:latin typeface="Cambria Math" panose="02040503050406030204" pitchFamily="18" charset="0"/>
                          <a:ea typeface="Cambria Math" panose="02040503050406030204" pitchFamily="18" charset="0"/>
                        </a:rPr>
                        <m:t>=</m:t>
                      </m:r>
                      <m:sSup>
                        <m:sSupPr>
                          <m:ctrlPr>
                            <a:rPr lang="en-US" altLang="zh-CN" sz="3000" i="1">
                              <a:latin typeface="Cambria Math" panose="02040503050406030204" pitchFamily="18" charset="0"/>
                              <a:ea typeface="Cambria Math" panose="02040503050406030204" pitchFamily="18" charset="0"/>
                            </a:rPr>
                          </m:ctrlPr>
                        </m:sSupPr>
                        <m:e>
                          <m:r>
                            <a:rPr lang="en-US" altLang="zh-CN" sz="3000" i="1">
                              <a:latin typeface="Cambria Math" panose="02040503050406030204" pitchFamily="18" charset="0"/>
                              <a:ea typeface="Cambria Math" panose="02040503050406030204" pitchFamily="18" charset="0"/>
                            </a:rPr>
                            <m:t>𝑧</m:t>
                          </m:r>
                        </m:e>
                        <m:sup>
                          <m:r>
                            <a:rPr lang="en-US" altLang="zh-CN" sz="3000" i="1">
                              <a:latin typeface="Cambria Math" panose="02040503050406030204" pitchFamily="18" charset="0"/>
                              <a:ea typeface="Cambria Math" panose="02040503050406030204" pitchFamily="18" charset="0"/>
                            </a:rPr>
                            <m:t>𝑛</m:t>
                          </m:r>
                        </m:sup>
                      </m:sSup>
                    </m:oMath>
                  </m:oMathPara>
                </a14:m>
                <a:endParaRPr lang="en-US" altLang="zh-CN" sz="3000" dirty="0">
                  <a:latin typeface="楷体" panose="02010609060101010101" pitchFamily="49" charset="-122"/>
                  <a:ea typeface="楷体" panose="02010609060101010101" pitchFamily="49" charset="-122"/>
                </a:endParaRPr>
              </a:p>
            </p:txBody>
          </p:sp>
        </mc:Choice>
        <mc:Fallback>
          <p:sp>
            <p:nvSpPr>
              <p:cNvPr id="8" name="标题 1"/>
              <p:cNvSpPr txBox="1">
                <a:spLocks noRot="1" noChangeAspect="1" noMove="1" noResize="1" noEditPoints="1" noAdjustHandles="1" noChangeArrowheads="1" noChangeShapeType="1" noTextEdit="1"/>
              </p:cNvSpPr>
              <p:nvPr/>
            </p:nvSpPr>
            <p:spPr>
              <a:xfrm>
                <a:off x="1778749" y="1657521"/>
                <a:ext cx="4261579" cy="713834"/>
              </a:xfrm>
              <a:prstGeom prst="rect">
                <a:avLst/>
              </a:prstGeom>
              <a:blipFill rotWithShape="1">
                <a:blip r:embed="rId5"/>
                <a:stretch>
                  <a:fillRect l="-3" t="-24" r="5" b="37"/>
                </a:stretch>
              </a:blipFill>
            </p:spPr>
            <p:txBody>
              <a:bodyPr/>
              <a:lstStyle/>
              <a:p>
                <a:r>
                  <a:rPr lang="zh-CN" altLang="en-US">
                    <a:noFill/>
                  </a:rPr>
                  <a:t> </a:t>
                </a:r>
              </a:p>
            </p:txBody>
          </p:sp>
        </mc:Fallback>
      </mc:AlternateContent>
      <p:sp>
        <p:nvSpPr>
          <p:cNvPr id="9" name="标题 1"/>
          <p:cNvSpPr txBox="1"/>
          <p:nvPr/>
        </p:nvSpPr>
        <p:spPr>
          <a:xfrm>
            <a:off x="3128027" y="522695"/>
            <a:ext cx="1132703" cy="613354"/>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solidFill>
                  <a:srgbClr val="FF0000"/>
                </a:solidFill>
                <a:latin typeface="楷体" panose="02010609060101010101" pitchFamily="49" charset="-122"/>
                <a:ea typeface="楷体" panose="02010609060101010101" pitchFamily="49" charset="-122"/>
              </a:rPr>
              <a:t>单值；</a:t>
            </a:r>
            <a:endParaRPr lang="zh-CN" altLang="en-US" sz="3000" dirty="0">
              <a:solidFill>
                <a:srgbClr val="FF0000"/>
              </a:solidFill>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10" name="标题 1"/>
              <p:cNvSpPr txBox="1"/>
              <p:nvPr/>
            </p:nvSpPr>
            <p:spPr>
              <a:xfrm>
                <a:off x="527100" y="2949519"/>
                <a:ext cx="2969368" cy="688181"/>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zh-CN" altLang="en-US" sz="3000" i="1">
                          <a:latin typeface="Cambria Math" panose="02040503050406030204" pitchFamily="18" charset="0"/>
                          <a:ea typeface="楷体" panose="02010609060101010101" pitchFamily="49" charset="-122"/>
                        </a:rPr>
                        <m:t>𝜔</m:t>
                      </m:r>
                      <m:r>
                        <a:rPr lang="en-US" altLang="zh-CN" sz="3000" i="1">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𝑧</m:t>
                          </m:r>
                        </m:e>
                        <m:sup>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r>
                                <a:rPr lang="en-US" altLang="zh-CN" sz="3000" i="1">
                                  <a:latin typeface="Cambria Math" panose="02040503050406030204" pitchFamily="18" charset="0"/>
                                  <a:ea typeface="楷体" panose="02010609060101010101" pitchFamily="49" charset="-122"/>
                                </a:rPr>
                                <m:t>𝑛</m:t>
                              </m:r>
                            </m:den>
                          </m:f>
                        </m:sup>
                      </m:sSup>
                      <m:r>
                        <a:rPr lang="en-US" altLang="zh-CN" sz="3000" i="1">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r>
                                <a:rPr lang="en-US" altLang="zh-CN" sz="3000" i="1">
                                  <a:latin typeface="Cambria Math" panose="02040503050406030204" pitchFamily="18" charset="0"/>
                                  <a:ea typeface="楷体" panose="02010609060101010101" pitchFamily="49" charset="-122"/>
                                </a:rPr>
                                <m:t>𝑛</m:t>
                              </m:r>
                            </m:den>
                          </m:f>
                          <m:r>
                            <a:rPr lang="en-US" altLang="zh-CN" sz="3000" i="1">
                              <a:latin typeface="Cambria Math" panose="02040503050406030204" pitchFamily="18" charset="0"/>
                              <a:ea typeface="楷体" panose="02010609060101010101" pitchFamily="49" charset="-122"/>
                            </a:rPr>
                            <m:t>𝐿𝑛𝑧</m:t>
                          </m:r>
                        </m:sup>
                      </m:sSup>
                    </m:oMath>
                  </m:oMathPara>
                </a14:m>
                <a:endParaRPr lang="en-US" altLang="zh-CN" sz="3000" dirty="0">
                  <a:solidFill>
                    <a:srgbClr val="FF0000"/>
                  </a:solidFill>
                  <a:latin typeface="楷体" panose="02010609060101010101" pitchFamily="49" charset="-122"/>
                  <a:ea typeface="楷体" panose="02010609060101010101" pitchFamily="49" charset="-122"/>
                </a:endParaRPr>
              </a:p>
            </p:txBody>
          </p:sp>
        </mc:Choice>
        <mc:Fallback>
          <p:sp>
            <p:nvSpPr>
              <p:cNvPr id="10" name="标题 1"/>
              <p:cNvSpPr txBox="1">
                <a:spLocks noRot="1" noChangeAspect="1" noMove="1" noResize="1" noEditPoints="1" noAdjustHandles="1" noChangeArrowheads="1" noChangeShapeType="1" noTextEdit="1"/>
              </p:cNvSpPr>
              <p:nvPr/>
            </p:nvSpPr>
            <p:spPr>
              <a:xfrm>
                <a:off x="527100" y="2949519"/>
                <a:ext cx="2969368" cy="688181"/>
              </a:xfrm>
              <a:prstGeom prst="rect">
                <a:avLst/>
              </a:prstGeom>
              <a:blipFill rotWithShape="1">
                <a:blip r:embed="rId6"/>
                <a:stretch>
                  <a:fillRect l="-2" t="-13187" r="5" b="-1304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标题 1"/>
              <p:cNvSpPr txBox="1"/>
              <p:nvPr/>
            </p:nvSpPr>
            <p:spPr>
              <a:xfrm>
                <a:off x="3314113" y="2885153"/>
                <a:ext cx="3708604" cy="888704"/>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𝑒</m:t>
                          </m:r>
                        </m:e>
                        <m:sup>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r>
                                <a:rPr lang="en-US" altLang="zh-CN" sz="3000" i="1">
                                  <a:latin typeface="Cambria Math" panose="02040503050406030204" pitchFamily="18" charset="0"/>
                                  <a:ea typeface="楷体" panose="02010609060101010101" pitchFamily="49" charset="-122"/>
                                </a:rPr>
                                <m:t>𝑛</m:t>
                              </m:r>
                            </m:den>
                          </m:f>
                          <m:r>
                            <a:rPr lang="en-US" altLang="zh-CN" sz="3000" i="1">
                              <a:latin typeface="Cambria Math" panose="02040503050406030204" pitchFamily="18" charset="0"/>
                              <a:ea typeface="楷体" panose="02010609060101010101" pitchFamily="49" charset="-122"/>
                            </a:rPr>
                            <m:t>𝑙𝑛</m:t>
                          </m:r>
                          <m:d>
                            <m:dPr>
                              <m:begChr m:val="|"/>
                              <m:endChr m:val="|"/>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𝑧</m:t>
                              </m:r>
                            </m:e>
                          </m:d>
                        </m:sup>
                      </m:sSup>
                      <m:r>
                        <a:rPr lang="en-US" altLang="zh-CN" sz="3000" i="1">
                          <a:latin typeface="Cambria Math" panose="02040503050406030204" pitchFamily="18" charset="0"/>
                          <a:ea typeface="Cambria Math" panose="02040503050406030204" pitchFamily="18" charset="0"/>
                        </a:rPr>
                        <m:t>∙</m:t>
                      </m:r>
                      <m:sSup>
                        <m:sSupPr>
                          <m:ctrlPr>
                            <a:rPr lang="en-US" altLang="zh-CN" sz="3000" i="1">
                              <a:latin typeface="Cambria Math" panose="02040503050406030204" pitchFamily="18" charset="0"/>
                              <a:ea typeface="Cambria Math" panose="02040503050406030204" pitchFamily="18" charset="0"/>
                            </a:rPr>
                          </m:ctrlPr>
                        </m:sSupPr>
                        <m:e>
                          <m:r>
                            <a:rPr lang="en-US" altLang="zh-CN" sz="3000" i="1">
                              <a:latin typeface="Cambria Math" panose="02040503050406030204" pitchFamily="18" charset="0"/>
                              <a:ea typeface="Cambria Math" panose="02040503050406030204" pitchFamily="18" charset="0"/>
                            </a:rPr>
                            <m:t>𝑒</m:t>
                          </m:r>
                        </m:e>
                        <m:sup>
                          <m:r>
                            <a:rPr lang="en-US" altLang="zh-CN" sz="3000" i="1">
                              <a:latin typeface="Cambria Math" panose="02040503050406030204" pitchFamily="18" charset="0"/>
                              <a:ea typeface="Cambria Math" panose="02040503050406030204" pitchFamily="18" charset="0"/>
                            </a:rPr>
                            <m:t>𝑖</m:t>
                          </m:r>
                          <m:f>
                            <m:fPr>
                              <m:ctrlPr>
                                <a:rPr lang="en-US" altLang="zh-CN" sz="3000" i="1">
                                  <a:latin typeface="Cambria Math" panose="02040503050406030204" pitchFamily="18" charset="0"/>
                                  <a:ea typeface="Cambria Math" panose="02040503050406030204" pitchFamily="18" charset="0"/>
                                </a:rPr>
                              </m:ctrlPr>
                            </m:fPr>
                            <m:num>
                              <m:r>
                                <a:rPr lang="en-US" altLang="zh-CN" sz="3000" i="1">
                                  <a:latin typeface="Cambria Math" panose="02040503050406030204" pitchFamily="18" charset="0"/>
                                  <a:ea typeface="Cambria Math" panose="02040503050406030204" pitchFamily="18" charset="0"/>
                                </a:rPr>
                                <m:t>𝑎𝑟𝑔𝑧</m:t>
                              </m:r>
                              <m:r>
                                <a:rPr lang="en-US" altLang="zh-CN" sz="3000" i="1">
                                  <a:latin typeface="Cambria Math" panose="02040503050406030204" pitchFamily="18" charset="0"/>
                                  <a:ea typeface="Cambria Math" panose="02040503050406030204" pitchFamily="18" charset="0"/>
                                </a:rPr>
                                <m:t>+</m:t>
                              </m:r>
                              <m:r>
                                <a:rPr lang="en-US" altLang="zh-CN" sz="3000" i="1">
                                  <a:latin typeface="Cambria Math" panose="02040503050406030204" pitchFamily="18" charset="0"/>
                                  <a:ea typeface="Cambria Math" panose="02040503050406030204" pitchFamily="18" charset="0"/>
                                </a:rPr>
                                <m:t>2</m:t>
                              </m:r>
                              <m:r>
                                <a:rPr lang="en-US" altLang="zh-CN" sz="3000" i="1">
                                  <a:latin typeface="Cambria Math" panose="02040503050406030204" pitchFamily="18" charset="0"/>
                                  <a:ea typeface="Cambria Math" panose="02040503050406030204" pitchFamily="18" charset="0"/>
                                </a:rPr>
                                <m:t>𝑘</m:t>
                              </m:r>
                              <m:r>
                                <a:rPr lang="zh-CN" altLang="en-US" sz="3000" i="1">
                                  <a:latin typeface="Cambria Math" panose="02040503050406030204" pitchFamily="18" charset="0"/>
                                  <a:ea typeface="Cambria Math" panose="02040503050406030204" pitchFamily="18" charset="0"/>
                                </a:rPr>
                                <m:t>𝜋</m:t>
                              </m:r>
                            </m:num>
                            <m:den>
                              <m:r>
                                <a:rPr lang="en-US" altLang="zh-CN" sz="3000" i="1">
                                  <a:latin typeface="Cambria Math" panose="02040503050406030204" pitchFamily="18" charset="0"/>
                                  <a:ea typeface="Cambria Math" panose="02040503050406030204" pitchFamily="18" charset="0"/>
                                </a:rPr>
                                <m:t>𝑛</m:t>
                              </m:r>
                            </m:den>
                          </m:f>
                        </m:sup>
                      </m:sSup>
                    </m:oMath>
                  </m:oMathPara>
                </a14:m>
                <a:endParaRPr lang="en-US" altLang="zh-CN" sz="3000" dirty="0">
                  <a:solidFill>
                    <a:srgbClr val="FF0000"/>
                  </a:solidFill>
                  <a:latin typeface="楷体" panose="02010609060101010101" pitchFamily="49" charset="-122"/>
                  <a:ea typeface="楷体" panose="02010609060101010101" pitchFamily="49" charset="-122"/>
                </a:endParaRPr>
              </a:p>
            </p:txBody>
          </p:sp>
        </mc:Choice>
        <mc:Fallback>
          <p:sp>
            <p:nvSpPr>
              <p:cNvPr id="11" name="标题 1"/>
              <p:cNvSpPr txBox="1">
                <a:spLocks noRot="1" noChangeAspect="1" noMove="1" noResize="1" noEditPoints="1" noAdjustHandles="1" noChangeArrowheads="1" noChangeShapeType="1" noTextEdit="1"/>
              </p:cNvSpPr>
              <p:nvPr/>
            </p:nvSpPr>
            <p:spPr>
              <a:xfrm>
                <a:off x="3314113" y="2885153"/>
                <a:ext cx="3708604" cy="888704"/>
              </a:xfrm>
              <a:prstGeom prst="rect">
                <a:avLst/>
              </a:prstGeom>
              <a:blipFill rotWithShape="1">
                <a:blip r:embed="rId7"/>
                <a:stretch>
                  <a:fillRect l="-1" t="-39" r="7" b="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标题 1"/>
              <p:cNvSpPr txBox="1"/>
              <p:nvPr/>
            </p:nvSpPr>
            <p:spPr>
              <a:xfrm>
                <a:off x="2424713" y="2158286"/>
                <a:ext cx="1691116" cy="62782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i="1" dirty="0" smtClean="0">
                        <a:solidFill>
                          <a:srgbClr val="FF0000"/>
                        </a:solidFill>
                        <a:latin typeface="Cambria Math" panose="02040503050406030204" pitchFamily="18" charset="0"/>
                        <a:ea typeface="楷体" panose="02010609060101010101" pitchFamily="49" charset="-122"/>
                      </a:rPr>
                      <m:t>𝑛</m:t>
                    </m:r>
                  </m:oMath>
                </a14:m>
                <a:r>
                  <a:rPr lang="zh-CN" altLang="en-US" sz="3000" dirty="0">
                    <a:solidFill>
                      <a:srgbClr val="FF0000"/>
                    </a:solidFill>
                    <a:latin typeface="楷体" panose="02010609060101010101" pitchFamily="49" charset="-122"/>
                    <a:ea typeface="楷体" panose="02010609060101010101" pitchFamily="49" charset="-122"/>
                  </a:rPr>
                  <a:t>个值；</a:t>
                </a:r>
                <a:endParaRPr lang="en-US" altLang="zh-CN" sz="3000" dirty="0">
                  <a:solidFill>
                    <a:srgbClr val="FF0000"/>
                  </a:solidFill>
                  <a:latin typeface="楷体" panose="02010609060101010101" pitchFamily="49" charset="-122"/>
                  <a:ea typeface="楷体" panose="02010609060101010101" pitchFamily="49" charset="-122"/>
                </a:endParaRPr>
              </a:p>
            </p:txBody>
          </p:sp>
        </mc:Choice>
        <mc:Fallback>
          <p:sp>
            <p:nvSpPr>
              <p:cNvPr id="13" name="标题 1"/>
              <p:cNvSpPr txBox="1">
                <a:spLocks noRot="1" noChangeAspect="1" noMove="1" noResize="1" noEditPoints="1" noAdjustHandles="1" noChangeArrowheads="1" noChangeShapeType="1" noTextEdit="1"/>
              </p:cNvSpPr>
              <p:nvPr/>
            </p:nvSpPr>
            <p:spPr>
              <a:xfrm>
                <a:off x="2424713" y="2158286"/>
                <a:ext cx="1691116" cy="627825"/>
              </a:xfrm>
              <a:prstGeom prst="rect">
                <a:avLst/>
              </a:prstGeom>
              <a:blipFill rotWithShape="1">
                <a:blip r:embed="rId8"/>
                <a:stretch>
                  <a:fillRect l="-17" t="-4640" r="23" b="-459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标题 1"/>
              <p:cNvSpPr txBox="1"/>
              <p:nvPr/>
            </p:nvSpPr>
            <p:spPr>
              <a:xfrm>
                <a:off x="1970386" y="3631311"/>
                <a:ext cx="6396057" cy="689134"/>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i="1">
                        <a:latin typeface="Cambria Math" panose="02040503050406030204" pitchFamily="18" charset="0"/>
                        <a:ea typeface="Cambria Math" panose="02040503050406030204" pitchFamily="18" charset="0"/>
                      </a:rPr>
                      <m:t>=</m:t>
                    </m:r>
                    <m:rad>
                      <m:radPr>
                        <m:ctrlPr>
                          <a:rPr lang="en-US" altLang="zh-CN" sz="3000" i="1">
                            <a:latin typeface="Cambria Math" panose="02040503050406030204" pitchFamily="18" charset="0"/>
                            <a:ea typeface="Cambria Math" panose="02040503050406030204" pitchFamily="18" charset="0"/>
                          </a:rPr>
                        </m:ctrlPr>
                      </m:radPr>
                      <m:deg>
                        <m:r>
                          <m:rPr>
                            <m:brk m:alnAt="7"/>
                          </m:rPr>
                          <a:rPr lang="en-US" altLang="zh-CN" sz="3000" i="1">
                            <a:latin typeface="Cambria Math" panose="02040503050406030204" pitchFamily="18" charset="0"/>
                            <a:ea typeface="Cambria Math" panose="02040503050406030204" pitchFamily="18" charset="0"/>
                          </a:rPr>
                          <m:t>𝑛</m:t>
                        </m:r>
                      </m:deg>
                      <m:e>
                        <m:d>
                          <m:dPr>
                            <m:begChr m:val="|"/>
                            <m:endChr m:val="|"/>
                            <m:ctrlPr>
                              <a:rPr lang="en-US" altLang="zh-CN" sz="3000" i="1">
                                <a:latin typeface="Cambria Math" panose="02040503050406030204" pitchFamily="18" charset="0"/>
                                <a:ea typeface="Cambria Math" panose="02040503050406030204" pitchFamily="18" charset="0"/>
                              </a:rPr>
                            </m:ctrlPr>
                          </m:dPr>
                          <m:e>
                            <m:r>
                              <a:rPr lang="en-US" altLang="zh-CN" sz="3000" i="1">
                                <a:latin typeface="Cambria Math" panose="02040503050406030204" pitchFamily="18" charset="0"/>
                                <a:ea typeface="Cambria Math" panose="02040503050406030204" pitchFamily="18" charset="0"/>
                              </a:rPr>
                              <m:t>𝑧</m:t>
                            </m:r>
                          </m:e>
                        </m:d>
                      </m:e>
                    </m:rad>
                    <m:r>
                      <a:rPr lang="en-US" altLang="zh-CN" sz="3000" i="1">
                        <a:latin typeface="Cambria Math" panose="02040503050406030204" pitchFamily="18" charset="0"/>
                        <a:ea typeface="Cambria Math" panose="02040503050406030204" pitchFamily="18" charset="0"/>
                      </a:rPr>
                      <m:t>(</m:t>
                    </m:r>
                    <m:r>
                      <a:rPr lang="en-US" altLang="zh-CN" sz="3000" i="1">
                        <a:latin typeface="Cambria Math" panose="02040503050406030204" pitchFamily="18" charset="0"/>
                        <a:ea typeface="Cambria Math" panose="02040503050406030204" pitchFamily="18" charset="0"/>
                      </a:rPr>
                      <m:t>𝑐𝑜𝑠</m:t>
                    </m:r>
                    <m:f>
                      <m:fPr>
                        <m:ctrlPr>
                          <a:rPr lang="en-US" altLang="zh-CN" sz="3000" i="1">
                            <a:latin typeface="Cambria Math" panose="02040503050406030204" pitchFamily="18" charset="0"/>
                            <a:ea typeface="Cambria Math" panose="02040503050406030204" pitchFamily="18" charset="0"/>
                          </a:rPr>
                        </m:ctrlPr>
                      </m:fPr>
                      <m:num>
                        <m:r>
                          <a:rPr lang="en-US" altLang="zh-CN" sz="3000" i="1">
                            <a:latin typeface="Cambria Math" panose="02040503050406030204" pitchFamily="18" charset="0"/>
                            <a:ea typeface="Cambria Math" panose="02040503050406030204" pitchFamily="18" charset="0"/>
                          </a:rPr>
                          <m:t>𝑎𝑟𝑔𝑧</m:t>
                        </m:r>
                        <m:r>
                          <a:rPr lang="en-US" altLang="zh-CN" sz="3000" i="1">
                            <a:latin typeface="Cambria Math" panose="02040503050406030204" pitchFamily="18" charset="0"/>
                            <a:ea typeface="Cambria Math" panose="02040503050406030204" pitchFamily="18" charset="0"/>
                          </a:rPr>
                          <m:t>+</m:t>
                        </m:r>
                        <m:r>
                          <a:rPr lang="en-US" altLang="zh-CN" sz="3000" i="1">
                            <a:latin typeface="Cambria Math" panose="02040503050406030204" pitchFamily="18" charset="0"/>
                            <a:ea typeface="Cambria Math" panose="02040503050406030204" pitchFamily="18" charset="0"/>
                          </a:rPr>
                          <m:t>2</m:t>
                        </m:r>
                        <m:r>
                          <a:rPr lang="en-US" altLang="zh-CN" sz="3000" i="1">
                            <a:latin typeface="Cambria Math" panose="02040503050406030204" pitchFamily="18" charset="0"/>
                            <a:ea typeface="Cambria Math" panose="02040503050406030204" pitchFamily="18" charset="0"/>
                          </a:rPr>
                          <m:t>𝑘</m:t>
                        </m:r>
                        <m:r>
                          <a:rPr lang="zh-CN" altLang="en-US" sz="3000" i="1">
                            <a:latin typeface="Cambria Math" panose="02040503050406030204" pitchFamily="18" charset="0"/>
                            <a:ea typeface="Cambria Math" panose="02040503050406030204" pitchFamily="18" charset="0"/>
                          </a:rPr>
                          <m:t>𝜋</m:t>
                        </m:r>
                      </m:num>
                      <m:den>
                        <m:r>
                          <a:rPr lang="en-US" altLang="zh-CN" sz="3000" i="1">
                            <a:latin typeface="Cambria Math" panose="02040503050406030204" pitchFamily="18" charset="0"/>
                            <a:ea typeface="Cambria Math" panose="02040503050406030204" pitchFamily="18" charset="0"/>
                          </a:rPr>
                          <m:t>𝑛</m:t>
                        </m:r>
                      </m:den>
                    </m:f>
                    <m:r>
                      <a:rPr lang="en-US" altLang="zh-CN" sz="3000" i="1">
                        <a:latin typeface="Cambria Math" panose="02040503050406030204" pitchFamily="18" charset="0"/>
                        <a:ea typeface="Cambria Math" panose="02040503050406030204" pitchFamily="18" charset="0"/>
                      </a:rPr>
                      <m:t>+</m:t>
                    </m:r>
                    <m:r>
                      <a:rPr lang="en-US" altLang="zh-CN" sz="3000" i="1">
                        <a:latin typeface="Cambria Math" panose="02040503050406030204" pitchFamily="18" charset="0"/>
                        <a:ea typeface="Cambria Math" panose="02040503050406030204" pitchFamily="18" charset="0"/>
                      </a:rPr>
                      <m:t>𝑖𝑠𝑖𝑛</m:t>
                    </m:r>
                    <m:f>
                      <m:fPr>
                        <m:ctrlPr>
                          <a:rPr lang="en-US" altLang="zh-CN" sz="3000" i="1">
                            <a:latin typeface="Cambria Math" panose="02040503050406030204" pitchFamily="18" charset="0"/>
                            <a:ea typeface="Cambria Math" panose="02040503050406030204" pitchFamily="18" charset="0"/>
                          </a:rPr>
                        </m:ctrlPr>
                      </m:fPr>
                      <m:num>
                        <m:r>
                          <a:rPr lang="en-US" altLang="zh-CN" sz="3000" i="1">
                            <a:latin typeface="Cambria Math" panose="02040503050406030204" pitchFamily="18" charset="0"/>
                            <a:ea typeface="Cambria Math" panose="02040503050406030204" pitchFamily="18" charset="0"/>
                          </a:rPr>
                          <m:t>𝑎𝑟𝑔𝑧</m:t>
                        </m:r>
                        <m:r>
                          <a:rPr lang="en-US" altLang="zh-CN" sz="3000" i="1">
                            <a:latin typeface="Cambria Math" panose="02040503050406030204" pitchFamily="18" charset="0"/>
                            <a:ea typeface="Cambria Math" panose="02040503050406030204" pitchFamily="18" charset="0"/>
                          </a:rPr>
                          <m:t>+</m:t>
                        </m:r>
                        <m:r>
                          <a:rPr lang="en-US" altLang="zh-CN" sz="3000" i="1">
                            <a:latin typeface="Cambria Math" panose="02040503050406030204" pitchFamily="18" charset="0"/>
                            <a:ea typeface="Cambria Math" panose="02040503050406030204" pitchFamily="18" charset="0"/>
                          </a:rPr>
                          <m:t>2</m:t>
                        </m:r>
                        <m:r>
                          <a:rPr lang="en-US" altLang="zh-CN" sz="3000" i="1">
                            <a:latin typeface="Cambria Math" panose="02040503050406030204" pitchFamily="18" charset="0"/>
                            <a:ea typeface="Cambria Math" panose="02040503050406030204" pitchFamily="18" charset="0"/>
                          </a:rPr>
                          <m:t>𝑘</m:t>
                        </m:r>
                        <m:r>
                          <a:rPr lang="zh-CN" altLang="en-US" sz="3000" i="1">
                            <a:latin typeface="Cambria Math" panose="02040503050406030204" pitchFamily="18" charset="0"/>
                            <a:ea typeface="Cambria Math" panose="02040503050406030204" pitchFamily="18" charset="0"/>
                          </a:rPr>
                          <m:t>𝜋</m:t>
                        </m:r>
                      </m:num>
                      <m:den>
                        <m:r>
                          <a:rPr lang="en-US" altLang="zh-CN" sz="3000" i="1">
                            <a:latin typeface="Cambria Math" panose="02040503050406030204" pitchFamily="18" charset="0"/>
                            <a:ea typeface="Cambria Math" panose="02040503050406030204" pitchFamily="18" charset="0"/>
                          </a:rPr>
                          <m:t>𝑛</m:t>
                        </m:r>
                      </m:den>
                    </m:f>
                    <m:r>
                      <a:rPr lang="en-US" altLang="zh-CN" sz="3000" i="1">
                        <a:latin typeface="Cambria Math" panose="02040503050406030204" pitchFamily="18" charset="0"/>
                        <a:ea typeface="Cambria Math" panose="02040503050406030204" pitchFamily="18" charset="0"/>
                      </a:rPr>
                      <m:t>)</m:t>
                    </m:r>
                  </m:oMath>
                </a14:m>
                <a:r>
                  <a:rPr lang="en-US" altLang="zh-CN" sz="3000" dirty="0">
                    <a:solidFill>
                      <a:srgbClr val="FF0000"/>
                    </a:solidFill>
                    <a:latin typeface="楷体" panose="02010609060101010101" pitchFamily="49" charset="-122"/>
                    <a:ea typeface="楷体" panose="02010609060101010101" pitchFamily="49" charset="-122"/>
                  </a:rPr>
                  <a:t> </a:t>
                </a:r>
                <a:endParaRPr lang="en-US" altLang="zh-CN" sz="3000" dirty="0">
                  <a:solidFill>
                    <a:srgbClr val="FF0000"/>
                  </a:solidFill>
                  <a:latin typeface="楷体" panose="02010609060101010101" pitchFamily="49" charset="-122"/>
                  <a:ea typeface="楷体" panose="02010609060101010101" pitchFamily="49" charset="-122"/>
                </a:endParaRPr>
              </a:p>
            </p:txBody>
          </p:sp>
        </mc:Choice>
        <mc:Fallback>
          <p:sp>
            <p:nvSpPr>
              <p:cNvPr id="14" name="标题 1"/>
              <p:cNvSpPr txBox="1">
                <a:spLocks noRot="1" noChangeAspect="1" noMove="1" noResize="1" noEditPoints="1" noAdjustHandles="1" noChangeArrowheads="1" noChangeShapeType="1" noTextEdit="1"/>
              </p:cNvSpPr>
              <p:nvPr/>
            </p:nvSpPr>
            <p:spPr>
              <a:xfrm>
                <a:off x="1970386" y="3631311"/>
                <a:ext cx="6396057" cy="689134"/>
              </a:xfrm>
              <a:prstGeom prst="rect">
                <a:avLst/>
              </a:prstGeom>
              <a:blipFill rotWithShape="1">
                <a:blip r:embed="rId9"/>
                <a:stretch>
                  <a:fillRect l="-10" t="-21525" r="5" b="-21483"/>
                </a:stretch>
              </a:blipFill>
            </p:spPr>
            <p:txBody>
              <a:bodyPr/>
              <a:lstStyle/>
              <a:p>
                <a:r>
                  <a:rPr lang="zh-CN" altLang="en-US">
                    <a:noFill/>
                  </a:rPr>
                  <a:t> </a:t>
                </a:r>
              </a:p>
            </p:txBody>
          </p:sp>
        </mc:Fallback>
      </mc:AlternateContent>
      <p:sp>
        <p:nvSpPr>
          <p:cNvPr id="16"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2.3 </a:t>
            </a:r>
            <a:r>
              <a:rPr lang="zh-CN" altLang="en-US" sz="1800" b="1" dirty="0">
                <a:latin typeface="楷体" panose="02010609060101010101" pitchFamily="49" charset="-122"/>
                <a:ea typeface="楷体" panose="02010609060101010101" pitchFamily="49" charset="-122"/>
              </a:rPr>
              <a:t>初等函数</a:t>
            </a:r>
            <a:endParaRPr lang="zh-CN" altLang="en-US" sz="1800" b="1" dirty="0">
              <a:latin typeface="楷体" panose="02010609060101010101" pitchFamily="49" charset="-122"/>
              <a:ea typeface="楷体" panose="02010609060101010101" pitchFamily="49" charset="-122"/>
            </a:endParaRPr>
          </a:p>
        </p:txBody>
      </p:sp>
      <p:cxnSp>
        <p:nvCxnSpPr>
          <p:cNvPr id="17" name="直接连接符 16"/>
          <p:cNvCxnSpPr/>
          <p:nvPr/>
        </p:nvCxnSpPr>
        <p:spPr>
          <a:xfrm flipV="1">
            <a:off x="0" y="573451"/>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8" name="标题 1"/>
              <p:cNvSpPr txBox="1"/>
              <p:nvPr/>
            </p:nvSpPr>
            <p:spPr>
              <a:xfrm>
                <a:off x="104211" y="4239930"/>
                <a:ext cx="2321525" cy="864194"/>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solidFill>
                      <a:srgbClr val="FF0000"/>
                    </a:solidFill>
                    <a:ea typeface="楷体" panose="02010609060101010101" pitchFamily="49" charset="-122"/>
                  </a:rPr>
                  <a:t>当</a:t>
                </a:r>
                <a14:m>
                  <m:oMath xmlns:m="http://schemas.openxmlformats.org/officeDocument/2006/math">
                    <m:r>
                      <a:rPr lang="en-US" altLang="zh-CN" sz="3000" i="1">
                        <a:solidFill>
                          <a:srgbClr val="FF0000"/>
                        </a:solidFill>
                        <a:latin typeface="Cambria Math" panose="02040503050406030204" pitchFamily="18" charset="0"/>
                        <a:ea typeface="楷体" panose="02010609060101010101" pitchFamily="49" charset="-122"/>
                      </a:rPr>
                      <m:t>𝑎</m:t>
                    </m:r>
                    <m:r>
                      <a:rPr lang="en-US" altLang="zh-CN" sz="3000" i="1">
                        <a:solidFill>
                          <a:srgbClr val="FF0000"/>
                        </a:solidFill>
                        <a:latin typeface="Cambria Math" panose="02040503050406030204" pitchFamily="18" charset="0"/>
                        <a:ea typeface="楷体" panose="02010609060101010101" pitchFamily="49" charset="-122"/>
                      </a:rPr>
                      <m:t>=</m:t>
                    </m:r>
                    <m:f>
                      <m:fPr>
                        <m:ctrlPr>
                          <a:rPr lang="en-US" altLang="zh-CN" sz="3000" i="1">
                            <a:solidFill>
                              <a:srgbClr val="FF0000"/>
                            </a:solidFill>
                            <a:latin typeface="Cambria Math" panose="02040503050406030204" pitchFamily="18" charset="0"/>
                            <a:ea typeface="楷体" panose="02010609060101010101" pitchFamily="49" charset="-122"/>
                          </a:rPr>
                        </m:ctrlPr>
                      </m:fPr>
                      <m:num>
                        <m:r>
                          <a:rPr lang="en-US" altLang="zh-CN" sz="3000" i="1">
                            <a:solidFill>
                              <a:srgbClr val="FF0000"/>
                            </a:solidFill>
                            <a:latin typeface="Cambria Math" panose="02040503050406030204" pitchFamily="18" charset="0"/>
                            <a:ea typeface="楷体" panose="02010609060101010101" pitchFamily="49" charset="-122"/>
                          </a:rPr>
                          <m:t>𝑝</m:t>
                        </m:r>
                      </m:num>
                      <m:den>
                        <m:r>
                          <a:rPr lang="en-US" altLang="zh-CN" sz="3000" i="1">
                            <a:solidFill>
                              <a:srgbClr val="FF0000"/>
                            </a:solidFill>
                            <a:latin typeface="Cambria Math" panose="02040503050406030204" pitchFamily="18" charset="0"/>
                            <a:ea typeface="楷体" panose="02010609060101010101" pitchFamily="49" charset="-122"/>
                          </a:rPr>
                          <m:t>𝑞</m:t>
                        </m:r>
                      </m:den>
                    </m:f>
                  </m:oMath>
                </a14:m>
                <a:r>
                  <a:rPr lang="zh-CN" altLang="en-US" sz="3000" dirty="0">
                    <a:solidFill>
                      <a:srgbClr val="FF0000"/>
                    </a:solidFill>
                    <a:latin typeface="楷体" panose="02010609060101010101" pitchFamily="49" charset="-122"/>
                    <a:ea typeface="楷体" panose="02010609060101010101" pitchFamily="49" charset="-122"/>
                  </a:rPr>
                  <a:t>时，</a:t>
                </a:r>
                <a:endParaRPr lang="en-US" altLang="zh-CN" sz="3000" dirty="0">
                  <a:latin typeface="楷体" panose="02010609060101010101" pitchFamily="49" charset="-122"/>
                  <a:ea typeface="楷体" panose="02010609060101010101" pitchFamily="49" charset="-122"/>
                </a:endParaRPr>
              </a:p>
            </p:txBody>
          </p:sp>
        </mc:Choice>
        <mc:Fallback>
          <p:sp>
            <p:nvSpPr>
              <p:cNvPr id="18" name="标题 1"/>
              <p:cNvSpPr txBox="1">
                <a:spLocks noRot="1" noChangeAspect="1" noMove="1" noResize="1" noEditPoints="1" noAdjustHandles="1" noChangeArrowheads="1" noChangeShapeType="1" noTextEdit="1"/>
              </p:cNvSpPr>
              <p:nvPr/>
            </p:nvSpPr>
            <p:spPr>
              <a:xfrm>
                <a:off x="104211" y="4239930"/>
                <a:ext cx="2321525" cy="864194"/>
              </a:xfrm>
              <a:prstGeom prst="rect">
                <a:avLst/>
              </a:prstGeom>
              <a:blipFill rotWithShape="1">
                <a:blip r:embed="rId10"/>
                <a:stretch>
                  <a:fillRect l="-3" t="-6470" r="2" b="-646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标题 1"/>
              <p:cNvSpPr txBox="1"/>
              <p:nvPr/>
            </p:nvSpPr>
            <p:spPr>
              <a:xfrm>
                <a:off x="429337" y="5090853"/>
                <a:ext cx="1332429" cy="864194"/>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zh-CN" altLang="en-US" sz="3000" i="1">
                          <a:latin typeface="Cambria Math" panose="02040503050406030204" pitchFamily="18" charset="0"/>
                          <a:ea typeface="楷体" panose="02010609060101010101" pitchFamily="49" charset="-122"/>
                        </a:rPr>
                        <m:t>𝜔</m:t>
                      </m:r>
                      <m:r>
                        <a:rPr lang="en-US" altLang="zh-CN" sz="3000" i="1">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𝑧</m:t>
                          </m:r>
                        </m:e>
                        <m:sup>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𝑝</m:t>
                              </m:r>
                            </m:num>
                            <m:den>
                              <m:r>
                                <a:rPr lang="en-US" altLang="zh-CN" sz="3000" i="1">
                                  <a:latin typeface="Cambria Math" panose="02040503050406030204" pitchFamily="18" charset="0"/>
                                  <a:ea typeface="楷体" panose="02010609060101010101" pitchFamily="49" charset="-122"/>
                                </a:rPr>
                                <m:t>𝑞</m:t>
                              </m:r>
                            </m:den>
                          </m:f>
                        </m:sup>
                      </m:sSup>
                    </m:oMath>
                  </m:oMathPara>
                </a14:m>
                <a:endParaRPr lang="en-US" altLang="zh-CN" sz="3000" dirty="0">
                  <a:latin typeface="楷体" panose="02010609060101010101" pitchFamily="49" charset="-122"/>
                  <a:ea typeface="楷体" panose="02010609060101010101" pitchFamily="49" charset="-122"/>
                </a:endParaRPr>
              </a:p>
            </p:txBody>
          </p:sp>
        </mc:Choice>
        <mc:Fallback>
          <p:sp>
            <p:nvSpPr>
              <p:cNvPr id="19" name="标题 1"/>
              <p:cNvSpPr txBox="1">
                <a:spLocks noRot="1" noChangeAspect="1" noMove="1" noResize="1" noEditPoints="1" noAdjustHandles="1" noChangeArrowheads="1" noChangeShapeType="1" noTextEdit="1"/>
              </p:cNvSpPr>
              <p:nvPr/>
            </p:nvSpPr>
            <p:spPr>
              <a:xfrm>
                <a:off x="429337" y="5090853"/>
                <a:ext cx="1332429" cy="864194"/>
              </a:xfrm>
              <a:prstGeom prst="rect">
                <a:avLst/>
              </a:prstGeom>
              <a:blipFill rotWithShape="1">
                <a:blip r:embed="rId11"/>
                <a:stretch>
                  <a:fillRect l="-6" t="-595" r="21" b="-58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标题 1"/>
              <p:cNvSpPr txBox="1"/>
              <p:nvPr/>
            </p:nvSpPr>
            <p:spPr>
              <a:xfrm>
                <a:off x="1669794" y="5113257"/>
                <a:ext cx="2800171" cy="864194"/>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i="1">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𝑝</m:t>
                              </m:r>
                            </m:num>
                            <m:den>
                              <m:r>
                                <a:rPr lang="en-US" altLang="zh-CN" sz="3000" i="1">
                                  <a:latin typeface="Cambria Math" panose="02040503050406030204" pitchFamily="18" charset="0"/>
                                  <a:ea typeface="楷体" panose="02010609060101010101" pitchFamily="49" charset="-122"/>
                                </a:rPr>
                                <m:t>𝑞</m:t>
                              </m:r>
                            </m:den>
                          </m:f>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𝑙𝑛</m:t>
                          </m:r>
                          <m:d>
                            <m:dPr>
                              <m:begChr m:val="|"/>
                              <m:endChr m:val="|"/>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𝑧</m:t>
                              </m:r>
                            </m:e>
                          </m:d>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𝑖</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𝑎𝑟𝑔𝑧</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2</m:t>
                          </m:r>
                          <m:r>
                            <a:rPr lang="en-US" altLang="zh-CN" sz="3000" i="1">
                              <a:latin typeface="Cambria Math" panose="02040503050406030204" pitchFamily="18" charset="0"/>
                              <a:ea typeface="楷体" panose="02010609060101010101" pitchFamily="49" charset="-122"/>
                            </a:rPr>
                            <m:t>𝑘</m:t>
                          </m:r>
                          <m:r>
                            <a:rPr lang="zh-CN" altLang="en-US" sz="3000" i="1">
                              <a:latin typeface="Cambria Math" panose="02040503050406030204" pitchFamily="18" charset="0"/>
                              <a:ea typeface="楷体" panose="02010609060101010101" pitchFamily="49" charset="-122"/>
                            </a:rPr>
                            <m:t>𝜋</m:t>
                          </m:r>
                          <m:r>
                            <a:rPr lang="en-US" altLang="zh-CN" sz="3000" i="1">
                              <a:latin typeface="Cambria Math" panose="02040503050406030204" pitchFamily="18" charset="0"/>
                              <a:ea typeface="楷体" panose="02010609060101010101" pitchFamily="49" charset="-122"/>
                            </a:rPr>
                            <m:t>))</m:t>
                          </m:r>
                        </m:sup>
                      </m:sSup>
                    </m:oMath>
                  </m:oMathPara>
                </a14:m>
                <a:endParaRPr lang="en-US" altLang="zh-CN" sz="3000" dirty="0">
                  <a:latin typeface="楷体" panose="02010609060101010101" pitchFamily="49" charset="-122"/>
                  <a:ea typeface="楷体" panose="02010609060101010101" pitchFamily="49" charset="-122"/>
                </a:endParaRPr>
              </a:p>
            </p:txBody>
          </p:sp>
        </mc:Choice>
        <mc:Fallback>
          <p:sp>
            <p:nvSpPr>
              <p:cNvPr id="20" name="标题 1"/>
              <p:cNvSpPr txBox="1">
                <a:spLocks noRot="1" noChangeAspect="1" noMove="1" noResize="1" noEditPoints="1" noAdjustHandles="1" noChangeArrowheads="1" noChangeShapeType="1" noTextEdit="1"/>
              </p:cNvSpPr>
              <p:nvPr/>
            </p:nvSpPr>
            <p:spPr>
              <a:xfrm>
                <a:off x="1669794" y="5113257"/>
                <a:ext cx="2800171" cy="864194"/>
              </a:xfrm>
              <a:prstGeom prst="rect">
                <a:avLst/>
              </a:prstGeom>
              <a:blipFill rotWithShape="1">
                <a:blip r:embed="rId12"/>
                <a:stretch>
                  <a:fillRect l="-14" t="-615" r="-24416" b="-56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标题 1"/>
              <p:cNvSpPr txBox="1"/>
              <p:nvPr/>
            </p:nvSpPr>
            <p:spPr>
              <a:xfrm>
                <a:off x="2200516" y="4361685"/>
                <a:ext cx="1511759" cy="61914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i="1" dirty="0" smtClean="0">
                        <a:solidFill>
                          <a:srgbClr val="FF0000"/>
                        </a:solidFill>
                        <a:latin typeface="Cambria Math" panose="02040503050406030204" pitchFamily="18" charset="0"/>
                        <a:ea typeface="楷体" panose="02010609060101010101" pitchFamily="49" charset="-122"/>
                      </a:rPr>
                      <m:t>𝑞</m:t>
                    </m:r>
                  </m:oMath>
                </a14:m>
                <a:r>
                  <a:rPr lang="zh-CN" altLang="en-US" sz="3000" dirty="0">
                    <a:solidFill>
                      <a:srgbClr val="FF0000"/>
                    </a:solidFill>
                    <a:latin typeface="楷体" panose="02010609060101010101" pitchFamily="49" charset="-122"/>
                    <a:ea typeface="楷体" panose="02010609060101010101" pitchFamily="49" charset="-122"/>
                  </a:rPr>
                  <a:t>个值；</a:t>
                </a:r>
                <a:endParaRPr lang="en-US" altLang="zh-CN" sz="3000" dirty="0">
                  <a:solidFill>
                    <a:srgbClr val="FF0000"/>
                  </a:solidFill>
                  <a:latin typeface="楷体" panose="02010609060101010101" pitchFamily="49" charset="-122"/>
                  <a:ea typeface="楷体" panose="02010609060101010101" pitchFamily="49" charset="-122"/>
                </a:endParaRPr>
              </a:p>
            </p:txBody>
          </p:sp>
        </mc:Choice>
        <mc:Fallback>
          <p:sp>
            <p:nvSpPr>
              <p:cNvPr id="21" name="标题 1"/>
              <p:cNvSpPr txBox="1">
                <a:spLocks noRot="1" noChangeAspect="1" noMove="1" noResize="1" noEditPoints="1" noAdjustHandles="1" noChangeArrowheads="1" noChangeShapeType="1" noTextEdit="1"/>
              </p:cNvSpPr>
              <p:nvPr/>
            </p:nvSpPr>
            <p:spPr>
              <a:xfrm>
                <a:off x="2200516" y="4361685"/>
                <a:ext cx="1511759" cy="619148"/>
              </a:xfrm>
              <a:prstGeom prst="rect">
                <a:avLst/>
              </a:prstGeom>
              <a:blipFill rotWithShape="1">
                <a:blip r:embed="rId13"/>
                <a:stretch>
                  <a:fillRect l="-16" t="-5415" r="4" b="-535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2" name="标题 1"/>
              <p:cNvSpPr txBox="1"/>
              <p:nvPr/>
            </p:nvSpPr>
            <p:spPr>
              <a:xfrm>
                <a:off x="5354257" y="4982612"/>
                <a:ext cx="3158840" cy="864194"/>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i="1">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𝑝</m:t>
                            </m:r>
                          </m:num>
                          <m:den>
                            <m:r>
                              <a:rPr lang="en-US" altLang="zh-CN" sz="3000" i="1">
                                <a:latin typeface="Cambria Math" panose="02040503050406030204" pitchFamily="18" charset="0"/>
                                <a:ea typeface="楷体" panose="02010609060101010101" pitchFamily="49" charset="-122"/>
                              </a:rPr>
                              <m:t>𝑞</m:t>
                            </m:r>
                          </m:den>
                        </m:f>
                        <m:r>
                          <a:rPr lang="en-US" altLang="zh-CN" sz="3000" i="1">
                            <a:latin typeface="Cambria Math" panose="02040503050406030204" pitchFamily="18" charset="0"/>
                            <a:ea typeface="楷体" panose="02010609060101010101" pitchFamily="49" charset="-122"/>
                          </a:rPr>
                          <m:t>𝑙𝑛𝑧</m:t>
                        </m:r>
                      </m:sup>
                    </m:sSup>
                    <m:r>
                      <a:rPr lang="en-US" altLang="zh-CN" sz="3000" i="1">
                        <a:latin typeface="Cambria Math" panose="02040503050406030204" pitchFamily="18" charset="0"/>
                        <a:ea typeface="Cambria Math" panose="02040503050406030204" pitchFamily="18" charset="0"/>
                      </a:rPr>
                      <m:t>∙</m:t>
                    </m:r>
                    <m:sSup>
                      <m:sSupPr>
                        <m:ctrlPr>
                          <a:rPr lang="en-US" altLang="zh-CN" sz="3000" i="1">
                            <a:latin typeface="Cambria Math" panose="02040503050406030204" pitchFamily="18" charset="0"/>
                            <a:ea typeface="Cambria Math" panose="02040503050406030204" pitchFamily="18" charset="0"/>
                          </a:rPr>
                        </m:ctrlPr>
                      </m:sSupPr>
                      <m:e>
                        <m:r>
                          <a:rPr lang="en-US" altLang="zh-CN" sz="3000" i="1">
                            <a:latin typeface="Cambria Math" panose="02040503050406030204" pitchFamily="18" charset="0"/>
                            <a:ea typeface="Cambria Math" panose="02040503050406030204" pitchFamily="18" charset="0"/>
                          </a:rPr>
                          <m:t>(</m:t>
                        </m:r>
                        <m:sSup>
                          <m:sSupPr>
                            <m:ctrlPr>
                              <a:rPr lang="en-US" altLang="zh-CN" sz="3000" i="1">
                                <a:latin typeface="Cambria Math" panose="02040503050406030204" pitchFamily="18" charset="0"/>
                                <a:ea typeface="Cambria Math" panose="02040503050406030204" pitchFamily="18" charset="0"/>
                              </a:rPr>
                            </m:ctrlPr>
                          </m:sSupPr>
                          <m:e>
                            <m:r>
                              <a:rPr lang="en-US" altLang="zh-CN" sz="3000" i="1">
                                <a:latin typeface="Cambria Math" panose="02040503050406030204" pitchFamily="18" charset="0"/>
                                <a:ea typeface="Cambria Math" panose="02040503050406030204" pitchFamily="18" charset="0"/>
                              </a:rPr>
                              <m:t>𝑒</m:t>
                            </m:r>
                          </m:e>
                          <m:sup>
                            <m:r>
                              <a:rPr lang="en-US" altLang="zh-CN" sz="3000" i="1">
                                <a:latin typeface="Cambria Math" panose="02040503050406030204" pitchFamily="18" charset="0"/>
                                <a:ea typeface="Cambria Math" panose="02040503050406030204" pitchFamily="18" charset="0"/>
                              </a:rPr>
                              <m:t>2</m:t>
                            </m:r>
                            <m:r>
                              <a:rPr lang="en-US" altLang="zh-CN" sz="3000" i="1">
                                <a:latin typeface="Cambria Math" panose="02040503050406030204" pitchFamily="18" charset="0"/>
                                <a:ea typeface="Cambria Math" panose="02040503050406030204" pitchFamily="18" charset="0"/>
                              </a:rPr>
                              <m:t>𝑝𝑘</m:t>
                            </m:r>
                            <m:r>
                              <a:rPr lang="zh-CN" altLang="en-US" sz="3000" i="1">
                                <a:latin typeface="Cambria Math" panose="02040503050406030204" pitchFamily="18" charset="0"/>
                                <a:ea typeface="Cambria Math" panose="02040503050406030204" pitchFamily="18" charset="0"/>
                              </a:rPr>
                              <m:t>𝜋</m:t>
                            </m:r>
                            <m:r>
                              <a:rPr lang="en-US" altLang="zh-CN" sz="3000" i="1">
                                <a:latin typeface="Cambria Math" panose="02040503050406030204" pitchFamily="18" charset="0"/>
                                <a:ea typeface="Cambria Math" panose="02040503050406030204" pitchFamily="18" charset="0"/>
                              </a:rPr>
                              <m:t>𝑖</m:t>
                            </m:r>
                          </m:sup>
                        </m:sSup>
                        <m:r>
                          <a:rPr lang="en-US" altLang="zh-CN" sz="3000" i="1">
                            <a:latin typeface="Cambria Math" panose="02040503050406030204" pitchFamily="18" charset="0"/>
                            <a:ea typeface="Cambria Math" panose="02040503050406030204" pitchFamily="18" charset="0"/>
                          </a:rPr>
                          <m:t>)</m:t>
                        </m:r>
                      </m:e>
                      <m:sup>
                        <m:f>
                          <m:fPr>
                            <m:ctrlPr>
                              <a:rPr lang="en-US" altLang="zh-CN" sz="3000" i="1">
                                <a:latin typeface="Cambria Math" panose="02040503050406030204" pitchFamily="18" charset="0"/>
                                <a:ea typeface="Cambria Math" panose="02040503050406030204" pitchFamily="18" charset="0"/>
                              </a:rPr>
                            </m:ctrlPr>
                          </m:fPr>
                          <m:num>
                            <m:r>
                              <a:rPr lang="en-US" altLang="zh-CN" sz="3000" i="1">
                                <a:latin typeface="Cambria Math" panose="02040503050406030204" pitchFamily="18" charset="0"/>
                                <a:ea typeface="Cambria Math" panose="02040503050406030204" pitchFamily="18" charset="0"/>
                              </a:rPr>
                              <m:t>1</m:t>
                            </m:r>
                          </m:num>
                          <m:den>
                            <m:r>
                              <a:rPr lang="en-US" altLang="zh-CN" sz="3000" i="1">
                                <a:latin typeface="Cambria Math" panose="02040503050406030204" pitchFamily="18" charset="0"/>
                                <a:ea typeface="Cambria Math" panose="02040503050406030204" pitchFamily="18" charset="0"/>
                              </a:rPr>
                              <m:t>𝑞</m:t>
                            </m:r>
                          </m:den>
                        </m:f>
                      </m:sup>
                    </m:sSup>
                  </m:oMath>
                </a14:m>
                <a:r>
                  <a:rPr lang="en-US" altLang="zh-CN" sz="3000" dirty="0">
                    <a:latin typeface="楷体" panose="02010609060101010101" pitchFamily="49" charset="-122"/>
                    <a:ea typeface="楷体" panose="02010609060101010101" pitchFamily="49" charset="-122"/>
                  </a:rPr>
                  <a:t>,</a:t>
                </a:r>
                <a:endParaRPr lang="en-US" altLang="zh-CN" sz="3000" dirty="0">
                  <a:latin typeface="楷体" panose="02010609060101010101" pitchFamily="49" charset="-122"/>
                  <a:ea typeface="楷体" panose="02010609060101010101" pitchFamily="49" charset="-122"/>
                </a:endParaRPr>
              </a:p>
            </p:txBody>
          </p:sp>
        </mc:Choice>
        <mc:Fallback>
          <p:sp>
            <p:nvSpPr>
              <p:cNvPr id="22" name="标题 1"/>
              <p:cNvSpPr txBox="1">
                <a:spLocks noRot="1" noChangeAspect="1" noMove="1" noResize="1" noEditPoints="1" noAdjustHandles="1" noChangeArrowheads="1" noChangeShapeType="1" noTextEdit="1"/>
              </p:cNvSpPr>
              <p:nvPr/>
            </p:nvSpPr>
            <p:spPr>
              <a:xfrm>
                <a:off x="5354257" y="4982612"/>
                <a:ext cx="3158840" cy="864194"/>
              </a:xfrm>
              <a:prstGeom prst="rect">
                <a:avLst/>
              </a:prstGeom>
              <a:blipFill rotWithShape="1">
                <a:blip r:embed="rId14"/>
                <a:stretch>
                  <a:fillRect l="-18" t="-8717" r="9" b="-862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3" name="标题 1"/>
              <p:cNvSpPr txBox="1"/>
              <p:nvPr/>
            </p:nvSpPr>
            <p:spPr>
              <a:xfrm>
                <a:off x="145689" y="5987032"/>
                <a:ext cx="5367921" cy="61914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solidFill>
                      <a:srgbClr val="FF0000"/>
                    </a:solidFill>
                    <a:ea typeface="楷体" panose="02010609060101010101" pitchFamily="49" charset="-122"/>
                  </a:rPr>
                  <a:t>当</a:t>
                </a:r>
                <a14:m>
                  <m:oMath xmlns:m="http://schemas.openxmlformats.org/officeDocument/2006/math">
                    <m:r>
                      <a:rPr lang="en-US" altLang="zh-CN" sz="3000" i="1">
                        <a:solidFill>
                          <a:srgbClr val="FF0000"/>
                        </a:solidFill>
                        <a:latin typeface="Cambria Math" panose="02040503050406030204" pitchFamily="18" charset="0"/>
                        <a:ea typeface="楷体" panose="02010609060101010101" pitchFamily="49" charset="-122"/>
                      </a:rPr>
                      <m:t>𝑎</m:t>
                    </m:r>
                    <m:r>
                      <a:rPr lang="zh-CN" altLang="en-US" sz="3000" i="1">
                        <a:solidFill>
                          <a:srgbClr val="FF0000"/>
                        </a:solidFill>
                        <a:latin typeface="Cambria Math" panose="02040503050406030204" pitchFamily="18" charset="0"/>
                        <a:ea typeface="楷体" panose="02010609060101010101" pitchFamily="49" charset="-122"/>
                      </a:rPr>
                      <m:t>为</m:t>
                    </m:r>
                  </m:oMath>
                </a14:m>
                <a:r>
                  <a:rPr lang="zh-CN" altLang="en-US" sz="3000" dirty="0">
                    <a:solidFill>
                      <a:srgbClr val="FF0000"/>
                    </a:solidFill>
                    <a:latin typeface="楷体" panose="02010609060101010101" pitchFamily="49" charset="-122"/>
                    <a:ea typeface="楷体" panose="02010609060101010101" pitchFamily="49" charset="-122"/>
                  </a:rPr>
                  <a:t>复数时，</a:t>
                </a:r>
                <a:r>
                  <a:rPr lang="zh-CN" altLang="en-US" sz="3000" dirty="0">
                    <a:latin typeface="楷体" panose="02010609060101010101" pitchFamily="49" charset="-122"/>
                    <a:ea typeface="楷体" panose="02010609060101010101" pitchFamily="49" charset="-122"/>
                  </a:rPr>
                  <a:t>可知不是单值</a:t>
                </a:r>
                <a:r>
                  <a:rPr lang="en-US" altLang="zh-CN" sz="3000" dirty="0">
                    <a:latin typeface="楷体" panose="02010609060101010101" pitchFamily="49" charset="-122"/>
                    <a:ea typeface="楷体" panose="02010609060101010101" pitchFamily="49" charset="-122"/>
                  </a:rPr>
                  <a:t>.</a:t>
                </a:r>
                <a:endParaRPr lang="en-US" altLang="zh-CN" sz="3000" dirty="0">
                  <a:solidFill>
                    <a:srgbClr val="FF0000"/>
                  </a:solidFill>
                  <a:latin typeface="楷体" panose="02010609060101010101" pitchFamily="49" charset="-122"/>
                  <a:ea typeface="楷体" panose="02010609060101010101" pitchFamily="49" charset="-122"/>
                </a:endParaRPr>
              </a:p>
            </p:txBody>
          </p:sp>
        </mc:Choice>
        <mc:Fallback>
          <p:sp>
            <p:nvSpPr>
              <p:cNvPr id="23" name="标题 1"/>
              <p:cNvSpPr txBox="1">
                <a:spLocks noRot="1" noChangeAspect="1" noMove="1" noResize="1" noEditPoints="1" noAdjustHandles="1" noChangeArrowheads="1" noChangeShapeType="1" noTextEdit="1"/>
              </p:cNvSpPr>
              <p:nvPr/>
            </p:nvSpPr>
            <p:spPr>
              <a:xfrm>
                <a:off x="145689" y="5987032"/>
                <a:ext cx="5367921" cy="619148"/>
              </a:xfrm>
              <a:prstGeom prst="rect">
                <a:avLst/>
              </a:prstGeom>
              <a:blipFill rotWithShape="1">
                <a:blip r:embed="rId15"/>
                <a:stretch>
                  <a:fillRect l="-5" t="-6194" r="10" b="-6212"/>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7" grpId="0"/>
      <p:bldP spid="8" grpId="0"/>
      <p:bldP spid="9" grpId="0"/>
      <p:bldP spid="10" grpId="0"/>
      <p:bldP spid="11" grpId="0"/>
      <p:bldP spid="13" grpId="0"/>
      <p:bldP spid="14" grpId="0"/>
      <p:bldP spid="18" grpId="0"/>
      <p:bldP spid="19" grpId="0"/>
      <p:bldP spid="20" grpId="0"/>
      <p:bldP spid="21" grpId="0"/>
      <p:bldP spid="22" grpId="0"/>
      <p:bldP spid="2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标题 1"/>
              <p:cNvSpPr>
                <a:spLocks noGrp="1"/>
              </p:cNvSpPr>
              <p:nvPr>
                <p:ph type="title"/>
              </p:nvPr>
            </p:nvSpPr>
            <p:spPr>
              <a:xfrm>
                <a:off x="50856" y="1283763"/>
                <a:ext cx="8359542" cy="1073026"/>
              </a:xfrm>
            </p:spPr>
            <p:txBody>
              <a:bodyPr>
                <a:noAutofit/>
              </a:bodyPr>
              <a:lstStyle/>
              <a:p>
                <a:pPr marL="457200" indent="-457200">
                  <a:lnSpc>
                    <a:spcPct val="120000"/>
                  </a:lnSpc>
                  <a:buFont typeface="Arial" panose="020B0604020202020204" pitchFamily="34" charset="0"/>
                  <a:buChar char="•"/>
                </a:pPr>
                <a:r>
                  <a:rPr lang="zh-CN" altLang="en-US" sz="3000" dirty="0">
                    <a:latin typeface="楷体" panose="02010609060101010101" pitchFamily="49" charset="-122"/>
                    <a:ea typeface="楷体" panose="02010609060101010101" pitchFamily="49" charset="-122"/>
                  </a:rPr>
                  <a:t>考虑限制在单值分支上的复幂函数的解析性，即考虑对数函数取值为</a:t>
                </a:r>
                <a14:m>
                  <m:oMath xmlns:m="http://schemas.openxmlformats.org/officeDocument/2006/math">
                    <m:r>
                      <a:rPr lang="en-US" altLang="zh-CN" sz="3000" i="1">
                        <a:latin typeface="Cambria Math" panose="02040503050406030204" pitchFamily="18" charset="0"/>
                        <a:ea typeface="楷体" panose="02010609060101010101" pitchFamily="49" charset="-122"/>
                      </a:rPr>
                      <m:t>𝐿</m:t>
                    </m:r>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𝑛</m:t>
                        </m:r>
                      </m:e>
                      <m:sub>
                        <m:r>
                          <a:rPr lang="en-US" altLang="zh-CN" sz="3000" i="1">
                            <a:latin typeface="Cambria Math" panose="02040503050406030204" pitchFamily="18" charset="0"/>
                            <a:ea typeface="楷体" panose="02010609060101010101" pitchFamily="49" charset="-122"/>
                          </a:rPr>
                          <m:t>𝑘</m:t>
                        </m:r>
                      </m:sub>
                    </m:sSub>
                    <m:r>
                      <a:rPr lang="en-US" altLang="zh-CN" sz="3000" b="0" i="1" smtClean="0">
                        <a:latin typeface="Cambria Math" panose="02040503050406030204" pitchFamily="18" charset="0"/>
                        <a:ea typeface="楷体" panose="02010609060101010101" pitchFamily="49" charset="-122"/>
                      </a:rPr>
                      <m:t>𝑧</m:t>
                    </m:r>
                  </m:oMath>
                </a14:m>
                <a:r>
                  <a:rPr lang="zh-CN" altLang="en-US" sz="3000" dirty="0">
                    <a:latin typeface="楷体" panose="02010609060101010101" pitchFamily="49" charset="-122"/>
                    <a:ea typeface="楷体" panose="02010609060101010101" pitchFamily="49" charset="-122"/>
                  </a:rPr>
                  <a:t>。根据复合函数求导数的链式法则，</a:t>
                </a:r>
                <a:r>
                  <a:rPr lang="en-US" altLang="zh-CN" sz="3000" dirty="0">
                    <a:ea typeface="楷体" panose="02010609060101010101" pitchFamily="49" charset="-122"/>
                  </a:rPr>
                  <a:t> </a:t>
                </a:r>
                <a14:m>
                  <m:oMath xmlns:m="http://schemas.openxmlformats.org/officeDocument/2006/math">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𝑎𝐿</m:t>
                        </m:r>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𝑛</m:t>
                            </m:r>
                          </m:e>
                          <m:sub>
                            <m:r>
                              <a:rPr lang="en-US" altLang="zh-CN" sz="3000" i="1">
                                <a:latin typeface="Cambria Math" panose="02040503050406030204" pitchFamily="18" charset="0"/>
                                <a:ea typeface="楷体" panose="02010609060101010101" pitchFamily="49" charset="-122"/>
                              </a:rPr>
                              <m:t>𝑘</m:t>
                            </m:r>
                          </m:sub>
                        </m:sSub>
                        <m:r>
                          <a:rPr lang="en-US" altLang="zh-CN" sz="3000" i="1">
                            <a:latin typeface="Cambria Math" panose="02040503050406030204" pitchFamily="18" charset="0"/>
                            <a:ea typeface="楷体" panose="02010609060101010101" pitchFamily="49" charset="-122"/>
                          </a:rPr>
                          <m:t>𝑧</m:t>
                        </m:r>
                      </m:sup>
                    </m:sSup>
                  </m:oMath>
                </a14:m>
                <a:r>
                  <a:rPr lang="zh-CN" altLang="en-US" sz="3000" dirty="0">
                    <a:latin typeface="楷体" panose="02010609060101010101" pitchFamily="49" charset="-122"/>
                    <a:ea typeface="楷体" panose="02010609060101010101" pitchFamily="49" charset="-122"/>
                  </a:rPr>
                  <a:t>的解析区域与</a:t>
                </a:r>
                <a14:m>
                  <m:oMath xmlns:m="http://schemas.openxmlformats.org/officeDocument/2006/math">
                    <m:r>
                      <a:rPr lang="en-US" altLang="zh-CN" sz="3000" i="1">
                        <a:latin typeface="Cambria Math" panose="02040503050406030204" pitchFamily="18" charset="0"/>
                        <a:ea typeface="楷体" panose="02010609060101010101" pitchFamily="49" charset="-122"/>
                      </a:rPr>
                      <m:t>𝐿</m:t>
                    </m:r>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𝑛</m:t>
                        </m:r>
                      </m:e>
                      <m:sub>
                        <m:r>
                          <a:rPr lang="en-US" altLang="zh-CN" sz="3000" i="1">
                            <a:latin typeface="Cambria Math" panose="02040503050406030204" pitchFamily="18" charset="0"/>
                            <a:ea typeface="楷体" panose="02010609060101010101" pitchFamily="49" charset="-122"/>
                          </a:rPr>
                          <m:t>𝑘</m:t>
                        </m:r>
                      </m:sub>
                    </m:sSub>
                    <m:r>
                      <a:rPr lang="en-US" altLang="zh-CN" sz="3000" i="1">
                        <a:latin typeface="Cambria Math" panose="02040503050406030204" pitchFamily="18" charset="0"/>
                        <a:ea typeface="楷体" panose="02010609060101010101" pitchFamily="49" charset="-122"/>
                      </a:rPr>
                      <m:t>𝑧</m:t>
                    </m:r>
                  </m:oMath>
                </a14:m>
                <a:r>
                  <a:rPr lang="zh-CN" altLang="en-US" sz="3000" dirty="0">
                    <a:latin typeface="楷体" panose="02010609060101010101" pitchFamily="49" charset="-122"/>
                    <a:ea typeface="楷体" panose="02010609060101010101" pitchFamily="49" charset="-122"/>
                  </a:rPr>
                  <a:t>的解析区域相同，且</a:t>
                </a:r>
                <a:endParaRPr lang="zh-CN" altLang="en-US" sz="3000" dirty="0">
                  <a:latin typeface="楷体" panose="02010609060101010101" pitchFamily="49" charset="-122"/>
                  <a:ea typeface="楷体" panose="02010609060101010101" pitchFamily="49" charset="-122"/>
                </a:endParaRPr>
              </a:p>
            </p:txBody>
          </p:sp>
        </mc:Choice>
        <mc:Fallback>
          <p:sp>
            <p:nvSpPr>
              <p:cNvPr id="2" name="标题 1"/>
              <p:cNvSpPr>
                <a:spLocks noRot="1" noChangeAspect="1" noMove="1" noResize="1" noEditPoints="1" noAdjustHandles="1" noChangeArrowheads="1" noChangeShapeType="1" noTextEdit="1"/>
              </p:cNvSpPr>
              <p:nvPr>
                <p:ph type="title"/>
              </p:nvPr>
            </p:nvSpPr>
            <p:spPr>
              <a:xfrm>
                <a:off x="50856" y="1283763"/>
                <a:ext cx="8359542" cy="1073026"/>
              </a:xfrm>
              <a:blipFill rotWithShape="1">
                <a:blip r:embed="rId1"/>
                <a:stretch>
                  <a:fillRect l="-1" t="-53360" r="5" b="-53291"/>
                </a:stretch>
              </a:blipFill>
            </p:spPr>
            <p:txBody>
              <a:bodyPr/>
              <a:lstStyle/>
              <a:p>
                <a:r>
                  <a:rPr lang="zh-CN" altLang="en-US">
                    <a:noFill/>
                  </a:rPr>
                  <a:t> </a:t>
                </a:r>
              </a:p>
            </p:txBody>
          </p:sp>
        </mc:Fallback>
      </mc:AlternateContent>
      <p:sp>
        <p:nvSpPr>
          <p:cNvPr id="12"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2.3 </a:t>
            </a:r>
            <a:r>
              <a:rPr lang="zh-CN" altLang="en-US" sz="1800" b="1" dirty="0">
                <a:latin typeface="楷体" panose="02010609060101010101" pitchFamily="49" charset="-122"/>
                <a:ea typeface="楷体" panose="02010609060101010101" pitchFamily="49" charset="-122"/>
              </a:rPr>
              <a:t>初等函数</a:t>
            </a:r>
            <a:endParaRPr lang="zh-CN" altLang="en-US" sz="1800" b="1" dirty="0">
              <a:latin typeface="楷体" panose="02010609060101010101" pitchFamily="49" charset="-122"/>
              <a:ea typeface="楷体" panose="02010609060101010101" pitchFamily="49" charset="-122"/>
            </a:endParaRPr>
          </a:p>
        </p:txBody>
      </p:sp>
      <p:cxnSp>
        <p:nvCxnSpPr>
          <p:cNvPr id="13" name="直接连接符 12"/>
          <p:cNvCxnSpPr/>
          <p:nvPr/>
        </p:nvCxnSpPr>
        <p:spPr>
          <a:xfrm flipV="1">
            <a:off x="0" y="573451"/>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4" name="标题 1"/>
              <p:cNvSpPr txBox="1"/>
              <p:nvPr/>
            </p:nvSpPr>
            <p:spPr>
              <a:xfrm>
                <a:off x="302726" y="4509791"/>
                <a:ext cx="1161834" cy="74301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b="0" i="1" smtClean="0">
                          <a:latin typeface="Cambria Math" panose="02040503050406030204" pitchFamily="18" charset="0"/>
                          <a:ea typeface="楷体" panose="02010609060101010101" pitchFamily="49" charset="-122"/>
                        </a:rPr>
                        <m:t>𝐸𝑔</m:t>
                      </m:r>
                      <m:r>
                        <a:rPr lang="en-US" altLang="zh-CN" sz="3000" b="0" i="1" smtClean="0">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𝑖</m:t>
                          </m:r>
                        </m:e>
                        <m:sup>
                          <m:r>
                            <a:rPr lang="en-US" altLang="zh-CN" sz="3000" i="1">
                              <a:latin typeface="Cambria Math" panose="02040503050406030204" pitchFamily="18" charset="0"/>
                              <a:ea typeface="楷体" panose="02010609060101010101" pitchFamily="49" charset="-122"/>
                            </a:rPr>
                            <m:t>𝑖</m:t>
                          </m:r>
                        </m:sup>
                      </m:sSup>
                    </m:oMath>
                  </m:oMathPara>
                </a14:m>
                <a:endParaRPr lang="en-US" altLang="zh-CN" sz="3000" dirty="0">
                  <a:latin typeface="楷体" panose="02010609060101010101" pitchFamily="49" charset="-122"/>
                  <a:ea typeface="楷体" panose="02010609060101010101" pitchFamily="49" charset="-122"/>
                </a:endParaRPr>
              </a:p>
            </p:txBody>
          </p:sp>
        </mc:Choice>
        <mc:Fallback>
          <p:sp>
            <p:nvSpPr>
              <p:cNvPr id="14" name="标题 1"/>
              <p:cNvSpPr txBox="1">
                <a:spLocks noRot="1" noChangeAspect="1" noMove="1" noResize="1" noEditPoints="1" noAdjustHandles="1" noChangeArrowheads="1" noChangeShapeType="1" noTextEdit="1"/>
              </p:cNvSpPr>
              <p:nvPr/>
            </p:nvSpPr>
            <p:spPr>
              <a:xfrm>
                <a:off x="302726" y="4509791"/>
                <a:ext cx="1161834" cy="743018"/>
              </a:xfrm>
              <a:prstGeom prst="rect">
                <a:avLst/>
              </a:prstGeom>
              <a:blipFill rotWithShape="1">
                <a:blip r:embed="rId2"/>
                <a:stretch>
                  <a:fillRect l="-40" t="-3" r="22" b="1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标题 1"/>
              <p:cNvSpPr txBox="1"/>
              <p:nvPr/>
            </p:nvSpPr>
            <p:spPr>
              <a:xfrm>
                <a:off x="302726" y="5154981"/>
                <a:ext cx="5391741" cy="74301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b="0" dirty="0">
                    <a:ea typeface="楷体" panose="02010609060101010101" pitchFamily="49" charset="-122"/>
                  </a:rPr>
                  <a:t>解</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𝑖</m:t>
                        </m:r>
                      </m:e>
                      <m:sup>
                        <m:r>
                          <a:rPr lang="en-US" altLang="zh-CN" sz="3000" i="1">
                            <a:latin typeface="Cambria Math" panose="02040503050406030204" pitchFamily="18" charset="0"/>
                            <a:ea typeface="楷体" panose="02010609060101010101" pitchFamily="49" charset="-122"/>
                          </a:rPr>
                          <m:t>𝑖</m:t>
                        </m:r>
                      </m:sup>
                    </m:sSup>
                    <m:r>
                      <a:rPr lang="en-US" altLang="zh-CN" sz="3000" b="0" i="1" smtClean="0">
                        <a:latin typeface="Cambria Math" panose="02040503050406030204" pitchFamily="18" charset="0"/>
                        <a:ea typeface="楷体" panose="02010609060101010101" pitchFamily="49" charset="-122"/>
                      </a:rPr>
                      <m:t>=</m:t>
                    </m:r>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𝑒</m:t>
                        </m:r>
                      </m:e>
                      <m:sup>
                        <m:r>
                          <a:rPr lang="en-US" altLang="zh-CN" sz="3000" b="0" i="1" smtClean="0">
                            <a:latin typeface="Cambria Math" panose="02040503050406030204" pitchFamily="18" charset="0"/>
                            <a:ea typeface="楷体" panose="02010609060101010101" pitchFamily="49" charset="-122"/>
                          </a:rPr>
                          <m:t>𝑖𝐿𝑛𝑖</m:t>
                        </m:r>
                      </m:sup>
                    </m:sSup>
                    <m:r>
                      <a:rPr lang="en-US" altLang="zh-CN" sz="3000" b="0" i="1" smtClean="0">
                        <a:latin typeface="Cambria Math" panose="02040503050406030204" pitchFamily="18" charset="0"/>
                        <a:ea typeface="楷体" panose="02010609060101010101" pitchFamily="49" charset="-122"/>
                      </a:rPr>
                      <m:t>=</m:t>
                    </m:r>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𝑒</m:t>
                        </m:r>
                      </m:e>
                      <m:sup>
                        <m:r>
                          <a:rPr lang="en-US" altLang="zh-CN" sz="3000" b="0" i="1" smtClean="0">
                            <a:latin typeface="Cambria Math" panose="02040503050406030204" pitchFamily="18" charset="0"/>
                            <a:ea typeface="楷体" panose="02010609060101010101" pitchFamily="49" charset="-122"/>
                          </a:rPr>
                          <m:t>𝑖</m:t>
                        </m:r>
                        <m:r>
                          <a:rPr lang="en-US" altLang="zh-CN" sz="3000" b="0" i="1" smtClean="0">
                            <a:latin typeface="Cambria Math" panose="02040503050406030204" pitchFamily="18" charset="0"/>
                            <a:ea typeface="楷体" panose="02010609060101010101" pitchFamily="49" charset="-122"/>
                          </a:rPr>
                          <m:t>(</m:t>
                        </m:r>
                        <m:func>
                          <m:funcPr>
                            <m:ctrlPr>
                              <a:rPr lang="en-US" altLang="zh-CN" sz="3000" b="0" i="1" smtClean="0">
                                <a:latin typeface="Cambria Math" panose="02040503050406030204" pitchFamily="18" charset="0"/>
                                <a:ea typeface="楷体" panose="02010609060101010101" pitchFamily="49" charset="-122"/>
                              </a:rPr>
                            </m:ctrlPr>
                          </m:funcPr>
                          <m:fName>
                            <m:r>
                              <a:rPr lang="en-US" altLang="zh-CN" sz="3000" b="0" i="1" smtClean="0">
                                <a:latin typeface="Cambria Math" panose="02040503050406030204" pitchFamily="18" charset="0"/>
                                <a:ea typeface="楷体" panose="02010609060101010101" pitchFamily="49" charset="-122"/>
                              </a:rPr>
                              <m:t>𝑙𝑛</m:t>
                            </m:r>
                          </m:fName>
                          <m:e>
                            <m:d>
                              <m:dPr>
                                <m:begChr m:val="|"/>
                                <m:endChr m:val="|"/>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𝑖</m:t>
                                </m:r>
                              </m:e>
                            </m:d>
                          </m:e>
                        </m:func>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𝑖</m:t>
                        </m:r>
                        <m:r>
                          <a:rPr lang="en-US" altLang="zh-CN" sz="3000" b="0" i="1" smtClean="0">
                            <a:latin typeface="Cambria Math" panose="02040503050406030204" pitchFamily="18" charset="0"/>
                            <a:ea typeface="楷体" panose="02010609060101010101" pitchFamily="49" charset="-122"/>
                          </a:rPr>
                          <m:t>(</m:t>
                        </m:r>
                        <m:f>
                          <m:fPr>
                            <m:ctrlPr>
                              <a:rPr lang="en-US" altLang="zh-CN" sz="3000" b="0" i="1" smtClean="0">
                                <a:latin typeface="Cambria Math" panose="02040503050406030204" pitchFamily="18" charset="0"/>
                                <a:ea typeface="楷体" panose="02010609060101010101" pitchFamily="49" charset="-122"/>
                              </a:rPr>
                            </m:ctrlPr>
                          </m:fPr>
                          <m:num>
                            <m:r>
                              <a:rPr lang="zh-CN" altLang="en-US" sz="3000" b="0" i="1" smtClean="0">
                                <a:latin typeface="Cambria Math" panose="02040503050406030204" pitchFamily="18" charset="0"/>
                                <a:ea typeface="楷体" panose="02010609060101010101" pitchFamily="49" charset="-122"/>
                              </a:rPr>
                              <m:t>𝜋</m:t>
                            </m:r>
                          </m:num>
                          <m:den>
                            <m:r>
                              <a:rPr lang="en-US" altLang="zh-CN" sz="3000" b="0" i="1" smtClean="0">
                                <a:latin typeface="Cambria Math" panose="02040503050406030204" pitchFamily="18" charset="0"/>
                                <a:ea typeface="楷体" panose="02010609060101010101" pitchFamily="49" charset="-122"/>
                              </a:rPr>
                              <m:t>2</m:t>
                            </m:r>
                          </m:den>
                        </m:f>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𝑘</m:t>
                        </m:r>
                        <m:r>
                          <a:rPr lang="zh-CN" altLang="en-US" sz="3000" b="0" i="1" smtClean="0">
                            <a:latin typeface="Cambria Math" panose="02040503050406030204" pitchFamily="18" charset="0"/>
                            <a:ea typeface="楷体" panose="02010609060101010101" pitchFamily="49" charset="-122"/>
                          </a:rPr>
                          <m:t>𝜋</m:t>
                        </m:r>
                        <m:r>
                          <a:rPr lang="en-US" altLang="zh-CN" sz="3000" b="0" i="1" smtClean="0">
                            <a:latin typeface="Cambria Math" panose="02040503050406030204" pitchFamily="18" charset="0"/>
                            <a:ea typeface="楷体" panose="02010609060101010101" pitchFamily="49" charset="-122"/>
                          </a:rPr>
                          <m:t>))</m:t>
                        </m:r>
                      </m:sup>
                    </m:sSup>
                  </m:oMath>
                </a14:m>
                <a:endParaRPr lang="en-US" altLang="zh-CN" sz="3000" dirty="0">
                  <a:latin typeface="楷体" panose="02010609060101010101" pitchFamily="49" charset="-122"/>
                  <a:ea typeface="楷体" panose="02010609060101010101" pitchFamily="49" charset="-122"/>
                </a:endParaRPr>
              </a:p>
            </p:txBody>
          </p:sp>
        </mc:Choice>
        <mc:Fallback>
          <p:sp>
            <p:nvSpPr>
              <p:cNvPr id="15" name="标题 1"/>
              <p:cNvSpPr txBox="1">
                <a:spLocks noRot="1" noChangeAspect="1" noMove="1" noResize="1" noEditPoints="1" noAdjustHandles="1" noChangeArrowheads="1" noChangeShapeType="1" noTextEdit="1"/>
              </p:cNvSpPr>
              <p:nvPr/>
            </p:nvSpPr>
            <p:spPr>
              <a:xfrm>
                <a:off x="302726" y="5154981"/>
                <a:ext cx="5391741" cy="743018"/>
              </a:xfrm>
              <a:prstGeom prst="rect">
                <a:avLst/>
              </a:prstGeom>
              <a:blipFill rotWithShape="1">
                <a:blip r:embed="rId3"/>
                <a:stretch>
                  <a:fillRect l="-9" t="-4536" r="8" b="-468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标题 1"/>
              <p:cNvSpPr txBox="1"/>
              <p:nvPr/>
            </p:nvSpPr>
            <p:spPr>
              <a:xfrm>
                <a:off x="5443261" y="5101204"/>
                <a:ext cx="2101908" cy="74301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r>
                                <a:rPr lang="zh-CN" altLang="en-US" sz="3000" i="1">
                                  <a:latin typeface="Cambria Math" panose="02040503050406030204" pitchFamily="18" charset="0"/>
                                  <a:ea typeface="楷体" panose="02010609060101010101" pitchFamily="49" charset="-122"/>
                                </a:rPr>
                                <m:t>𝜋</m:t>
                              </m:r>
                            </m:num>
                            <m:den>
                              <m:r>
                                <a:rPr lang="en-US" altLang="zh-CN" sz="3000" i="1">
                                  <a:latin typeface="Cambria Math" panose="02040503050406030204" pitchFamily="18" charset="0"/>
                                  <a:ea typeface="楷体" panose="02010609060101010101" pitchFamily="49" charset="-122"/>
                                </a:rPr>
                                <m:t>2</m:t>
                              </m:r>
                            </m:den>
                          </m:f>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2</m:t>
                          </m:r>
                          <m:r>
                            <a:rPr lang="en-US" altLang="zh-CN" sz="3000" i="1">
                              <a:latin typeface="Cambria Math" panose="02040503050406030204" pitchFamily="18" charset="0"/>
                              <a:ea typeface="楷体" panose="02010609060101010101" pitchFamily="49" charset="-122"/>
                            </a:rPr>
                            <m:t>𝑘</m:t>
                          </m:r>
                          <m:r>
                            <a:rPr lang="zh-CN" altLang="en-US" sz="3000" i="1">
                              <a:latin typeface="Cambria Math" panose="02040503050406030204" pitchFamily="18" charset="0"/>
                              <a:ea typeface="楷体" panose="02010609060101010101" pitchFamily="49" charset="-122"/>
                            </a:rPr>
                            <m:t>𝜋</m:t>
                          </m:r>
                          <m:r>
                            <a:rPr lang="en-US" altLang="zh-CN" sz="3000" i="1">
                              <a:latin typeface="Cambria Math" panose="02040503050406030204" pitchFamily="18" charset="0"/>
                              <a:ea typeface="楷体" panose="02010609060101010101" pitchFamily="49" charset="-122"/>
                            </a:rPr>
                            <m:t>)</m:t>
                          </m:r>
                        </m:sup>
                      </m:sSup>
                    </m:oMath>
                  </m:oMathPara>
                </a14:m>
                <a:endParaRPr lang="en-US" altLang="zh-CN" sz="3000" dirty="0">
                  <a:latin typeface="楷体" panose="02010609060101010101" pitchFamily="49" charset="-122"/>
                  <a:ea typeface="楷体" panose="02010609060101010101" pitchFamily="49" charset="-122"/>
                </a:endParaRPr>
              </a:p>
            </p:txBody>
          </p:sp>
        </mc:Choice>
        <mc:Fallback>
          <p:sp>
            <p:nvSpPr>
              <p:cNvPr id="16" name="标题 1"/>
              <p:cNvSpPr txBox="1">
                <a:spLocks noRot="1" noChangeAspect="1" noMove="1" noResize="1" noEditPoints="1" noAdjustHandles="1" noChangeArrowheads="1" noChangeShapeType="1" noTextEdit="1"/>
              </p:cNvSpPr>
              <p:nvPr/>
            </p:nvSpPr>
            <p:spPr>
              <a:xfrm>
                <a:off x="5443261" y="5101204"/>
                <a:ext cx="2101908" cy="743018"/>
              </a:xfrm>
              <a:prstGeom prst="rect">
                <a:avLst/>
              </a:prstGeom>
              <a:blipFill rotWithShape="1">
                <a:blip r:embed="rId4"/>
                <a:stretch>
                  <a:fillRect l="-2" t="-2597" r="5" b="-260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7" name="标题 1"/>
              <p:cNvSpPr txBox="1"/>
              <p:nvPr/>
            </p:nvSpPr>
            <p:spPr>
              <a:xfrm>
                <a:off x="395145" y="2951770"/>
                <a:ext cx="8086433" cy="107302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14:m>
                  <m:oMathPara xmlns:m="http://schemas.openxmlformats.org/officeDocument/2006/math">
                    <m:oMathParaPr>
                      <m:jc m:val="centerGroup"/>
                    </m:oMathParaPr>
                    <m:oMath xmlns:m="http://schemas.openxmlformats.org/officeDocument/2006/math">
                      <m:sSup>
                        <m:sSupPr>
                          <m:ctrlPr>
                            <a:rPr lang="en-US" altLang="zh-CN" sz="3000" i="1" smtClean="0">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𝑧</m:t>
                              </m:r>
                            </m:e>
                            <m:sup>
                              <m:r>
                                <a:rPr lang="en-US" altLang="zh-CN" sz="3000" i="1">
                                  <a:latin typeface="Cambria Math" panose="02040503050406030204" pitchFamily="18" charset="0"/>
                                  <a:ea typeface="楷体" panose="02010609060101010101" pitchFamily="49" charset="-122"/>
                                </a:rPr>
                                <m:t>𝑎</m:t>
                              </m:r>
                            </m:sup>
                          </m:sSup>
                          <m:r>
                            <a:rPr lang="en-US" altLang="zh-CN" sz="3000" i="1">
                              <a:latin typeface="Cambria Math" panose="02040503050406030204" pitchFamily="18" charset="0"/>
                              <a:ea typeface="楷体" panose="02010609060101010101" pitchFamily="49" charset="-122"/>
                            </a:rPr>
                            <m:t>)</m:t>
                          </m:r>
                        </m:e>
                        <m:sup>
                          <m:r>
                            <a:rPr lang="en-US" altLang="zh-CN" sz="3000" i="1">
                              <a:latin typeface="Cambria Math" panose="02040503050406030204" pitchFamily="18" charset="0"/>
                              <a:ea typeface="楷体" panose="02010609060101010101" pitchFamily="49" charset="-122"/>
                            </a:rPr>
                            <m:t>′</m:t>
                          </m:r>
                        </m:sup>
                      </m:sSup>
                      <m:r>
                        <a:rPr lang="en-US" altLang="zh-CN" sz="3000" i="1">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𝑎𝐿</m:t>
                              </m:r>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𝑛</m:t>
                                  </m:r>
                                </m:e>
                                <m:sub>
                                  <m:r>
                                    <a:rPr lang="en-US" altLang="zh-CN" sz="3000" i="1">
                                      <a:latin typeface="Cambria Math" panose="02040503050406030204" pitchFamily="18" charset="0"/>
                                      <a:ea typeface="楷体" panose="02010609060101010101" pitchFamily="49" charset="-122"/>
                                    </a:rPr>
                                    <m:t>𝑘</m:t>
                                  </m:r>
                                </m:sub>
                              </m:sSub>
                              <m:r>
                                <a:rPr lang="en-US" altLang="zh-CN" sz="3000" i="1">
                                  <a:latin typeface="Cambria Math" panose="02040503050406030204" pitchFamily="18" charset="0"/>
                                  <a:ea typeface="楷体" panose="02010609060101010101" pitchFamily="49" charset="-122"/>
                                </a:rPr>
                                <m:t>𝑧</m:t>
                              </m:r>
                            </m:sup>
                          </m:sSup>
                          <m:r>
                            <a:rPr lang="en-US" altLang="zh-CN" sz="3000" i="1">
                              <a:latin typeface="Cambria Math" panose="02040503050406030204" pitchFamily="18" charset="0"/>
                              <a:ea typeface="楷体" panose="02010609060101010101" pitchFamily="49" charset="-122"/>
                            </a:rPr>
                            <m:t>)</m:t>
                          </m:r>
                        </m:e>
                        <m:sup>
                          <m:r>
                            <a:rPr lang="en-US" altLang="zh-CN" sz="3000" i="1">
                              <a:latin typeface="Cambria Math" panose="02040503050406030204" pitchFamily="18" charset="0"/>
                              <a:ea typeface="楷体" panose="02010609060101010101" pitchFamily="49" charset="-122"/>
                            </a:rPr>
                            <m:t>′</m:t>
                          </m:r>
                        </m:sup>
                      </m:sSup>
                      <m:r>
                        <a:rPr lang="en-US" altLang="zh-CN" sz="3000" i="1">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𝑎𝐿</m:t>
                          </m:r>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𝑛</m:t>
                              </m:r>
                            </m:e>
                            <m:sub>
                              <m:r>
                                <a:rPr lang="en-US" altLang="zh-CN" sz="3000" i="1">
                                  <a:latin typeface="Cambria Math" panose="02040503050406030204" pitchFamily="18" charset="0"/>
                                  <a:ea typeface="楷体" panose="02010609060101010101" pitchFamily="49" charset="-122"/>
                                </a:rPr>
                                <m:t>𝑘</m:t>
                              </m:r>
                            </m:sub>
                          </m:sSub>
                          <m:r>
                            <a:rPr lang="en-US" altLang="zh-CN" sz="3000" i="1">
                              <a:latin typeface="Cambria Math" panose="02040503050406030204" pitchFamily="18" charset="0"/>
                              <a:ea typeface="楷体" panose="02010609060101010101" pitchFamily="49" charset="-122"/>
                            </a:rPr>
                            <m:t>𝑧</m:t>
                          </m:r>
                        </m:sup>
                      </m:sSup>
                      <m:r>
                        <a:rPr lang="en-US" altLang="zh-CN" sz="3000" i="1">
                          <a:latin typeface="Cambria Math" panose="02040503050406030204" pitchFamily="18" charset="0"/>
                          <a:ea typeface="Cambria Math" panose="02040503050406030204" pitchFamily="18" charset="0"/>
                        </a:rPr>
                        <m:t>∙</m:t>
                      </m:r>
                      <m:sSup>
                        <m:sSupPr>
                          <m:ctrlPr>
                            <a:rPr lang="en-US" altLang="zh-CN" sz="3000" i="1">
                              <a:latin typeface="Cambria Math" panose="02040503050406030204" pitchFamily="18" charset="0"/>
                              <a:ea typeface="Cambria Math" panose="02040503050406030204" pitchFamily="18" charset="0"/>
                            </a:rPr>
                          </m:ctrlPr>
                        </m:sSupPr>
                        <m:e>
                          <m:d>
                            <m:dPr>
                              <m:ctrlPr>
                                <a:rPr lang="en-US" altLang="zh-CN" sz="3000" i="1">
                                  <a:latin typeface="Cambria Math" panose="02040503050406030204" pitchFamily="18" charset="0"/>
                                  <a:ea typeface="Cambria Math" panose="02040503050406030204" pitchFamily="18" charset="0"/>
                                </a:rPr>
                              </m:ctrlPr>
                            </m:dPr>
                            <m:e>
                              <m:r>
                                <a:rPr lang="en-US" altLang="zh-CN" sz="3000" i="1">
                                  <a:latin typeface="Cambria Math" panose="02040503050406030204" pitchFamily="18" charset="0"/>
                                  <a:ea typeface="Cambria Math" panose="02040503050406030204" pitchFamily="18" charset="0"/>
                                </a:rPr>
                                <m:t>𝑎𝐿</m:t>
                              </m:r>
                              <m:sSubSup>
                                <m:sSubSupPr>
                                  <m:ctrlPr>
                                    <a:rPr lang="en-US" altLang="zh-CN" sz="3000" i="1">
                                      <a:latin typeface="Cambria Math" panose="02040503050406030204" pitchFamily="18" charset="0"/>
                                      <a:ea typeface="Cambria Math" panose="02040503050406030204" pitchFamily="18" charset="0"/>
                                    </a:rPr>
                                  </m:ctrlPr>
                                </m:sSubSupPr>
                                <m:e>
                                  <m:r>
                                    <a:rPr lang="en-US" altLang="zh-CN" sz="3000" i="1">
                                      <a:latin typeface="Cambria Math" panose="02040503050406030204" pitchFamily="18" charset="0"/>
                                      <a:ea typeface="Cambria Math" panose="02040503050406030204" pitchFamily="18" charset="0"/>
                                    </a:rPr>
                                    <m:t>𝑛</m:t>
                                  </m:r>
                                </m:e>
                                <m:sub>
                                  <m:r>
                                    <a:rPr lang="en-US" altLang="zh-CN" sz="3000" i="1">
                                      <a:latin typeface="Cambria Math" panose="02040503050406030204" pitchFamily="18" charset="0"/>
                                      <a:ea typeface="Cambria Math" panose="02040503050406030204" pitchFamily="18" charset="0"/>
                                    </a:rPr>
                                    <m:t>𝑘</m:t>
                                  </m:r>
                                </m:sub>
                                <m:sup/>
                              </m:sSubSup>
                              <m:r>
                                <a:rPr lang="en-US" altLang="zh-CN" sz="3000" i="1">
                                  <a:latin typeface="Cambria Math" panose="02040503050406030204" pitchFamily="18" charset="0"/>
                                  <a:ea typeface="Cambria Math" panose="02040503050406030204" pitchFamily="18" charset="0"/>
                                </a:rPr>
                                <m:t>𝑧</m:t>
                              </m:r>
                            </m:e>
                          </m:d>
                        </m:e>
                        <m:sup>
                          <m:r>
                            <a:rPr lang="en-US" altLang="zh-CN" sz="3000" i="1">
                              <a:latin typeface="Cambria Math" panose="02040503050406030204" pitchFamily="18" charset="0"/>
                              <a:ea typeface="Cambria Math" panose="02040503050406030204" pitchFamily="18" charset="0"/>
                            </a:rPr>
                            <m:t>′</m:t>
                          </m:r>
                        </m:sup>
                      </m:sSup>
                      <m:r>
                        <a:rPr lang="en-US" altLang="zh-CN" sz="3000" i="1">
                          <a:latin typeface="Cambria Math" panose="02040503050406030204" pitchFamily="18" charset="0"/>
                          <a:ea typeface="Cambria Math" panose="02040503050406030204" pitchFamily="18" charset="0"/>
                        </a:rPr>
                        <m:t>=</m:t>
                      </m:r>
                      <m:r>
                        <a:rPr lang="en-US" altLang="zh-CN" sz="3000" i="1">
                          <a:latin typeface="Cambria Math" panose="02040503050406030204" pitchFamily="18" charset="0"/>
                          <a:ea typeface="Cambria Math" panose="02040503050406030204" pitchFamily="18" charset="0"/>
                        </a:rPr>
                        <m:t>𝑎</m:t>
                      </m:r>
                      <m:sSup>
                        <m:sSupPr>
                          <m:ctrlPr>
                            <a:rPr lang="en-US" altLang="zh-CN" sz="3000" i="1">
                              <a:latin typeface="Cambria Math" panose="02040503050406030204" pitchFamily="18" charset="0"/>
                              <a:ea typeface="Cambria Math" panose="02040503050406030204" pitchFamily="18" charset="0"/>
                            </a:rPr>
                          </m:ctrlPr>
                        </m:sSupPr>
                        <m:e>
                          <m:r>
                            <a:rPr lang="en-US" altLang="zh-CN" sz="3000" i="1">
                              <a:latin typeface="Cambria Math" panose="02040503050406030204" pitchFamily="18" charset="0"/>
                              <a:ea typeface="Cambria Math" panose="02040503050406030204" pitchFamily="18" charset="0"/>
                            </a:rPr>
                            <m:t>𝑧</m:t>
                          </m:r>
                        </m:e>
                        <m:sup>
                          <m:r>
                            <a:rPr lang="en-US" altLang="zh-CN" sz="3000" i="1">
                              <a:latin typeface="Cambria Math" panose="02040503050406030204" pitchFamily="18" charset="0"/>
                              <a:ea typeface="Cambria Math" panose="02040503050406030204" pitchFamily="18" charset="0"/>
                            </a:rPr>
                            <m:t>𝑎</m:t>
                          </m:r>
                        </m:sup>
                      </m:sSup>
                      <m:r>
                        <a:rPr lang="en-US" altLang="zh-CN" sz="3000" i="1">
                          <a:latin typeface="Cambria Math" panose="02040503050406030204" pitchFamily="18" charset="0"/>
                          <a:ea typeface="Cambria Math" panose="02040503050406030204" pitchFamily="18" charset="0"/>
                        </a:rPr>
                        <m:t>∙</m:t>
                      </m:r>
                      <m:f>
                        <m:fPr>
                          <m:ctrlPr>
                            <a:rPr lang="en-US" altLang="zh-CN" sz="3000" i="1">
                              <a:latin typeface="Cambria Math" panose="02040503050406030204" pitchFamily="18" charset="0"/>
                              <a:ea typeface="Cambria Math" panose="02040503050406030204" pitchFamily="18" charset="0"/>
                            </a:rPr>
                          </m:ctrlPr>
                        </m:fPr>
                        <m:num>
                          <m:r>
                            <a:rPr lang="en-US" altLang="zh-CN" sz="3000" i="1">
                              <a:latin typeface="Cambria Math" panose="02040503050406030204" pitchFamily="18" charset="0"/>
                              <a:ea typeface="Cambria Math" panose="02040503050406030204" pitchFamily="18" charset="0"/>
                            </a:rPr>
                            <m:t>1</m:t>
                          </m:r>
                        </m:num>
                        <m:den>
                          <m:r>
                            <a:rPr lang="en-US" altLang="zh-CN" sz="3000" i="1">
                              <a:latin typeface="Cambria Math" panose="02040503050406030204" pitchFamily="18" charset="0"/>
                              <a:ea typeface="Cambria Math" panose="02040503050406030204" pitchFamily="18" charset="0"/>
                            </a:rPr>
                            <m:t>𝑧</m:t>
                          </m:r>
                        </m:den>
                      </m:f>
                    </m:oMath>
                  </m:oMathPara>
                </a14:m>
                <a:br>
                  <a:rPr lang="en-US" altLang="zh-CN" sz="3000" i="1" dirty="0">
                    <a:latin typeface="Cambria Math" panose="02040503050406030204" pitchFamily="18" charset="0"/>
                    <a:ea typeface="Cambria Math" panose="02040503050406030204" pitchFamily="18" charset="0"/>
                  </a:rPr>
                </a:br>
                <a:r>
                  <a:rPr lang="en-US" altLang="zh-CN" sz="3000" i="1" dirty="0">
                    <a:latin typeface="Cambria Math" panose="02040503050406030204" pitchFamily="18" charset="0"/>
                    <a:ea typeface="Cambria Math" panose="02040503050406030204" pitchFamily="18" charset="0"/>
                  </a:rPr>
                  <a:t>          </a:t>
                </a:r>
                <a14:m>
                  <m:oMath xmlns:m="http://schemas.openxmlformats.org/officeDocument/2006/math">
                    <m:r>
                      <a:rPr lang="en-US" altLang="zh-CN" sz="3000" i="1">
                        <a:latin typeface="Cambria Math" panose="02040503050406030204" pitchFamily="18" charset="0"/>
                        <a:ea typeface="Cambria Math" panose="02040503050406030204" pitchFamily="18" charset="0"/>
                      </a:rPr>
                      <m:t>=</m:t>
                    </m:r>
                    <m:r>
                      <a:rPr lang="en-US" altLang="zh-CN" sz="3000" i="1">
                        <a:latin typeface="Cambria Math" panose="02040503050406030204" pitchFamily="18" charset="0"/>
                        <a:ea typeface="Cambria Math" panose="02040503050406030204" pitchFamily="18" charset="0"/>
                      </a:rPr>
                      <m:t>𝑎</m:t>
                    </m:r>
                    <m:sSup>
                      <m:sSupPr>
                        <m:ctrlPr>
                          <a:rPr lang="en-US" altLang="zh-CN" sz="3000" i="1">
                            <a:latin typeface="Cambria Math" panose="02040503050406030204" pitchFamily="18" charset="0"/>
                            <a:ea typeface="Cambria Math" panose="02040503050406030204" pitchFamily="18" charset="0"/>
                          </a:rPr>
                        </m:ctrlPr>
                      </m:sSupPr>
                      <m:e>
                        <m:r>
                          <a:rPr lang="en-US" altLang="zh-CN" sz="3000" i="1">
                            <a:latin typeface="Cambria Math" panose="02040503050406030204" pitchFamily="18" charset="0"/>
                            <a:ea typeface="Cambria Math" panose="02040503050406030204" pitchFamily="18" charset="0"/>
                          </a:rPr>
                          <m:t>𝑧</m:t>
                        </m:r>
                      </m:e>
                      <m:sup>
                        <m:r>
                          <a:rPr lang="en-US" altLang="zh-CN" sz="3000" i="1">
                            <a:latin typeface="Cambria Math" panose="02040503050406030204" pitchFamily="18" charset="0"/>
                            <a:ea typeface="Cambria Math" panose="02040503050406030204" pitchFamily="18" charset="0"/>
                          </a:rPr>
                          <m:t>𝑎</m:t>
                        </m:r>
                        <m:r>
                          <a:rPr lang="en-US" altLang="zh-CN" sz="3000" i="1">
                            <a:latin typeface="Cambria Math" panose="02040503050406030204" pitchFamily="18" charset="0"/>
                            <a:ea typeface="Cambria Math" panose="02040503050406030204" pitchFamily="18" charset="0"/>
                          </a:rPr>
                          <m:t>−</m:t>
                        </m:r>
                        <m:r>
                          <a:rPr lang="en-US" altLang="zh-CN" sz="3000" i="1">
                            <a:latin typeface="Cambria Math" panose="02040503050406030204" pitchFamily="18" charset="0"/>
                            <a:ea typeface="Cambria Math" panose="02040503050406030204" pitchFamily="18" charset="0"/>
                          </a:rPr>
                          <m:t>1</m:t>
                        </m:r>
                      </m:sup>
                    </m:sSup>
                  </m:oMath>
                </a14:m>
                <a:endParaRPr lang="zh-CN" altLang="en-US" sz="3000" dirty="0">
                  <a:latin typeface="楷体" panose="02010609060101010101" pitchFamily="49" charset="-122"/>
                  <a:ea typeface="楷体" panose="02010609060101010101" pitchFamily="49" charset="-122"/>
                </a:endParaRPr>
              </a:p>
            </p:txBody>
          </p:sp>
        </mc:Choice>
        <mc:Fallback>
          <p:sp>
            <p:nvSpPr>
              <p:cNvPr id="17" name="标题 1"/>
              <p:cNvSpPr txBox="1">
                <a:spLocks noRot="1" noChangeAspect="1" noMove="1" noResize="1" noEditPoints="1" noAdjustHandles="1" noChangeArrowheads="1" noChangeShapeType="1" noTextEdit="1"/>
              </p:cNvSpPr>
              <p:nvPr/>
            </p:nvSpPr>
            <p:spPr>
              <a:xfrm>
                <a:off x="395145" y="2951770"/>
                <a:ext cx="8086433" cy="1073026"/>
              </a:xfrm>
              <a:prstGeom prst="rect">
                <a:avLst/>
              </a:prstGeom>
              <a:blipFill rotWithShape="1">
                <a:blip r:embed="rId5"/>
                <a:stretch>
                  <a:fillRect l="-2" t="-8430" r="6" b="-4482"/>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p:bldP spid="15" grpId="0"/>
      <p:bldP spid="16" grpId="0"/>
      <p:bldP spid="1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7" name="标题 1"/>
              <p:cNvSpPr txBox="1"/>
              <p:nvPr/>
            </p:nvSpPr>
            <p:spPr>
              <a:xfrm>
                <a:off x="76657" y="640790"/>
                <a:ext cx="1732382" cy="74301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i="1">
                          <a:latin typeface="Cambria Math" panose="02040503050406030204" pitchFamily="18" charset="0"/>
                          <a:ea typeface="楷体" panose="02010609060101010101" pitchFamily="49" charset="-122"/>
                        </a:rPr>
                        <m:t>𝐸𝑔</m:t>
                      </m:r>
                      <m:r>
                        <a:rPr lang="en-US" altLang="zh-CN" sz="3000" i="1">
                          <a:latin typeface="Cambria Math" panose="02040503050406030204" pitchFamily="18" charset="0"/>
                          <a:ea typeface="楷体" panose="02010609060101010101" pitchFamily="49" charset="-122"/>
                        </a:rPr>
                        <m:t>: </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1</m:t>
                          </m:r>
                        </m:e>
                        <m:sup>
                          <m:rad>
                            <m:radPr>
                              <m:degHide m:val="on"/>
                              <m:ctrlPr>
                                <a:rPr lang="en-US" altLang="zh-CN" sz="3000" i="1">
                                  <a:latin typeface="Cambria Math" panose="02040503050406030204" pitchFamily="18" charset="0"/>
                                  <a:ea typeface="楷体" panose="02010609060101010101" pitchFamily="49" charset="-122"/>
                                </a:rPr>
                              </m:ctrlPr>
                            </m:radPr>
                            <m:deg/>
                            <m:e>
                              <m:r>
                                <a:rPr lang="en-US" altLang="zh-CN" sz="3000" i="1">
                                  <a:latin typeface="Cambria Math" panose="02040503050406030204" pitchFamily="18" charset="0"/>
                                  <a:ea typeface="楷体" panose="02010609060101010101" pitchFamily="49" charset="-122"/>
                                </a:rPr>
                                <m:t>2</m:t>
                              </m:r>
                            </m:e>
                          </m:rad>
                        </m:sup>
                      </m:sSup>
                    </m:oMath>
                  </m:oMathPara>
                </a14:m>
                <a:endParaRPr lang="en-US" altLang="zh-CN" sz="3000" dirty="0">
                  <a:latin typeface="楷体" panose="02010609060101010101" pitchFamily="49" charset="-122"/>
                  <a:ea typeface="楷体" panose="02010609060101010101" pitchFamily="49" charset="-122"/>
                </a:endParaRPr>
              </a:p>
            </p:txBody>
          </p:sp>
        </mc:Choice>
        <mc:Fallback>
          <p:sp>
            <p:nvSpPr>
              <p:cNvPr id="7" name="标题 1"/>
              <p:cNvSpPr txBox="1">
                <a:spLocks noRot="1" noChangeAspect="1" noMove="1" noResize="1" noEditPoints="1" noAdjustHandles="1" noChangeArrowheads="1" noChangeShapeType="1" noTextEdit="1"/>
              </p:cNvSpPr>
              <p:nvPr/>
            </p:nvSpPr>
            <p:spPr>
              <a:xfrm>
                <a:off x="76657" y="640790"/>
                <a:ext cx="1732382" cy="743018"/>
              </a:xfrm>
              <a:prstGeom prst="rect">
                <a:avLst/>
              </a:prstGeom>
              <a:blipFill rotWithShape="1">
                <a:blip r:embed="rId1"/>
                <a:stretch>
                  <a:fillRect l="-26" t="-3600" r="32" b="-3656"/>
                </a:stretch>
              </a:blipFill>
            </p:spPr>
            <p:txBody>
              <a:bodyPr/>
              <a:lstStyle/>
              <a:p>
                <a:r>
                  <a:rPr lang="zh-CN" altLang="en-US">
                    <a:noFill/>
                  </a:rPr>
                  <a:t> </a:t>
                </a:r>
              </a:p>
            </p:txBody>
          </p:sp>
        </mc:Fallback>
      </mc:AlternateContent>
      <p:sp>
        <p:nvSpPr>
          <p:cNvPr id="6"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2.3 </a:t>
            </a:r>
            <a:r>
              <a:rPr lang="zh-CN" altLang="en-US" sz="1800" b="1" dirty="0">
                <a:latin typeface="楷体" panose="02010609060101010101" pitchFamily="49" charset="-122"/>
                <a:ea typeface="楷体" panose="02010609060101010101" pitchFamily="49" charset="-122"/>
              </a:rPr>
              <a:t>初等函数</a:t>
            </a:r>
            <a:endParaRPr lang="zh-CN" altLang="en-US" sz="1800" b="1" dirty="0">
              <a:latin typeface="楷体" panose="02010609060101010101" pitchFamily="49" charset="-122"/>
              <a:ea typeface="楷体" panose="02010609060101010101" pitchFamily="49" charset="-122"/>
            </a:endParaRPr>
          </a:p>
        </p:txBody>
      </p:sp>
      <p:cxnSp>
        <p:nvCxnSpPr>
          <p:cNvPr id="8" name="直接连接符 7"/>
          <p:cNvCxnSpPr/>
          <p:nvPr/>
        </p:nvCxnSpPr>
        <p:spPr>
          <a:xfrm flipV="1">
            <a:off x="0" y="573451"/>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9" name="标题 1"/>
              <p:cNvSpPr txBox="1"/>
              <p:nvPr/>
            </p:nvSpPr>
            <p:spPr>
              <a:xfrm>
                <a:off x="76657" y="1383808"/>
                <a:ext cx="3142907" cy="74301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ea typeface="楷体" panose="02010609060101010101" pitchFamily="49" charset="-122"/>
                  </a:rPr>
                  <a:t>解：</a:t>
                </a:r>
                <a14:m>
                  <m:oMath xmlns:m="http://schemas.openxmlformats.org/officeDocument/2006/math">
                    <m:r>
                      <a:rPr lang="en-US" altLang="zh-CN" sz="3000" i="1">
                        <a:latin typeface="Cambria Math" panose="02040503050406030204" pitchFamily="18" charset="0"/>
                        <a:ea typeface="楷体" panose="02010609060101010101" pitchFamily="49" charset="-122"/>
                      </a:rPr>
                      <m:t> </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1</m:t>
                        </m:r>
                      </m:e>
                      <m:sup>
                        <m:rad>
                          <m:radPr>
                            <m:degHide m:val="on"/>
                            <m:ctrlPr>
                              <a:rPr lang="en-US" altLang="zh-CN" sz="3000" i="1">
                                <a:latin typeface="Cambria Math" panose="02040503050406030204" pitchFamily="18" charset="0"/>
                                <a:ea typeface="楷体" panose="02010609060101010101" pitchFamily="49" charset="-122"/>
                              </a:rPr>
                            </m:ctrlPr>
                          </m:radPr>
                          <m:deg/>
                          <m:e>
                            <m:r>
                              <a:rPr lang="en-US" altLang="zh-CN" sz="3000" i="1">
                                <a:latin typeface="Cambria Math" panose="02040503050406030204" pitchFamily="18" charset="0"/>
                                <a:ea typeface="楷体" panose="02010609060101010101" pitchFamily="49" charset="-122"/>
                              </a:rPr>
                              <m:t>2</m:t>
                            </m:r>
                          </m:e>
                        </m:rad>
                      </m:sup>
                    </m:sSup>
                    <m:r>
                      <a:rPr lang="en-US" altLang="zh-CN" sz="3000" b="0" i="1" smtClean="0">
                        <a:latin typeface="Cambria Math" panose="02040503050406030204" pitchFamily="18" charset="0"/>
                        <a:ea typeface="楷体" panose="02010609060101010101" pitchFamily="49" charset="-122"/>
                      </a:rPr>
                      <m:t>=</m:t>
                    </m:r>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𝑒</m:t>
                        </m:r>
                      </m:e>
                      <m:sup>
                        <m:rad>
                          <m:radPr>
                            <m:degHide m:val="on"/>
                            <m:ctrlPr>
                              <a:rPr lang="en-US" altLang="zh-CN" sz="3000" b="0" i="1" smtClean="0">
                                <a:latin typeface="Cambria Math" panose="02040503050406030204" pitchFamily="18" charset="0"/>
                                <a:ea typeface="楷体" panose="02010609060101010101" pitchFamily="49" charset="-122"/>
                              </a:rPr>
                            </m:ctrlPr>
                          </m:radPr>
                          <m:deg/>
                          <m:e>
                            <m:r>
                              <a:rPr lang="en-US" altLang="zh-CN" sz="3000" b="0" i="1" smtClean="0">
                                <a:latin typeface="Cambria Math" panose="02040503050406030204" pitchFamily="18" charset="0"/>
                                <a:ea typeface="楷体" panose="02010609060101010101" pitchFamily="49" charset="-122"/>
                              </a:rPr>
                              <m:t>2</m:t>
                            </m:r>
                          </m:e>
                        </m:rad>
                        <m:r>
                          <a:rPr lang="en-US" altLang="zh-CN" sz="3000" b="0" i="1" smtClean="0">
                            <a:latin typeface="Cambria Math" panose="02040503050406030204" pitchFamily="18" charset="0"/>
                            <a:ea typeface="楷体" panose="02010609060101010101" pitchFamily="49" charset="-122"/>
                          </a:rPr>
                          <m:t>𝐿𝑛</m:t>
                        </m:r>
                        <m:r>
                          <a:rPr lang="en-US" altLang="zh-CN" sz="3000" b="0" i="1" smtClean="0">
                            <a:latin typeface="Cambria Math" panose="02040503050406030204" pitchFamily="18" charset="0"/>
                            <a:ea typeface="楷体" panose="02010609060101010101" pitchFamily="49" charset="-122"/>
                          </a:rPr>
                          <m:t>1</m:t>
                        </m:r>
                      </m:sup>
                    </m:sSup>
                  </m:oMath>
                </a14:m>
                <a:endParaRPr lang="en-US" altLang="zh-CN" sz="3000" dirty="0">
                  <a:latin typeface="楷体" panose="02010609060101010101" pitchFamily="49" charset="-122"/>
                  <a:ea typeface="楷体" panose="02010609060101010101" pitchFamily="49" charset="-122"/>
                </a:endParaRPr>
              </a:p>
            </p:txBody>
          </p:sp>
        </mc:Choice>
        <mc:Fallback>
          <p:sp>
            <p:nvSpPr>
              <p:cNvPr id="9" name="标题 1"/>
              <p:cNvSpPr txBox="1">
                <a:spLocks noRot="1" noChangeAspect="1" noMove="1" noResize="1" noEditPoints="1" noAdjustHandles="1" noChangeArrowheads="1" noChangeShapeType="1" noTextEdit="1"/>
              </p:cNvSpPr>
              <p:nvPr/>
            </p:nvSpPr>
            <p:spPr>
              <a:xfrm>
                <a:off x="76657" y="1383808"/>
                <a:ext cx="3142907" cy="743018"/>
              </a:xfrm>
              <a:prstGeom prst="rect">
                <a:avLst/>
              </a:prstGeom>
              <a:blipFill rotWithShape="1">
                <a:blip r:embed="rId2"/>
                <a:stretch>
                  <a:fillRect l="-15" t="-19" r="4" b="2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标题 1"/>
              <p:cNvSpPr txBox="1"/>
              <p:nvPr/>
            </p:nvSpPr>
            <p:spPr>
              <a:xfrm>
                <a:off x="3103668" y="1383808"/>
                <a:ext cx="3142907" cy="74301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𝑒</m:t>
                          </m:r>
                        </m:e>
                        <m:sup>
                          <m:rad>
                            <m:radPr>
                              <m:degHide m:val="on"/>
                              <m:ctrlPr>
                                <a:rPr lang="en-US" altLang="zh-CN" sz="3000" b="0" i="1" smtClean="0">
                                  <a:latin typeface="Cambria Math" panose="02040503050406030204" pitchFamily="18" charset="0"/>
                                  <a:ea typeface="楷体" panose="02010609060101010101" pitchFamily="49" charset="-122"/>
                                </a:rPr>
                              </m:ctrlPr>
                            </m:radPr>
                            <m:deg/>
                            <m:e>
                              <m:r>
                                <a:rPr lang="en-US" altLang="zh-CN" sz="3000" b="0" i="1" smtClean="0">
                                  <a:latin typeface="Cambria Math" panose="02040503050406030204" pitchFamily="18" charset="0"/>
                                  <a:ea typeface="楷体" panose="02010609060101010101" pitchFamily="49" charset="-122"/>
                                </a:rPr>
                                <m:t>2</m:t>
                              </m:r>
                            </m:e>
                          </m:rad>
                          <m:r>
                            <a:rPr lang="en-US" altLang="zh-CN" sz="3000" b="0" i="1" smtClean="0">
                              <a:latin typeface="Cambria Math" panose="02040503050406030204" pitchFamily="18" charset="0"/>
                              <a:ea typeface="楷体" panose="02010609060101010101" pitchFamily="49" charset="-122"/>
                            </a:rPr>
                            <m:t>(</m:t>
                          </m:r>
                          <m:func>
                            <m:funcPr>
                              <m:ctrlPr>
                                <a:rPr lang="en-US" altLang="zh-CN" sz="3000" b="0" i="1" smtClean="0">
                                  <a:latin typeface="Cambria Math" panose="02040503050406030204" pitchFamily="18" charset="0"/>
                                  <a:ea typeface="楷体" panose="02010609060101010101" pitchFamily="49" charset="-122"/>
                                </a:rPr>
                              </m:ctrlPr>
                            </m:funcPr>
                            <m:fName>
                              <m:r>
                                <a:rPr lang="en-US" altLang="zh-CN" sz="3000" b="0" i="1" smtClean="0">
                                  <a:latin typeface="Cambria Math" panose="02040503050406030204" pitchFamily="18" charset="0"/>
                                  <a:ea typeface="楷体" panose="02010609060101010101" pitchFamily="49" charset="-122"/>
                                </a:rPr>
                                <m:t>𝑙𝑛</m:t>
                              </m:r>
                            </m:fName>
                            <m:e>
                              <m:d>
                                <m:dPr>
                                  <m:begChr m:val="|"/>
                                  <m:endChr m:val="|"/>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1</m:t>
                                  </m:r>
                                </m:e>
                              </m:d>
                            </m:e>
                          </m:func>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𝑖</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0</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𝑘</m:t>
                          </m:r>
                          <m:r>
                            <a:rPr lang="zh-CN" altLang="en-US" sz="3000" b="0" i="1" smtClean="0">
                              <a:latin typeface="Cambria Math" panose="02040503050406030204" pitchFamily="18" charset="0"/>
                              <a:ea typeface="楷体" panose="02010609060101010101" pitchFamily="49" charset="-122"/>
                            </a:rPr>
                            <m:t>𝜋</m:t>
                          </m:r>
                          <m:r>
                            <a:rPr lang="en-US" altLang="zh-CN" sz="3000" b="0" i="1" smtClean="0">
                              <a:latin typeface="Cambria Math" panose="02040503050406030204" pitchFamily="18" charset="0"/>
                              <a:ea typeface="楷体" panose="02010609060101010101" pitchFamily="49" charset="-122"/>
                            </a:rPr>
                            <m:t>))</m:t>
                          </m:r>
                        </m:sup>
                      </m:sSup>
                    </m:oMath>
                  </m:oMathPara>
                </a14:m>
                <a:endParaRPr lang="en-US" altLang="zh-CN" sz="3000" dirty="0">
                  <a:latin typeface="楷体" panose="02010609060101010101" pitchFamily="49" charset="-122"/>
                  <a:ea typeface="楷体" panose="02010609060101010101" pitchFamily="49" charset="-122"/>
                </a:endParaRPr>
              </a:p>
            </p:txBody>
          </p:sp>
        </mc:Choice>
        <mc:Fallback>
          <p:sp>
            <p:nvSpPr>
              <p:cNvPr id="10" name="标题 1"/>
              <p:cNvSpPr txBox="1">
                <a:spLocks noRot="1" noChangeAspect="1" noMove="1" noResize="1" noEditPoints="1" noAdjustHandles="1" noChangeArrowheads="1" noChangeShapeType="1" noTextEdit="1"/>
              </p:cNvSpPr>
              <p:nvPr/>
            </p:nvSpPr>
            <p:spPr>
              <a:xfrm>
                <a:off x="3103668" y="1383808"/>
                <a:ext cx="3142907" cy="743018"/>
              </a:xfrm>
              <a:prstGeom prst="rect">
                <a:avLst/>
              </a:prstGeom>
              <a:blipFill rotWithShape="1">
                <a:blip r:embed="rId3"/>
                <a:stretch>
                  <a:fillRect l="-13" t="-19" r="-2200" b="2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标题 1"/>
              <p:cNvSpPr txBox="1"/>
              <p:nvPr/>
            </p:nvSpPr>
            <p:spPr>
              <a:xfrm>
                <a:off x="1590162" y="2126826"/>
                <a:ext cx="1821043" cy="74301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𝑒</m:t>
                          </m:r>
                        </m:e>
                        <m:sup>
                          <m:r>
                            <a:rPr lang="en-US" altLang="zh-CN" sz="3000" b="0" i="1" smtClean="0">
                              <a:latin typeface="Cambria Math" panose="02040503050406030204" pitchFamily="18" charset="0"/>
                              <a:ea typeface="楷体" panose="02010609060101010101" pitchFamily="49" charset="-122"/>
                            </a:rPr>
                            <m:t>2</m:t>
                          </m:r>
                          <m:rad>
                            <m:radPr>
                              <m:degHide m:val="on"/>
                              <m:ctrlPr>
                                <a:rPr lang="en-US" altLang="zh-CN" sz="3000" b="0" i="1" smtClean="0">
                                  <a:latin typeface="Cambria Math" panose="02040503050406030204" pitchFamily="18" charset="0"/>
                                  <a:ea typeface="楷体" panose="02010609060101010101" pitchFamily="49" charset="-122"/>
                                </a:rPr>
                              </m:ctrlPr>
                            </m:radPr>
                            <m:deg/>
                            <m:e>
                              <m:r>
                                <a:rPr lang="en-US" altLang="zh-CN" sz="3000" b="0" i="1" smtClean="0">
                                  <a:latin typeface="Cambria Math" panose="02040503050406030204" pitchFamily="18" charset="0"/>
                                  <a:ea typeface="楷体" panose="02010609060101010101" pitchFamily="49" charset="-122"/>
                                </a:rPr>
                                <m:t>2</m:t>
                              </m:r>
                            </m:e>
                          </m:rad>
                          <m:r>
                            <a:rPr lang="en-US" altLang="zh-CN" sz="3000" b="0" i="1" smtClean="0">
                              <a:latin typeface="Cambria Math" panose="02040503050406030204" pitchFamily="18" charset="0"/>
                              <a:ea typeface="楷体" panose="02010609060101010101" pitchFamily="49" charset="-122"/>
                            </a:rPr>
                            <m:t>𝑘</m:t>
                          </m:r>
                          <m:r>
                            <a:rPr lang="zh-CN" altLang="en-US" sz="3000" b="0" i="1" smtClean="0">
                              <a:latin typeface="Cambria Math" panose="02040503050406030204" pitchFamily="18" charset="0"/>
                              <a:ea typeface="楷体" panose="02010609060101010101" pitchFamily="49" charset="-122"/>
                            </a:rPr>
                            <m:t>𝜋</m:t>
                          </m:r>
                          <m:r>
                            <a:rPr lang="en-US" altLang="zh-CN" sz="3000" b="0" i="1" smtClean="0">
                              <a:latin typeface="Cambria Math" panose="02040503050406030204" pitchFamily="18" charset="0"/>
                              <a:ea typeface="楷体" panose="02010609060101010101" pitchFamily="49" charset="-122"/>
                            </a:rPr>
                            <m:t>𝑖</m:t>
                          </m:r>
                        </m:sup>
                      </m:sSup>
                    </m:oMath>
                  </m:oMathPara>
                </a14:m>
                <a:endParaRPr lang="en-US" altLang="zh-CN" sz="3000" dirty="0">
                  <a:latin typeface="楷体" panose="02010609060101010101" pitchFamily="49" charset="-122"/>
                  <a:ea typeface="楷体" panose="02010609060101010101" pitchFamily="49" charset="-122"/>
                </a:endParaRPr>
              </a:p>
            </p:txBody>
          </p:sp>
        </mc:Choice>
        <mc:Fallback>
          <p:sp>
            <p:nvSpPr>
              <p:cNvPr id="11" name="标题 1"/>
              <p:cNvSpPr txBox="1">
                <a:spLocks noRot="1" noChangeAspect="1" noMove="1" noResize="1" noEditPoints="1" noAdjustHandles="1" noChangeArrowheads="1" noChangeShapeType="1" noTextEdit="1"/>
              </p:cNvSpPr>
              <p:nvPr/>
            </p:nvSpPr>
            <p:spPr>
              <a:xfrm>
                <a:off x="1590162" y="2126826"/>
                <a:ext cx="1821043" cy="743018"/>
              </a:xfrm>
              <a:prstGeom prst="rect">
                <a:avLst/>
              </a:prstGeom>
              <a:blipFill rotWithShape="1">
                <a:blip r:embed="rId4"/>
                <a:stretch>
                  <a:fillRect l="-7" t="-28" r="34" b="3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标题 1"/>
              <p:cNvSpPr txBox="1"/>
              <p:nvPr/>
            </p:nvSpPr>
            <p:spPr>
              <a:xfrm>
                <a:off x="3219564" y="2126826"/>
                <a:ext cx="5437121" cy="74301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func>
                        <m:funcPr>
                          <m:ctrlPr>
                            <a:rPr lang="en-US" altLang="zh-CN" sz="3000" b="0" i="1" smtClean="0">
                              <a:latin typeface="Cambria Math" panose="02040503050406030204" pitchFamily="18" charset="0"/>
                              <a:ea typeface="楷体" panose="02010609060101010101" pitchFamily="49" charset="-122"/>
                            </a:rPr>
                          </m:ctrlPr>
                        </m:funcPr>
                        <m:fName>
                          <m:r>
                            <m:rPr>
                              <m:sty m:val="p"/>
                            </m:rPr>
                            <a:rPr lang="en-US" altLang="zh-CN" sz="3000" b="0" i="0" smtClean="0">
                              <a:latin typeface="Cambria Math" panose="02040503050406030204" pitchFamily="18" charset="0"/>
                              <a:ea typeface="楷体" panose="02010609060101010101" pitchFamily="49" charset="-122"/>
                            </a:rPr>
                            <m:t>cos</m:t>
                          </m:r>
                        </m:fName>
                        <m:e>
                          <m:r>
                            <a:rPr lang="en-US" altLang="zh-CN" sz="3000" b="0" i="1" smtClean="0">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2</m:t>
                          </m:r>
                          <m:rad>
                            <m:radPr>
                              <m:degHide m:val="on"/>
                              <m:ctrlPr>
                                <a:rPr lang="en-US" altLang="zh-CN" sz="3000" i="1">
                                  <a:latin typeface="Cambria Math" panose="02040503050406030204" pitchFamily="18" charset="0"/>
                                  <a:ea typeface="楷体" panose="02010609060101010101" pitchFamily="49" charset="-122"/>
                                </a:rPr>
                              </m:ctrlPr>
                            </m:radPr>
                            <m:deg/>
                            <m:e>
                              <m:r>
                                <a:rPr lang="en-US" altLang="zh-CN" sz="3000" i="1">
                                  <a:latin typeface="Cambria Math" panose="02040503050406030204" pitchFamily="18" charset="0"/>
                                  <a:ea typeface="楷体" panose="02010609060101010101" pitchFamily="49" charset="-122"/>
                                </a:rPr>
                                <m:t>2</m:t>
                              </m:r>
                            </m:e>
                          </m:rad>
                          <m:r>
                            <a:rPr lang="en-US" altLang="zh-CN" sz="3000" i="1">
                              <a:latin typeface="Cambria Math" panose="02040503050406030204" pitchFamily="18" charset="0"/>
                              <a:ea typeface="楷体" panose="02010609060101010101" pitchFamily="49" charset="-122"/>
                            </a:rPr>
                            <m:t>𝑘</m:t>
                          </m:r>
                          <m:r>
                            <a:rPr lang="zh-CN" altLang="en-US" sz="3000" i="1">
                              <a:latin typeface="Cambria Math" panose="02040503050406030204" pitchFamily="18" charset="0"/>
                              <a:ea typeface="楷体" panose="02010609060101010101" pitchFamily="49" charset="-122"/>
                            </a:rPr>
                            <m:t>𝜋</m:t>
                          </m:r>
                          <m:r>
                            <a:rPr lang="en-US" altLang="zh-CN" sz="3000" i="1">
                              <a:latin typeface="Cambria Math" panose="02040503050406030204" pitchFamily="18" charset="0"/>
                              <a:ea typeface="楷体" panose="02010609060101010101" pitchFamily="49" charset="-122"/>
                            </a:rPr>
                            <m:t>𝑖</m:t>
                          </m:r>
                          <m:r>
                            <a:rPr lang="en-US" altLang="zh-CN" sz="3000" b="0" i="1" smtClean="0">
                              <a:latin typeface="Cambria Math" panose="02040503050406030204" pitchFamily="18" charset="0"/>
                              <a:ea typeface="楷体" panose="02010609060101010101" pitchFamily="49" charset="-122"/>
                            </a:rPr>
                            <m:t>)</m:t>
                          </m:r>
                        </m:e>
                      </m:func>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𝑖𝑠𝑖𝑛</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2</m:t>
                      </m:r>
                      <m:rad>
                        <m:radPr>
                          <m:degHide m:val="on"/>
                          <m:ctrlPr>
                            <a:rPr lang="en-US" altLang="zh-CN" sz="3000" i="1">
                              <a:latin typeface="Cambria Math" panose="02040503050406030204" pitchFamily="18" charset="0"/>
                              <a:ea typeface="楷体" panose="02010609060101010101" pitchFamily="49" charset="-122"/>
                            </a:rPr>
                          </m:ctrlPr>
                        </m:radPr>
                        <m:deg/>
                        <m:e>
                          <m:r>
                            <a:rPr lang="en-US" altLang="zh-CN" sz="3000" i="1">
                              <a:latin typeface="Cambria Math" panose="02040503050406030204" pitchFamily="18" charset="0"/>
                              <a:ea typeface="楷体" panose="02010609060101010101" pitchFamily="49" charset="-122"/>
                            </a:rPr>
                            <m:t>2</m:t>
                          </m:r>
                        </m:e>
                      </m:rad>
                      <m:r>
                        <a:rPr lang="en-US" altLang="zh-CN" sz="3000" i="1">
                          <a:latin typeface="Cambria Math" panose="02040503050406030204" pitchFamily="18" charset="0"/>
                          <a:ea typeface="楷体" panose="02010609060101010101" pitchFamily="49" charset="-122"/>
                        </a:rPr>
                        <m:t>𝑘</m:t>
                      </m:r>
                      <m:r>
                        <a:rPr lang="zh-CN" altLang="en-US" sz="3000" i="1">
                          <a:latin typeface="Cambria Math" panose="02040503050406030204" pitchFamily="18" charset="0"/>
                          <a:ea typeface="楷体" panose="02010609060101010101" pitchFamily="49" charset="-122"/>
                        </a:rPr>
                        <m:t>𝜋</m:t>
                      </m:r>
                      <m:r>
                        <a:rPr lang="en-US" altLang="zh-CN" sz="3000" i="1">
                          <a:latin typeface="Cambria Math" panose="02040503050406030204" pitchFamily="18" charset="0"/>
                          <a:ea typeface="楷体" panose="02010609060101010101" pitchFamily="49" charset="-122"/>
                        </a:rPr>
                        <m:t>𝑖</m:t>
                      </m:r>
                      <m:r>
                        <a:rPr lang="en-US" altLang="zh-CN" sz="3000" b="0" i="1" smtClean="0">
                          <a:latin typeface="Cambria Math" panose="02040503050406030204" pitchFamily="18" charset="0"/>
                          <a:ea typeface="楷体" panose="02010609060101010101" pitchFamily="49" charset="-122"/>
                        </a:rPr>
                        <m:t>)</m:t>
                      </m:r>
                    </m:oMath>
                  </m:oMathPara>
                </a14:m>
                <a:endParaRPr lang="en-US" altLang="zh-CN" sz="3000" dirty="0">
                  <a:latin typeface="楷体" panose="02010609060101010101" pitchFamily="49" charset="-122"/>
                  <a:ea typeface="楷体" panose="02010609060101010101" pitchFamily="49" charset="-122"/>
                </a:endParaRPr>
              </a:p>
            </p:txBody>
          </p:sp>
        </mc:Choice>
        <mc:Fallback>
          <p:sp>
            <p:nvSpPr>
              <p:cNvPr id="12" name="标题 1"/>
              <p:cNvSpPr txBox="1">
                <a:spLocks noRot="1" noChangeAspect="1" noMove="1" noResize="1" noEditPoints="1" noAdjustHandles="1" noChangeArrowheads="1" noChangeShapeType="1" noTextEdit="1"/>
              </p:cNvSpPr>
              <p:nvPr/>
            </p:nvSpPr>
            <p:spPr>
              <a:xfrm>
                <a:off x="3219564" y="2126826"/>
                <a:ext cx="5437121" cy="743018"/>
              </a:xfrm>
              <a:prstGeom prst="rect">
                <a:avLst/>
              </a:prstGeom>
              <a:blipFill rotWithShape="1">
                <a:blip r:embed="rId5"/>
                <a:stretch>
                  <a:fillRect l="-2" t="-968" r="7" b="-107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标题 1"/>
              <p:cNvSpPr txBox="1"/>
              <p:nvPr/>
            </p:nvSpPr>
            <p:spPr>
              <a:xfrm>
                <a:off x="250872" y="2926819"/>
                <a:ext cx="1732382" cy="74301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i="1" smtClean="0">
                          <a:latin typeface="Cambria Math" panose="02040503050406030204" pitchFamily="18" charset="0"/>
                          <a:ea typeface="楷体" panose="02010609060101010101" pitchFamily="49" charset="-122"/>
                        </a:rPr>
                        <m:t>𝐸𝑔</m:t>
                      </m:r>
                      <m:r>
                        <a:rPr lang="en-US" altLang="zh-CN" sz="3000" i="1" smtClean="0">
                          <a:latin typeface="Cambria Math" panose="02040503050406030204" pitchFamily="18" charset="0"/>
                          <a:ea typeface="楷体" panose="02010609060101010101" pitchFamily="49" charset="-122"/>
                        </a:rPr>
                        <m:t>: </m:t>
                      </m:r>
                      <m:sSup>
                        <m:sSupPr>
                          <m:ctrlPr>
                            <a:rPr lang="en-US" altLang="zh-CN" sz="3000" i="1">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1</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𝑖</m:t>
                          </m:r>
                          <m:r>
                            <a:rPr lang="en-US" altLang="zh-CN" sz="3000" b="0" i="1" smtClean="0">
                              <a:latin typeface="Cambria Math" panose="02040503050406030204" pitchFamily="18" charset="0"/>
                              <a:ea typeface="楷体" panose="02010609060101010101" pitchFamily="49" charset="-122"/>
                            </a:rPr>
                            <m:t>)</m:t>
                          </m:r>
                        </m:e>
                        <m:sup>
                          <m:f>
                            <m:fPr>
                              <m:ctrlPr>
                                <a:rPr lang="en-US" altLang="zh-CN" sz="3000" i="1" smtClean="0">
                                  <a:latin typeface="Cambria Math" panose="02040503050406030204" pitchFamily="18" charset="0"/>
                                  <a:ea typeface="楷体" panose="02010609060101010101" pitchFamily="49" charset="-122"/>
                                </a:rPr>
                              </m:ctrlPr>
                            </m:fPr>
                            <m:num>
                              <m:r>
                                <a:rPr lang="en-US" altLang="zh-CN" sz="3000" b="0" i="1" smtClean="0">
                                  <a:latin typeface="Cambria Math" panose="02040503050406030204" pitchFamily="18" charset="0"/>
                                  <a:ea typeface="楷体" panose="02010609060101010101" pitchFamily="49" charset="-122"/>
                                </a:rPr>
                                <m:t>2</m:t>
                              </m:r>
                            </m:num>
                            <m:den>
                              <m:r>
                                <a:rPr lang="en-US" altLang="zh-CN" sz="3000" b="0" i="1" smtClean="0">
                                  <a:latin typeface="Cambria Math" panose="02040503050406030204" pitchFamily="18" charset="0"/>
                                  <a:ea typeface="楷体" panose="02010609060101010101" pitchFamily="49" charset="-122"/>
                                </a:rPr>
                                <m:t>3</m:t>
                              </m:r>
                            </m:den>
                          </m:f>
                        </m:sup>
                      </m:sSup>
                    </m:oMath>
                  </m:oMathPara>
                </a14:m>
                <a:endParaRPr lang="en-US" altLang="zh-CN" sz="3000" dirty="0">
                  <a:latin typeface="楷体" panose="02010609060101010101" pitchFamily="49" charset="-122"/>
                  <a:ea typeface="楷体" panose="02010609060101010101" pitchFamily="49" charset="-122"/>
                </a:endParaRPr>
              </a:p>
            </p:txBody>
          </p:sp>
        </mc:Choice>
        <mc:Fallback>
          <p:sp>
            <p:nvSpPr>
              <p:cNvPr id="13" name="标题 1"/>
              <p:cNvSpPr txBox="1">
                <a:spLocks noRot="1" noChangeAspect="1" noMove="1" noResize="1" noEditPoints="1" noAdjustHandles="1" noChangeArrowheads="1" noChangeShapeType="1" noTextEdit="1"/>
              </p:cNvSpPr>
              <p:nvPr/>
            </p:nvSpPr>
            <p:spPr>
              <a:xfrm>
                <a:off x="250872" y="2926819"/>
                <a:ext cx="1732382" cy="743018"/>
              </a:xfrm>
              <a:prstGeom prst="rect">
                <a:avLst/>
              </a:prstGeom>
              <a:blipFill rotWithShape="1">
                <a:blip r:embed="rId6"/>
                <a:stretch>
                  <a:fillRect l="-3" t="-16594" r="-18832" b="-1672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标题 1"/>
              <p:cNvSpPr txBox="1"/>
              <p:nvPr/>
            </p:nvSpPr>
            <p:spPr>
              <a:xfrm>
                <a:off x="237585" y="3797568"/>
                <a:ext cx="4098971" cy="74301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ea typeface="楷体" panose="02010609060101010101" pitchFamily="49" charset="-122"/>
                  </a:rPr>
                  <a:t>解：</a:t>
                </a:r>
                <a14:m>
                  <m:oMath xmlns:m="http://schemas.openxmlformats.org/officeDocument/2006/math">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1</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𝑖</m:t>
                        </m:r>
                        <m:r>
                          <a:rPr lang="en-US" altLang="zh-CN" sz="3000" i="1">
                            <a:latin typeface="Cambria Math" panose="02040503050406030204" pitchFamily="18" charset="0"/>
                            <a:ea typeface="楷体" panose="02010609060101010101" pitchFamily="49" charset="-122"/>
                          </a:rPr>
                          <m:t>)</m:t>
                        </m:r>
                      </m:e>
                      <m:sup>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2</m:t>
                            </m:r>
                          </m:num>
                          <m:den>
                            <m:r>
                              <a:rPr lang="en-US" altLang="zh-CN" sz="3000" i="1">
                                <a:latin typeface="Cambria Math" panose="02040503050406030204" pitchFamily="18" charset="0"/>
                                <a:ea typeface="楷体" panose="02010609060101010101" pitchFamily="49" charset="-122"/>
                              </a:rPr>
                              <m:t>3</m:t>
                            </m:r>
                          </m:den>
                        </m:f>
                      </m:sup>
                    </m:sSup>
                    <m:r>
                      <a:rPr lang="en-US" altLang="zh-CN" sz="3000" b="0" i="1" smtClean="0">
                        <a:latin typeface="Cambria Math" panose="02040503050406030204" pitchFamily="18" charset="0"/>
                        <a:ea typeface="楷体" panose="02010609060101010101" pitchFamily="49" charset="-122"/>
                      </a:rPr>
                      <m:t>=</m:t>
                    </m:r>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𝑒</m:t>
                        </m:r>
                      </m:e>
                      <m:sup>
                        <m:f>
                          <m:fPr>
                            <m:ctrlPr>
                              <a:rPr lang="en-US" altLang="zh-CN" sz="3000" b="0" i="1" smtClean="0">
                                <a:latin typeface="Cambria Math" panose="02040503050406030204" pitchFamily="18" charset="0"/>
                                <a:ea typeface="楷体" panose="02010609060101010101" pitchFamily="49" charset="-122"/>
                              </a:rPr>
                            </m:ctrlPr>
                          </m:fPr>
                          <m:num>
                            <m:r>
                              <a:rPr lang="en-US" altLang="zh-CN" sz="3000" b="0" i="1" smtClean="0">
                                <a:latin typeface="Cambria Math" panose="02040503050406030204" pitchFamily="18" charset="0"/>
                                <a:ea typeface="楷体" panose="02010609060101010101" pitchFamily="49" charset="-122"/>
                              </a:rPr>
                              <m:t>2</m:t>
                            </m:r>
                          </m:num>
                          <m:den>
                            <m:r>
                              <a:rPr lang="en-US" altLang="zh-CN" sz="3000" b="0" i="1" smtClean="0">
                                <a:latin typeface="Cambria Math" panose="02040503050406030204" pitchFamily="18" charset="0"/>
                                <a:ea typeface="楷体" panose="02010609060101010101" pitchFamily="49" charset="-122"/>
                              </a:rPr>
                              <m:t>3</m:t>
                            </m:r>
                          </m:den>
                        </m:f>
                        <m:r>
                          <a:rPr lang="en-US" altLang="zh-CN" sz="3000" b="0" i="1" smtClean="0">
                            <a:latin typeface="Cambria Math" panose="02040503050406030204" pitchFamily="18" charset="0"/>
                            <a:ea typeface="楷体" panose="02010609060101010101" pitchFamily="49" charset="-122"/>
                          </a:rPr>
                          <m:t>𝐿𝑛</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1</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𝑖</m:t>
                        </m:r>
                        <m:r>
                          <a:rPr lang="en-US" altLang="zh-CN" sz="3000" b="0" i="1" smtClean="0">
                            <a:latin typeface="Cambria Math" panose="02040503050406030204" pitchFamily="18" charset="0"/>
                            <a:ea typeface="楷体" panose="02010609060101010101" pitchFamily="49" charset="-122"/>
                          </a:rPr>
                          <m:t>)</m:t>
                        </m:r>
                      </m:sup>
                    </m:sSup>
                  </m:oMath>
                </a14:m>
                <a:endParaRPr lang="en-US" altLang="zh-CN" sz="3000" dirty="0">
                  <a:latin typeface="楷体" panose="02010609060101010101" pitchFamily="49" charset="-122"/>
                  <a:ea typeface="楷体" panose="02010609060101010101" pitchFamily="49" charset="-122"/>
                </a:endParaRPr>
              </a:p>
            </p:txBody>
          </p:sp>
        </mc:Choice>
        <mc:Fallback>
          <p:sp>
            <p:nvSpPr>
              <p:cNvPr id="14" name="标题 1"/>
              <p:cNvSpPr txBox="1">
                <a:spLocks noRot="1" noChangeAspect="1" noMove="1" noResize="1" noEditPoints="1" noAdjustHandles="1" noChangeArrowheads="1" noChangeShapeType="1" noTextEdit="1"/>
              </p:cNvSpPr>
              <p:nvPr/>
            </p:nvSpPr>
            <p:spPr>
              <a:xfrm>
                <a:off x="237585" y="3797568"/>
                <a:ext cx="4098971" cy="743018"/>
              </a:xfrm>
              <a:prstGeom prst="rect">
                <a:avLst/>
              </a:prstGeom>
              <a:blipFill rotWithShape="1">
                <a:blip r:embed="rId7"/>
                <a:stretch>
                  <a:fillRect l="-2" t="-13539" r="3" b="-1362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标题 1"/>
              <p:cNvSpPr txBox="1"/>
              <p:nvPr/>
            </p:nvSpPr>
            <p:spPr>
              <a:xfrm>
                <a:off x="4099287" y="3921263"/>
                <a:ext cx="3142907" cy="74301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𝑒</m:t>
                          </m:r>
                        </m:e>
                        <m:sup>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2</m:t>
                              </m:r>
                            </m:num>
                            <m:den>
                              <m:r>
                                <a:rPr lang="en-US" altLang="zh-CN" sz="3000" i="1">
                                  <a:latin typeface="Cambria Math" panose="02040503050406030204" pitchFamily="18" charset="0"/>
                                  <a:ea typeface="楷体" panose="02010609060101010101" pitchFamily="49" charset="-122"/>
                                </a:rPr>
                                <m:t>3</m:t>
                              </m:r>
                            </m:den>
                          </m:f>
                          <m:r>
                            <a:rPr lang="en-US" altLang="zh-CN" sz="3000" b="0" i="1" smtClean="0">
                              <a:latin typeface="Cambria Math" panose="02040503050406030204" pitchFamily="18" charset="0"/>
                              <a:ea typeface="楷体" panose="02010609060101010101" pitchFamily="49" charset="-122"/>
                            </a:rPr>
                            <m:t>(</m:t>
                          </m:r>
                          <m:func>
                            <m:funcPr>
                              <m:ctrlPr>
                                <a:rPr lang="en-US" altLang="zh-CN" sz="3000" b="0" i="1" smtClean="0">
                                  <a:latin typeface="Cambria Math" panose="02040503050406030204" pitchFamily="18" charset="0"/>
                                  <a:ea typeface="楷体" panose="02010609060101010101" pitchFamily="49" charset="-122"/>
                                </a:rPr>
                              </m:ctrlPr>
                            </m:funcPr>
                            <m:fName>
                              <m:r>
                                <a:rPr lang="en-US" altLang="zh-CN" sz="3000" b="0" i="1" smtClean="0">
                                  <a:latin typeface="Cambria Math" panose="02040503050406030204" pitchFamily="18" charset="0"/>
                                  <a:ea typeface="楷体" panose="02010609060101010101" pitchFamily="49" charset="-122"/>
                                </a:rPr>
                                <m:t>𝑙𝑛</m:t>
                              </m:r>
                            </m:fName>
                            <m:e>
                              <m:d>
                                <m:dPr>
                                  <m:begChr m:val="|"/>
                                  <m:endChr m:val="|"/>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1</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𝑖</m:t>
                                  </m:r>
                                </m:e>
                              </m:d>
                            </m:e>
                          </m:func>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𝑖</m:t>
                          </m:r>
                          <m:r>
                            <a:rPr lang="en-US" altLang="zh-CN" sz="3000" b="0" i="1" smtClean="0">
                              <a:latin typeface="Cambria Math" panose="02040503050406030204" pitchFamily="18" charset="0"/>
                              <a:ea typeface="楷体" panose="02010609060101010101" pitchFamily="49" charset="-122"/>
                            </a:rPr>
                            <m:t>(</m:t>
                          </m:r>
                          <m:f>
                            <m:fPr>
                              <m:ctrlPr>
                                <a:rPr lang="en-US" altLang="zh-CN" sz="3000" b="0" i="1" smtClean="0">
                                  <a:latin typeface="Cambria Math" panose="02040503050406030204" pitchFamily="18" charset="0"/>
                                  <a:ea typeface="楷体" panose="02010609060101010101" pitchFamily="49" charset="-122"/>
                                </a:rPr>
                              </m:ctrlPr>
                            </m:fPr>
                            <m:num>
                              <m:r>
                                <a:rPr lang="zh-CN" altLang="en-US" sz="3000" b="0" i="1" smtClean="0">
                                  <a:latin typeface="Cambria Math" panose="02040503050406030204" pitchFamily="18" charset="0"/>
                                  <a:ea typeface="楷体" panose="02010609060101010101" pitchFamily="49" charset="-122"/>
                                </a:rPr>
                                <m:t>𝜋</m:t>
                              </m:r>
                            </m:num>
                            <m:den>
                              <m:r>
                                <a:rPr lang="en-US" altLang="zh-CN" sz="3000" b="0" i="1" smtClean="0">
                                  <a:latin typeface="Cambria Math" panose="02040503050406030204" pitchFamily="18" charset="0"/>
                                  <a:ea typeface="楷体" panose="02010609060101010101" pitchFamily="49" charset="-122"/>
                                </a:rPr>
                                <m:t>4</m:t>
                              </m:r>
                            </m:den>
                          </m:f>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𝑘</m:t>
                          </m:r>
                          <m:r>
                            <a:rPr lang="zh-CN" altLang="en-US" sz="3000" b="0" i="1" smtClean="0">
                              <a:latin typeface="Cambria Math" panose="02040503050406030204" pitchFamily="18" charset="0"/>
                              <a:ea typeface="楷体" panose="02010609060101010101" pitchFamily="49" charset="-122"/>
                            </a:rPr>
                            <m:t>𝜋</m:t>
                          </m:r>
                          <m:r>
                            <a:rPr lang="en-US" altLang="zh-CN" sz="3000" b="0" i="1" smtClean="0">
                              <a:latin typeface="Cambria Math" panose="02040503050406030204" pitchFamily="18" charset="0"/>
                              <a:ea typeface="楷体" panose="02010609060101010101" pitchFamily="49" charset="-122"/>
                            </a:rPr>
                            <m:t>))</m:t>
                          </m:r>
                        </m:sup>
                      </m:sSup>
                    </m:oMath>
                  </m:oMathPara>
                </a14:m>
                <a:endParaRPr lang="en-US" altLang="zh-CN" sz="3000" dirty="0">
                  <a:latin typeface="楷体" panose="02010609060101010101" pitchFamily="49" charset="-122"/>
                  <a:ea typeface="楷体" panose="02010609060101010101" pitchFamily="49" charset="-122"/>
                </a:endParaRPr>
              </a:p>
            </p:txBody>
          </p:sp>
        </mc:Choice>
        <mc:Fallback>
          <p:sp>
            <p:nvSpPr>
              <p:cNvPr id="15" name="标题 1"/>
              <p:cNvSpPr txBox="1">
                <a:spLocks noRot="1" noChangeAspect="1" noMove="1" noResize="1" noEditPoints="1" noAdjustHandles="1" noChangeArrowheads="1" noChangeShapeType="1" noTextEdit="1"/>
              </p:cNvSpPr>
              <p:nvPr/>
            </p:nvSpPr>
            <p:spPr>
              <a:xfrm>
                <a:off x="4099287" y="3921263"/>
                <a:ext cx="3142907" cy="743018"/>
              </a:xfrm>
              <a:prstGeom prst="rect">
                <a:avLst/>
              </a:prstGeom>
              <a:blipFill rotWithShape="1">
                <a:blip r:embed="rId8"/>
                <a:stretch>
                  <a:fillRect l="-12" t="-8394" r="-5859" b="-851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标题 1"/>
              <p:cNvSpPr txBox="1"/>
              <p:nvPr/>
            </p:nvSpPr>
            <p:spPr>
              <a:xfrm>
                <a:off x="2287070" y="4757557"/>
                <a:ext cx="3142907" cy="74301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𝑒</m:t>
                          </m:r>
                        </m:e>
                        <m:sup>
                          <m:f>
                            <m:fPr>
                              <m:ctrlPr>
                                <a:rPr lang="en-US" altLang="zh-CN" sz="3000" i="1">
                                  <a:latin typeface="Cambria Math" panose="02040503050406030204" pitchFamily="18" charset="0"/>
                                  <a:ea typeface="楷体" panose="02010609060101010101" pitchFamily="49" charset="-122"/>
                                </a:rPr>
                              </m:ctrlPr>
                            </m:fPr>
                            <m:num>
                              <m:r>
                                <a:rPr lang="en-US" altLang="zh-CN" sz="3000" b="0" i="1" smtClean="0">
                                  <a:latin typeface="Cambria Math" panose="02040503050406030204" pitchFamily="18" charset="0"/>
                                  <a:ea typeface="楷体" panose="02010609060101010101" pitchFamily="49" charset="-122"/>
                                </a:rPr>
                                <m:t>1</m:t>
                              </m:r>
                            </m:num>
                            <m:den>
                              <m:r>
                                <a:rPr lang="en-US" altLang="zh-CN" sz="3000" i="1">
                                  <a:latin typeface="Cambria Math" panose="02040503050406030204" pitchFamily="18" charset="0"/>
                                  <a:ea typeface="楷体" panose="02010609060101010101" pitchFamily="49" charset="-122"/>
                                </a:rPr>
                                <m:t>3</m:t>
                              </m:r>
                            </m:den>
                          </m:f>
                          <m:func>
                            <m:funcPr>
                              <m:ctrlPr>
                                <a:rPr lang="en-US" altLang="zh-CN" sz="3000" b="0" i="1" smtClean="0">
                                  <a:latin typeface="Cambria Math" panose="02040503050406030204" pitchFamily="18" charset="0"/>
                                  <a:ea typeface="楷体" panose="02010609060101010101" pitchFamily="49" charset="-122"/>
                                </a:rPr>
                              </m:ctrlPr>
                            </m:funcPr>
                            <m:fName>
                              <m:r>
                                <a:rPr lang="en-US" altLang="zh-CN" sz="3000" b="0" i="1" smtClean="0">
                                  <a:latin typeface="Cambria Math" panose="02040503050406030204" pitchFamily="18" charset="0"/>
                                  <a:ea typeface="楷体" panose="02010609060101010101" pitchFamily="49" charset="-122"/>
                                </a:rPr>
                                <m:t>𝑙𝑛</m:t>
                              </m:r>
                            </m:fName>
                            <m:e>
                              <m:r>
                                <a:rPr lang="en-US" altLang="zh-CN" sz="3000" b="0" i="1" smtClean="0">
                                  <a:latin typeface="Cambria Math" panose="02040503050406030204" pitchFamily="18" charset="0"/>
                                  <a:ea typeface="楷体" panose="02010609060101010101" pitchFamily="49" charset="-122"/>
                                </a:rPr>
                                <m:t>2</m:t>
                              </m:r>
                            </m:e>
                          </m:func>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𝑖</m:t>
                          </m:r>
                          <m:f>
                            <m:fPr>
                              <m:ctrlPr>
                                <a:rPr lang="en-US" altLang="zh-CN" sz="3000" b="0" i="1" smtClean="0">
                                  <a:latin typeface="Cambria Math" panose="02040503050406030204" pitchFamily="18" charset="0"/>
                                  <a:ea typeface="楷体" panose="02010609060101010101" pitchFamily="49" charset="-122"/>
                                </a:rPr>
                              </m:ctrlPr>
                            </m:fPr>
                            <m:num>
                              <m:r>
                                <a:rPr lang="en-US" altLang="zh-CN" sz="3000" b="0" i="1" smtClean="0">
                                  <a:latin typeface="Cambria Math" panose="02040503050406030204" pitchFamily="18" charset="0"/>
                                  <a:ea typeface="楷体" panose="02010609060101010101" pitchFamily="49" charset="-122"/>
                                </a:rPr>
                                <m:t>2</m:t>
                              </m:r>
                            </m:num>
                            <m:den>
                              <m:r>
                                <a:rPr lang="en-US" altLang="zh-CN" sz="3000" b="0" i="1" smtClean="0">
                                  <a:latin typeface="Cambria Math" panose="02040503050406030204" pitchFamily="18" charset="0"/>
                                  <a:ea typeface="楷体" panose="02010609060101010101" pitchFamily="49" charset="-122"/>
                                </a:rPr>
                                <m:t>3</m:t>
                              </m:r>
                            </m:den>
                          </m:f>
                          <m:r>
                            <a:rPr lang="en-US" altLang="zh-CN" sz="3000" b="0" i="1" smtClean="0">
                              <a:latin typeface="Cambria Math" panose="02040503050406030204" pitchFamily="18" charset="0"/>
                              <a:ea typeface="楷体" panose="02010609060101010101" pitchFamily="49" charset="-122"/>
                            </a:rPr>
                            <m:t>(</m:t>
                          </m:r>
                          <m:f>
                            <m:fPr>
                              <m:ctrlPr>
                                <a:rPr lang="en-US" altLang="zh-CN" sz="3000" b="0" i="1" smtClean="0">
                                  <a:latin typeface="Cambria Math" panose="02040503050406030204" pitchFamily="18" charset="0"/>
                                  <a:ea typeface="楷体" panose="02010609060101010101" pitchFamily="49" charset="-122"/>
                                </a:rPr>
                              </m:ctrlPr>
                            </m:fPr>
                            <m:num>
                              <m:r>
                                <a:rPr lang="zh-CN" altLang="en-US" sz="3000" b="0" i="1" smtClean="0">
                                  <a:latin typeface="Cambria Math" panose="02040503050406030204" pitchFamily="18" charset="0"/>
                                  <a:ea typeface="楷体" panose="02010609060101010101" pitchFamily="49" charset="-122"/>
                                </a:rPr>
                                <m:t>𝜋</m:t>
                              </m:r>
                            </m:num>
                            <m:den>
                              <m:r>
                                <a:rPr lang="en-US" altLang="zh-CN" sz="3000" b="0" i="1" smtClean="0">
                                  <a:latin typeface="Cambria Math" panose="02040503050406030204" pitchFamily="18" charset="0"/>
                                  <a:ea typeface="楷体" panose="02010609060101010101" pitchFamily="49" charset="-122"/>
                                </a:rPr>
                                <m:t>4</m:t>
                              </m:r>
                            </m:den>
                          </m:f>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𝑘</m:t>
                          </m:r>
                          <m:r>
                            <a:rPr lang="zh-CN" altLang="en-US" sz="3000" b="0" i="1" smtClean="0">
                              <a:latin typeface="Cambria Math" panose="02040503050406030204" pitchFamily="18" charset="0"/>
                              <a:ea typeface="楷体" panose="02010609060101010101" pitchFamily="49" charset="-122"/>
                            </a:rPr>
                            <m:t>𝜋</m:t>
                          </m:r>
                          <m:r>
                            <a:rPr lang="en-US" altLang="zh-CN" sz="3000" b="0" i="1" smtClean="0">
                              <a:latin typeface="Cambria Math" panose="02040503050406030204" pitchFamily="18" charset="0"/>
                              <a:ea typeface="楷体" panose="02010609060101010101" pitchFamily="49" charset="-122"/>
                            </a:rPr>
                            <m:t>))</m:t>
                          </m:r>
                        </m:sup>
                      </m:sSup>
                    </m:oMath>
                  </m:oMathPara>
                </a14:m>
                <a:endParaRPr lang="en-US" altLang="zh-CN" sz="3000" dirty="0">
                  <a:latin typeface="楷体" panose="02010609060101010101" pitchFamily="49" charset="-122"/>
                  <a:ea typeface="楷体" panose="02010609060101010101" pitchFamily="49" charset="-122"/>
                </a:endParaRPr>
              </a:p>
            </p:txBody>
          </p:sp>
        </mc:Choice>
        <mc:Fallback>
          <p:sp>
            <p:nvSpPr>
              <p:cNvPr id="16" name="标题 1"/>
              <p:cNvSpPr txBox="1">
                <a:spLocks noRot="1" noChangeAspect="1" noMove="1" noResize="1" noEditPoints="1" noAdjustHandles="1" noChangeArrowheads="1" noChangeShapeType="1" noTextEdit="1"/>
              </p:cNvSpPr>
              <p:nvPr/>
            </p:nvSpPr>
            <p:spPr>
              <a:xfrm>
                <a:off x="2287070" y="4757557"/>
                <a:ext cx="3142907" cy="743018"/>
              </a:xfrm>
              <a:prstGeom prst="rect">
                <a:avLst/>
              </a:prstGeom>
              <a:blipFill rotWithShape="1">
                <a:blip r:embed="rId9"/>
                <a:stretch>
                  <a:fillRect l="-14" t="-8394" r="3" b="-851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7" name="标题 1"/>
              <p:cNvSpPr txBox="1"/>
              <p:nvPr/>
            </p:nvSpPr>
            <p:spPr>
              <a:xfrm>
                <a:off x="2287069" y="5500575"/>
                <a:ext cx="6681717" cy="74301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rad>
                      <m:radPr>
                        <m:ctrlPr>
                          <a:rPr lang="en-US" altLang="zh-CN" sz="3000" b="0" i="1" smtClean="0">
                            <a:latin typeface="Cambria Math" panose="02040503050406030204" pitchFamily="18" charset="0"/>
                            <a:ea typeface="楷体" panose="02010609060101010101" pitchFamily="49" charset="-122"/>
                          </a:rPr>
                        </m:ctrlPr>
                      </m:radPr>
                      <m:deg>
                        <m:r>
                          <m:rPr>
                            <m:brk m:alnAt="7"/>
                          </m:rPr>
                          <a:rPr lang="en-US" altLang="zh-CN" sz="3000" b="0" i="1" smtClean="0">
                            <a:latin typeface="Cambria Math" panose="02040503050406030204" pitchFamily="18" charset="0"/>
                            <a:ea typeface="楷体" panose="02010609060101010101" pitchFamily="49" charset="-122"/>
                          </a:rPr>
                          <m:t>3</m:t>
                        </m:r>
                      </m:deg>
                      <m:e>
                        <m:r>
                          <a:rPr lang="en-US" altLang="zh-CN" sz="3000" b="0" i="1" smtClean="0">
                            <a:latin typeface="Cambria Math" panose="02040503050406030204" pitchFamily="18" charset="0"/>
                            <a:ea typeface="楷体" panose="02010609060101010101" pitchFamily="49" charset="-122"/>
                          </a:rPr>
                          <m:t>2</m:t>
                        </m:r>
                      </m:e>
                    </m:rad>
                    <m:r>
                      <a:rPr lang="en-US" altLang="zh-CN" sz="3000" b="0" i="1" smtClean="0">
                        <a:latin typeface="Cambria Math" panose="02040503050406030204" pitchFamily="18" charset="0"/>
                        <a:ea typeface="楷体" panose="02010609060101010101" pitchFamily="49" charset="-122"/>
                      </a:rPr>
                      <m:t>[</m:t>
                    </m:r>
                    <m:func>
                      <m:funcPr>
                        <m:ctrlPr>
                          <a:rPr lang="en-US" altLang="zh-CN" sz="3000" b="0" i="1" smtClean="0">
                            <a:latin typeface="Cambria Math" panose="02040503050406030204" pitchFamily="18" charset="0"/>
                            <a:ea typeface="楷体" panose="02010609060101010101" pitchFamily="49" charset="-122"/>
                          </a:rPr>
                        </m:ctrlPr>
                      </m:funcPr>
                      <m:fName>
                        <m:r>
                          <a:rPr lang="en-US" altLang="zh-CN" sz="3000" b="0" i="1" smtClean="0">
                            <a:latin typeface="Cambria Math" panose="02040503050406030204" pitchFamily="18" charset="0"/>
                            <a:ea typeface="楷体" panose="02010609060101010101" pitchFamily="49" charset="-122"/>
                          </a:rPr>
                          <m:t>𝑐𝑜𝑠</m:t>
                        </m:r>
                      </m:fName>
                      <m:e>
                        <m:d>
                          <m:dPr>
                            <m:ctrlPr>
                              <a:rPr lang="en-US" altLang="zh-CN" sz="3000" b="0" i="1" smtClean="0">
                                <a:latin typeface="Cambria Math" panose="02040503050406030204" pitchFamily="18" charset="0"/>
                                <a:ea typeface="楷体" panose="02010609060101010101" pitchFamily="49" charset="-122"/>
                              </a:rPr>
                            </m:ctrlPr>
                          </m:dPr>
                          <m:e>
                            <m:f>
                              <m:fPr>
                                <m:ctrlPr>
                                  <a:rPr lang="en-US" altLang="zh-CN" sz="3000" b="0" i="1" smtClean="0">
                                    <a:latin typeface="Cambria Math" panose="02040503050406030204" pitchFamily="18" charset="0"/>
                                    <a:ea typeface="楷体" panose="02010609060101010101" pitchFamily="49" charset="-122"/>
                                  </a:rPr>
                                </m:ctrlPr>
                              </m:fPr>
                              <m:num>
                                <m:r>
                                  <a:rPr lang="zh-CN" altLang="en-US" sz="3000" b="0" i="1" smtClean="0">
                                    <a:latin typeface="Cambria Math" panose="02040503050406030204" pitchFamily="18" charset="0"/>
                                    <a:ea typeface="楷体" panose="02010609060101010101" pitchFamily="49" charset="-122"/>
                                  </a:rPr>
                                  <m:t>𝜋</m:t>
                                </m:r>
                              </m:num>
                              <m:den>
                                <m:r>
                                  <a:rPr lang="en-US" altLang="zh-CN" sz="3000" b="0" i="1" smtClean="0">
                                    <a:latin typeface="Cambria Math" panose="02040503050406030204" pitchFamily="18" charset="0"/>
                                    <a:ea typeface="楷体" panose="02010609060101010101" pitchFamily="49" charset="-122"/>
                                  </a:rPr>
                                  <m:t>6</m:t>
                                </m:r>
                              </m:den>
                            </m:f>
                            <m:r>
                              <a:rPr lang="en-US" altLang="zh-CN" sz="3000" b="0" i="1" smtClean="0">
                                <a:latin typeface="Cambria Math" panose="02040503050406030204" pitchFamily="18" charset="0"/>
                                <a:ea typeface="楷体" panose="02010609060101010101" pitchFamily="49" charset="-122"/>
                              </a:rPr>
                              <m:t>+</m:t>
                            </m:r>
                            <m:f>
                              <m:fPr>
                                <m:ctrlPr>
                                  <a:rPr lang="en-US" altLang="zh-CN" sz="3000" b="0" i="1" smtClean="0">
                                    <a:latin typeface="Cambria Math" panose="02040503050406030204" pitchFamily="18" charset="0"/>
                                    <a:ea typeface="楷体" panose="02010609060101010101" pitchFamily="49" charset="-122"/>
                                  </a:rPr>
                                </m:ctrlPr>
                              </m:fPr>
                              <m:num>
                                <m:r>
                                  <a:rPr lang="en-US" altLang="zh-CN" sz="3000" b="0" i="1" smtClean="0">
                                    <a:latin typeface="Cambria Math" panose="02040503050406030204" pitchFamily="18" charset="0"/>
                                    <a:ea typeface="楷体" panose="02010609060101010101" pitchFamily="49" charset="-122"/>
                                  </a:rPr>
                                  <m:t>4</m:t>
                                </m:r>
                              </m:num>
                              <m:den>
                                <m:r>
                                  <a:rPr lang="en-US" altLang="zh-CN" sz="3000" b="0" i="1" smtClean="0">
                                    <a:latin typeface="Cambria Math" panose="02040503050406030204" pitchFamily="18" charset="0"/>
                                    <a:ea typeface="楷体" panose="02010609060101010101" pitchFamily="49" charset="-122"/>
                                  </a:rPr>
                                  <m:t>3</m:t>
                                </m:r>
                              </m:den>
                            </m:f>
                            <m:r>
                              <a:rPr lang="en-US" altLang="zh-CN" sz="3000" b="0" i="1" smtClean="0">
                                <a:latin typeface="Cambria Math" panose="02040503050406030204" pitchFamily="18" charset="0"/>
                                <a:ea typeface="楷体" panose="02010609060101010101" pitchFamily="49" charset="-122"/>
                              </a:rPr>
                              <m:t>𝑘</m:t>
                            </m:r>
                            <m:r>
                              <a:rPr lang="zh-CN" altLang="en-US" sz="3000" b="0" i="1" smtClean="0">
                                <a:latin typeface="Cambria Math" panose="02040503050406030204" pitchFamily="18" charset="0"/>
                                <a:ea typeface="楷体" panose="02010609060101010101" pitchFamily="49" charset="-122"/>
                              </a:rPr>
                              <m:t>𝜋</m:t>
                            </m:r>
                          </m:e>
                        </m:d>
                      </m:e>
                    </m:func>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𝑖𝑠𝑖𝑛</m:t>
                    </m:r>
                    <m:d>
                      <m:dPr>
                        <m:ctrlPr>
                          <a:rPr lang="en-US" altLang="zh-CN" sz="3000" i="1">
                            <a:latin typeface="Cambria Math" panose="02040503050406030204" pitchFamily="18" charset="0"/>
                            <a:ea typeface="楷体" panose="02010609060101010101" pitchFamily="49" charset="-122"/>
                          </a:rPr>
                        </m:ctrlPr>
                      </m:dPr>
                      <m:e>
                        <m:f>
                          <m:fPr>
                            <m:ctrlPr>
                              <a:rPr lang="en-US" altLang="zh-CN" sz="3000" i="1">
                                <a:latin typeface="Cambria Math" panose="02040503050406030204" pitchFamily="18" charset="0"/>
                                <a:ea typeface="楷体" panose="02010609060101010101" pitchFamily="49" charset="-122"/>
                              </a:rPr>
                            </m:ctrlPr>
                          </m:fPr>
                          <m:num>
                            <m:r>
                              <a:rPr lang="zh-CN" altLang="en-US" sz="3000" i="1">
                                <a:latin typeface="Cambria Math" panose="02040503050406030204" pitchFamily="18" charset="0"/>
                                <a:ea typeface="楷体" panose="02010609060101010101" pitchFamily="49" charset="-122"/>
                              </a:rPr>
                              <m:t>𝜋</m:t>
                            </m:r>
                          </m:num>
                          <m:den>
                            <m:r>
                              <a:rPr lang="en-US" altLang="zh-CN" sz="3000" i="1">
                                <a:latin typeface="Cambria Math" panose="02040503050406030204" pitchFamily="18" charset="0"/>
                                <a:ea typeface="楷体" panose="02010609060101010101" pitchFamily="49" charset="-122"/>
                              </a:rPr>
                              <m:t>6</m:t>
                            </m:r>
                          </m:den>
                        </m:f>
                        <m:r>
                          <a:rPr lang="en-US" altLang="zh-CN" sz="3000" i="1">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4</m:t>
                            </m:r>
                          </m:num>
                          <m:den>
                            <m:r>
                              <a:rPr lang="en-US" altLang="zh-CN" sz="3000" i="1">
                                <a:latin typeface="Cambria Math" panose="02040503050406030204" pitchFamily="18" charset="0"/>
                                <a:ea typeface="楷体" panose="02010609060101010101" pitchFamily="49" charset="-122"/>
                              </a:rPr>
                              <m:t>3</m:t>
                            </m:r>
                          </m:den>
                        </m:f>
                        <m:r>
                          <a:rPr lang="en-US" altLang="zh-CN" sz="3000" i="1">
                            <a:latin typeface="Cambria Math" panose="02040503050406030204" pitchFamily="18" charset="0"/>
                            <a:ea typeface="楷体" panose="02010609060101010101" pitchFamily="49" charset="-122"/>
                          </a:rPr>
                          <m:t>𝑘</m:t>
                        </m:r>
                        <m:r>
                          <a:rPr lang="zh-CN" altLang="en-US" sz="3000" i="1">
                            <a:latin typeface="Cambria Math" panose="02040503050406030204" pitchFamily="18" charset="0"/>
                            <a:ea typeface="楷体" panose="02010609060101010101" pitchFamily="49" charset="-122"/>
                          </a:rPr>
                          <m:t>𝜋</m:t>
                        </m:r>
                      </m:e>
                    </m:d>
                    <m:r>
                      <a:rPr lang="en-US" altLang="zh-CN" sz="3000" b="0" i="1" smtClean="0">
                        <a:latin typeface="Cambria Math" panose="02040503050406030204" pitchFamily="18" charset="0"/>
                        <a:ea typeface="楷体" panose="02010609060101010101" pitchFamily="49" charset="-122"/>
                      </a:rPr>
                      <m:t>]</m:t>
                    </m:r>
                  </m:oMath>
                </a14:m>
                <a:r>
                  <a:rPr lang="en-US" altLang="zh-CN" sz="3000" dirty="0">
                    <a:latin typeface="楷体" panose="02010609060101010101" pitchFamily="49" charset="-122"/>
                    <a:ea typeface="楷体" panose="02010609060101010101" pitchFamily="49" charset="-122"/>
                  </a:rPr>
                  <a:t> </a:t>
                </a:r>
                <a:endParaRPr lang="en-US" altLang="zh-CN" sz="3000" dirty="0">
                  <a:latin typeface="楷体" panose="02010609060101010101" pitchFamily="49" charset="-122"/>
                  <a:ea typeface="楷体" panose="02010609060101010101" pitchFamily="49" charset="-122"/>
                </a:endParaRPr>
              </a:p>
            </p:txBody>
          </p:sp>
        </mc:Choice>
        <mc:Fallback>
          <p:sp>
            <p:nvSpPr>
              <p:cNvPr id="17" name="标题 1"/>
              <p:cNvSpPr txBox="1">
                <a:spLocks noRot="1" noChangeAspect="1" noMove="1" noResize="1" noEditPoints="1" noAdjustHandles="1" noChangeArrowheads="1" noChangeShapeType="1" noTextEdit="1"/>
              </p:cNvSpPr>
              <p:nvPr/>
            </p:nvSpPr>
            <p:spPr>
              <a:xfrm>
                <a:off x="2287069" y="5500575"/>
                <a:ext cx="6681717" cy="743018"/>
              </a:xfrm>
              <a:prstGeom prst="rect">
                <a:avLst/>
              </a:prstGeom>
              <a:blipFill rotWithShape="1">
                <a:blip r:embed="rId10"/>
                <a:stretch>
                  <a:fillRect l="-6" t="-18317" r="1" b="-18423"/>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P spid="11" grpId="0"/>
      <p:bldP spid="12" grpId="0"/>
      <p:bldP spid="13" grpId="0"/>
      <p:bldP spid="14" grpId="0"/>
      <p:bldP spid="15" grpId="0"/>
      <p:bldP spid="16" grpId="0"/>
      <p:bldP spid="1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7" name="标题 1"/>
              <p:cNvSpPr txBox="1"/>
              <p:nvPr/>
            </p:nvSpPr>
            <p:spPr>
              <a:xfrm>
                <a:off x="122036" y="531629"/>
                <a:ext cx="3638074" cy="74295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i="1">
                        <a:latin typeface="Cambria Math" panose="02040503050406030204" pitchFamily="18" charset="0"/>
                        <a:ea typeface="楷体" panose="02010609060101010101" pitchFamily="49" charset="-122"/>
                      </a:rPr>
                      <m:t>𝐸𝑔</m:t>
                    </m:r>
                    <m:r>
                      <a:rPr lang="en-US" altLang="zh-CN" sz="3000" i="1">
                        <a:latin typeface="Cambria Math" panose="02040503050406030204" pitchFamily="18" charset="0"/>
                        <a:ea typeface="楷体" panose="02010609060101010101" pitchFamily="49" charset="-122"/>
                      </a:rPr>
                      <m:t>: </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sSup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e>
                          <m:sup>
                            <m:r>
                              <a:rPr lang="en-US" altLang="zh-CN" sz="3000" i="1">
                                <a:latin typeface="Cambria Math" panose="02040503050406030204" pitchFamily="18" charset="0"/>
                                <a:ea typeface="楷体" panose="02010609060101010101" pitchFamily="49" charset="-122"/>
                                <a:cs typeface="Cambria Math" panose="02040503050406030204" pitchFamily="18" charset="0"/>
                              </a:rPr>
                              <m:t>𝑎</m:t>
                            </m:r>
                          </m:sup>
                        </m:sSup>
                        <m:r>
                          <a:rPr lang="en-US" altLang="zh-CN" sz="3000" i="1">
                            <a:latin typeface="Cambria Math" panose="02040503050406030204" pitchFamily="18" charset="0"/>
                            <a:ea typeface="楷体" panose="02010609060101010101" pitchFamily="49" charset="-122"/>
                          </a:rPr>
                          <m:t>)</m:t>
                        </m:r>
                      </m:e>
                      <m:sup>
                        <m:r>
                          <a:rPr lang="en-US" altLang="zh-CN" sz="3000" i="1">
                            <a:latin typeface="Cambria Math" panose="02040503050406030204" pitchFamily="18" charset="0"/>
                            <a:ea typeface="楷体" panose="02010609060101010101" pitchFamily="49" charset="-122"/>
                          </a:rPr>
                          <m:t>𝑏</m:t>
                        </m:r>
                      </m:sup>
                    </m:sSup>
                    <m:r>
                      <a:rPr lang="en-US" altLang="zh-CN" sz="3000" i="1">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sSup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e>
                      <m:sup>
                        <m:r>
                          <a:rPr lang="en-US" altLang="zh-CN" sz="3000" i="1">
                            <a:latin typeface="Cambria Math" panose="02040503050406030204" pitchFamily="18" charset="0"/>
                            <a:ea typeface="楷体" panose="02010609060101010101" pitchFamily="49" charset="-122"/>
                            <a:cs typeface="Cambria Math" panose="02040503050406030204" pitchFamily="18" charset="0"/>
                          </a:rPr>
                          <m:t>𝑎𝑏</m:t>
                        </m:r>
                      </m:sup>
                    </m:sSup>
                  </m:oMath>
                </a14:m>
                <a:r>
                  <a:rPr lang="zh-CN" altLang="en-US" sz="3000" dirty="0">
                    <a:latin typeface="Cambria Math" panose="02040503050406030204" pitchFamily="18" charset="0"/>
                    <a:ea typeface="楷体" panose="02010609060101010101" pitchFamily="49" charset="-122"/>
                    <a:cs typeface="Cambria Math" panose="02040503050406030204" pitchFamily="18" charset="0"/>
                  </a:rPr>
                  <a:t>吗？</a:t>
                </a:r>
                <a:endParaRPr lang="zh-CN" altLang="en-US" sz="3000"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7" name="标题 1"/>
              <p:cNvSpPr txBox="1">
                <a:spLocks noRot="1" noChangeAspect="1" noMove="1" noResize="1" noEditPoints="1" noAdjustHandles="1" noChangeArrowheads="1" noChangeShapeType="1" noTextEdit="1"/>
              </p:cNvSpPr>
              <p:nvPr/>
            </p:nvSpPr>
            <p:spPr>
              <a:xfrm>
                <a:off x="122036" y="531629"/>
                <a:ext cx="3638074" cy="742950"/>
              </a:xfrm>
              <a:prstGeom prst="rect">
                <a:avLst/>
              </a:prstGeom>
              <a:blipFill rotWithShape="1">
                <a:blip r:embed="rId1"/>
                <a:stretch>
                  <a:fillRect l="-3" t="-18" r="8" b="18"/>
                </a:stretch>
              </a:blipFill>
            </p:spPr>
            <p:txBody>
              <a:bodyPr/>
              <a:lstStyle/>
              <a:p>
                <a:r>
                  <a:rPr lang="zh-CN" altLang="en-US">
                    <a:noFill/>
                  </a:rPr>
                  <a:t> </a:t>
                </a:r>
              </a:p>
            </p:txBody>
          </p:sp>
        </mc:Fallback>
      </mc:AlternateContent>
      <p:sp>
        <p:nvSpPr>
          <p:cNvPr id="2"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2.3 </a:t>
            </a:r>
            <a:r>
              <a:rPr lang="zh-CN" altLang="en-US" sz="1800" b="1" dirty="0">
                <a:latin typeface="楷体" panose="02010609060101010101" pitchFamily="49" charset="-122"/>
                <a:ea typeface="楷体" panose="02010609060101010101" pitchFamily="49" charset="-122"/>
              </a:rPr>
              <a:t>初等函数</a:t>
            </a:r>
            <a:endParaRPr lang="zh-CN" altLang="en-US" sz="1800" b="1" dirty="0">
              <a:latin typeface="楷体" panose="02010609060101010101" pitchFamily="49" charset="-122"/>
              <a:ea typeface="楷体" panose="02010609060101010101" pitchFamily="49" charset="-122"/>
            </a:endParaRPr>
          </a:p>
        </p:txBody>
      </p:sp>
      <p:cxnSp>
        <p:nvCxnSpPr>
          <p:cNvPr id="3" name="直接连接符 2"/>
          <p:cNvCxnSpPr/>
          <p:nvPr/>
        </p:nvCxnSpPr>
        <p:spPr>
          <a:xfrm flipV="1">
            <a:off x="0" y="573451"/>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8" name="标题 1"/>
          <p:cNvSpPr txBox="1"/>
          <p:nvPr/>
        </p:nvSpPr>
        <p:spPr>
          <a:xfrm>
            <a:off x="854834" y="1311508"/>
            <a:ext cx="2419484" cy="74295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Cambria Math" panose="02040503050406030204" pitchFamily="18" charset="0"/>
                <a:ea typeface="楷体" panose="02010609060101010101" pitchFamily="49" charset="-122"/>
                <a:cs typeface="Cambria Math" panose="02040503050406030204" pitchFamily="18" charset="0"/>
              </a:rPr>
              <a:t>不一定成立。</a:t>
            </a:r>
            <a:endParaRPr lang="zh-CN" altLang="en-US" sz="3000" dirty="0">
              <a:latin typeface="Cambria Math" panose="02040503050406030204" pitchFamily="18" charset="0"/>
              <a:ea typeface="楷体" panose="02010609060101010101" pitchFamily="49" charset="-122"/>
              <a:cs typeface="Cambria Math" panose="02040503050406030204" pitchFamily="18" charset="0"/>
            </a:endParaRPr>
          </a:p>
        </p:txBody>
      </p:sp>
      <mc:AlternateContent xmlns:mc="http://schemas.openxmlformats.org/markup-compatibility/2006">
        <mc:Choice xmlns:a14="http://schemas.microsoft.com/office/drawing/2010/main" Requires="a14">
          <p:sp>
            <p:nvSpPr>
              <p:cNvPr id="9" name="标题 1"/>
              <p:cNvSpPr txBox="1"/>
              <p:nvPr/>
            </p:nvSpPr>
            <p:spPr>
              <a:xfrm>
                <a:off x="3274318" y="1283584"/>
                <a:ext cx="3021784" cy="74295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Cambria Math" panose="02040503050406030204" pitchFamily="18" charset="0"/>
                    <a:ea typeface="楷体" panose="02010609060101010101" pitchFamily="49" charset="-122"/>
                    <a:cs typeface="Cambria Math" panose="02040503050406030204" pitchFamily="18" charset="0"/>
                  </a:rPr>
                  <a:t>如：</a:t>
                </a:r>
                <a14:m>
                  <m:oMath xmlns:m="http://schemas.openxmlformats.org/officeDocument/2006/math">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𝑎</m:t>
                    </m:r>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m:t>
                    </m:r>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2</m:t>
                    </m:r>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m:t>
                    </m:r>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𝑏</m:t>
                    </m:r>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m:t>
                    </m:r>
                    <m:f>
                      <m:fPr>
                        <m:ctrlPr>
                          <a:rPr lang="en-US" altLang="zh-CN" sz="3000" b="0" i="1" smtClean="0">
                            <a:latin typeface="Cambria Math" panose="02040503050406030204" pitchFamily="18" charset="0"/>
                            <a:ea typeface="楷体" panose="02010609060101010101" pitchFamily="49" charset="-122"/>
                          </a:rPr>
                        </m:ctrlPr>
                      </m:fPr>
                      <m:num>
                        <m:r>
                          <a:rPr lang="en-US" altLang="zh-CN" sz="3000" b="0" i="1" smtClean="0">
                            <a:latin typeface="Cambria Math" panose="02040503050406030204" pitchFamily="18" charset="0"/>
                            <a:ea typeface="楷体" panose="02010609060101010101" pitchFamily="49" charset="-122"/>
                          </a:rPr>
                          <m:t>1</m:t>
                        </m:r>
                      </m:num>
                      <m:den>
                        <m:r>
                          <a:rPr lang="en-US" altLang="zh-CN" sz="3000" b="0" i="1" smtClean="0">
                            <a:latin typeface="Cambria Math" panose="02040503050406030204" pitchFamily="18" charset="0"/>
                            <a:ea typeface="楷体" panose="02010609060101010101" pitchFamily="49" charset="-122"/>
                          </a:rPr>
                          <m:t>2</m:t>
                        </m:r>
                      </m:den>
                    </m:f>
                  </m:oMath>
                </a14:m>
                <a:endParaRPr lang="zh-CN" altLang="en-US" sz="3000"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9" name="标题 1"/>
              <p:cNvSpPr txBox="1">
                <a:spLocks noRot="1" noChangeAspect="1" noMove="1" noResize="1" noEditPoints="1" noAdjustHandles="1" noChangeArrowheads="1" noChangeShapeType="1" noTextEdit="1"/>
              </p:cNvSpPr>
              <p:nvPr/>
            </p:nvSpPr>
            <p:spPr>
              <a:xfrm>
                <a:off x="3274318" y="1283584"/>
                <a:ext cx="3021784" cy="742950"/>
              </a:xfrm>
              <a:prstGeom prst="rect">
                <a:avLst/>
              </a:prstGeom>
              <a:blipFill rotWithShape="1">
                <a:blip r:embed="rId2"/>
                <a:stretch>
                  <a:fillRect l="-9" t="-15333" r="3" b="-1543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标题 1"/>
              <p:cNvSpPr txBox="1"/>
              <p:nvPr/>
            </p:nvSpPr>
            <p:spPr>
              <a:xfrm>
                <a:off x="854833" y="2035539"/>
                <a:ext cx="6405613" cy="74295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i="1" smtClean="0">
                        <a:latin typeface="Cambria Math" panose="02040503050406030204" pitchFamily="18" charset="0"/>
                        <a:ea typeface="楷体" panose="02010609060101010101" pitchFamily="49" charset="-122"/>
                      </a:rPr>
                      <m:t> </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sSup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e>
                          <m:sup>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2</m:t>
                            </m:r>
                          </m:sup>
                        </m:sSup>
                        <m:r>
                          <a:rPr lang="en-US" altLang="zh-CN" sz="3000" i="1">
                            <a:latin typeface="Cambria Math" panose="02040503050406030204" pitchFamily="18" charset="0"/>
                            <a:ea typeface="楷体" panose="02010609060101010101" pitchFamily="49" charset="-122"/>
                          </a:rPr>
                          <m:t>)</m:t>
                        </m:r>
                      </m:e>
                      <m:sup>
                        <m:f>
                          <m:fPr>
                            <m:ctrlPr>
                              <a:rPr lang="en-US" altLang="zh-CN" sz="3000" i="1" smtClean="0">
                                <a:latin typeface="Cambria Math" panose="02040503050406030204" pitchFamily="18" charset="0"/>
                                <a:ea typeface="楷体" panose="02010609060101010101" pitchFamily="49" charset="-122"/>
                              </a:rPr>
                            </m:ctrlPr>
                          </m:fPr>
                          <m:num>
                            <m:r>
                              <a:rPr lang="en-US" altLang="zh-CN" sz="3000" b="0" i="1" smtClean="0">
                                <a:latin typeface="Cambria Math" panose="02040503050406030204" pitchFamily="18" charset="0"/>
                                <a:ea typeface="楷体" panose="02010609060101010101" pitchFamily="49" charset="-122"/>
                              </a:rPr>
                              <m:t>1</m:t>
                            </m:r>
                          </m:num>
                          <m:den>
                            <m:r>
                              <a:rPr lang="en-US" altLang="zh-CN" sz="3000" b="0" i="1" smtClean="0">
                                <a:latin typeface="Cambria Math" panose="02040503050406030204" pitchFamily="18" charset="0"/>
                                <a:ea typeface="楷体" panose="02010609060101010101" pitchFamily="49" charset="-122"/>
                              </a:rPr>
                              <m:t>2</m:t>
                            </m:r>
                          </m:den>
                        </m:f>
                      </m:sup>
                    </m:sSup>
                  </m:oMath>
                </a14:m>
                <a:r>
                  <a:rPr lang="zh-CN" altLang="en-US" sz="3000" dirty="0">
                    <a:latin typeface="Cambria Math" panose="02040503050406030204" pitchFamily="18" charset="0"/>
                    <a:ea typeface="楷体" panose="02010609060101010101" pitchFamily="49" charset="-122"/>
                    <a:cs typeface="Cambria Math" panose="02040503050406030204" pitchFamily="18" charset="0"/>
                  </a:rPr>
                  <a:t>有两个值，</a:t>
                </a:r>
                <a:r>
                  <a:rPr lang="en-US" altLang="zh-CN" sz="3000" dirty="0">
                    <a:ea typeface="楷体" panose="02010609060101010101" pitchFamily="49" charset="-122"/>
                    <a:cs typeface="Cambria Math" panose="02040503050406030204" pitchFamily="18" charset="0"/>
                  </a:rPr>
                  <a:t> </a:t>
                </a:r>
                <a14:m>
                  <m:oMath xmlns:m="http://schemas.openxmlformats.org/officeDocument/2006/math">
                    <m:sSup>
                      <m:sSup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sSup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e>
                      <m:sup>
                        <m:r>
                          <a:rPr lang="en-US" altLang="zh-CN" sz="3000" i="1">
                            <a:latin typeface="Cambria Math" panose="02040503050406030204" pitchFamily="18" charset="0"/>
                            <a:ea typeface="楷体" panose="02010609060101010101" pitchFamily="49" charset="-122"/>
                            <a:cs typeface="Cambria Math" panose="02040503050406030204" pitchFamily="18" charset="0"/>
                          </a:rPr>
                          <m:t>2</m:t>
                        </m:r>
                        <m:r>
                          <a:rPr lang="en-US" altLang="zh-CN" sz="3000" i="1" smtClean="0">
                            <a:latin typeface="Cambria Math" panose="02040503050406030204" pitchFamily="18" charset="0"/>
                            <a:ea typeface="Cambria Math" panose="02040503050406030204" pitchFamily="18" charset="0"/>
                            <a:cs typeface="Cambria Math" panose="02040503050406030204" pitchFamily="18" charset="0"/>
                          </a:rPr>
                          <m:t>∙</m:t>
                        </m:r>
                        <m:f>
                          <m:fPr>
                            <m:ctrlPr>
                              <a:rPr lang="en-US" altLang="zh-CN" sz="3000" i="1" smtClean="0">
                                <a:latin typeface="Cambria Math" panose="02040503050406030204" pitchFamily="18" charset="0"/>
                                <a:ea typeface="Cambria Math" panose="02040503050406030204" pitchFamily="18" charset="0"/>
                              </a:rPr>
                            </m:ctrlPr>
                          </m:fPr>
                          <m:num>
                            <m:r>
                              <a:rPr lang="en-US" altLang="zh-CN" sz="3000" i="1">
                                <a:latin typeface="Cambria Math" panose="02040503050406030204" pitchFamily="18" charset="0"/>
                                <a:ea typeface="Cambria Math" panose="02040503050406030204" pitchFamily="18" charset="0"/>
                              </a:rPr>
                              <m:t>1</m:t>
                            </m:r>
                          </m:num>
                          <m:den>
                            <m:r>
                              <a:rPr lang="en-US" altLang="zh-CN" sz="3000" i="1">
                                <a:latin typeface="Cambria Math" panose="02040503050406030204" pitchFamily="18" charset="0"/>
                                <a:ea typeface="Cambria Math" panose="02040503050406030204" pitchFamily="18" charset="0"/>
                              </a:rPr>
                              <m:t>2</m:t>
                            </m:r>
                          </m:den>
                        </m:f>
                      </m:sup>
                    </m:sSup>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m:t>
                    </m:r>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𝑧</m:t>
                    </m:r>
                  </m:oMath>
                </a14:m>
                <a:r>
                  <a:rPr lang="zh-CN" altLang="en-US" sz="3000" dirty="0">
                    <a:latin typeface="Cambria Math" panose="02040503050406030204" pitchFamily="18" charset="0"/>
                    <a:ea typeface="楷体" panose="02010609060101010101" pitchFamily="49" charset="-122"/>
                    <a:cs typeface="Cambria Math" panose="02040503050406030204" pitchFamily="18" charset="0"/>
                  </a:rPr>
                  <a:t>只有一个值</a:t>
                </a:r>
                <a:endParaRPr lang="zh-CN" altLang="en-US" sz="3000"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10" name="标题 1"/>
              <p:cNvSpPr txBox="1">
                <a:spLocks noRot="1" noChangeAspect="1" noMove="1" noResize="1" noEditPoints="1" noAdjustHandles="1" noChangeArrowheads="1" noChangeShapeType="1" noTextEdit="1"/>
              </p:cNvSpPr>
              <p:nvPr/>
            </p:nvSpPr>
            <p:spPr>
              <a:xfrm>
                <a:off x="854833" y="2035539"/>
                <a:ext cx="6405613" cy="742950"/>
              </a:xfrm>
              <a:prstGeom prst="rect">
                <a:avLst/>
              </a:prstGeom>
              <a:blipFill rotWithShape="1">
                <a:blip r:embed="rId3"/>
                <a:stretch>
                  <a:fillRect l="-2" t="-20134" r="8" b="-20122"/>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标题 1"/>
              <p:cNvSpPr txBox="1"/>
              <p:nvPr/>
            </p:nvSpPr>
            <p:spPr>
              <a:xfrm>
                <a:off x="176610" y="1567122"/>
                <a:ext cx="8935515" cy="676109"/>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i="1" smtClean="0">
                        <a:solidFill>
                          <a:srgbClr val="FF0000"/>
                        </a:solidFill>
                        <a:latin typeface="Cambria Math" panose="02040503050406030204" pitchFamily="18" charset="0"/>
                        <a:ea typeface="楷体" panose="02010609060101010101" pitchFamily="49" charset="-122"/>
                      </a:rPr>
                      <m:t>𝐷𝑒𝑓</m:t>
                    </m:r>
                    <m:r>
                      <a:rPr lang="en-US" altLang="zh-CN" sz="3000" i="1" smtClean="0">
                        <a:solidFill>
                          <a:srgbClr val="FF0000"/>
                        </a:solidFill>
                        <a:latin typeface="Cambria Math" panose="02040503050406030204" pitchFamily="18" charset="0"/>
                        <a:ea typeface="楷体" panose="02010609060101010101" pitchFamily="49" charset="-122"/>
                      </a:rPr>
                      <m:t>:</m:t>
                    </m:r>
                    <m:r>
                      <a:rPr lang="zh-CN" altLang="en-US" sz="3000" i="1">
                        <a:latin typeface="Cambria Math" panose="02040503050406030204" pitchFamily="18" charset="0"/>
                        <a:ea typeface="楷体" panose="02010609060101010101" pitchFamily="49" charset="-122"/>
                      </a:rPr>
                      <m:t>设</m:t>
                    </m:r>
                    <m:r>
                      <a:rPr lang="en-US" altLang="zh-CN" sz="3000" i="1">
                        <a:latin typeface="Cambria Math" panose="02040503050406030204" pitchFamily="18" charset="0"/>
                        <a:ea typeface="楷体" panose="02010609060101010101" pitchFamily="49" charset="-122"/>
                      </a:rPr>
                      <m:t>𝑧</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𝑐𝑜𝑠</m:t>
                    </m:r>
                    <m:r>
                      <a:rPr lang="zh-CN" altLang="en-US" sz="3000" i="1">
                        <a:latin typeface="Cambria Math" panose="02040503050406030204" pitchFamily="18" charset="0"/>
                        <a:ea typeface="楷体" panose="02010609060101010101" pitchFamily="49" charset="-122"/>
                      </a:rPr>
                      <m:t>𝜔</m:t>
                    </m:r>
                    <m:r>
                      <a:rPr lang="zh-CN" altLang="en-US" sz="3000" i="1">
                        <a:latin typeface="Cambria Math" panose="02040503050406030204" pitchFamily="18" charset="0"/>
                        <a:ea typeface="楷体" panose="02010609060101010101" pitchFamily="49" charset="-122"/>
                      </a:rPr>
                      <m:t>，</m:t>
                    </m:r>
                  </m:oMath>
                </a14:m>
                <a:r>
                  <a:rPr lang="zh-CN" altLang="en-US" sz="3000" dirty="0">
                    <a:latin typeface="楷体" panose="02010609060101010101" pitchFamily="49" charset="-122"/>
                    <a:ea typeface="楷体" panose="02010609060101010101" pitchFamily="49" charset="-122"/>
                  </a:rPr>
                  <a:t>称</a:t>
                </a:r>
                <a14:m>
                  <m:oMath xmlns:m="http://schemas.openxmlformats.org/officeDocument/2006/math">
                    <m:r>
                      <m:rPr>
                        <m:sty m:val="p"/>
                      </m:rPr>
                      <a:rPr lang="el-GR" altLang="zh-CN" sz="3000" i="1">
                        <a:latin typeface="Cambria Math" panose="02040503050406030204" pitchFamily="18" charset="0"/>
                        <a:ea typeface="Cambria Math" panose="02040503050406030204" pitchFamily="18" charset="0"/>
                      </a:rPr>
                      <m:t>ω</m:t>
                    </m:r>
                  </m:oMath>
                </a14:m>
                <a:r>
                  <a:rPr lang="zh-CN" altLang="en-US" sz="3000" dirty="0">
                    <a:latin typeface="楷体" panose="02010609060101010101" pitchFamily="49" charset="-122"/>
                    <a:ea typeface="楷体" panose="02010609060101010101" pitchFamily="49" charset="-122"/>
                  </a:rPr>
                  <a:t>为</a:t>
                </a:r>
                <a14:m>
                  <m:oMath xmlns:m="http://schemas.openxmlformats.org/officeDocument/2006/math">
                    <m:r>
                      <a:rPr lang="en-US" altLang="zh-CN" sz="3000" i="1" dirty="0">
                        <a:latin typeface="Cambria Math" panose="02040503050406030204" pitchFamily="18" charset="0"/>
                        <a:ea typeface="楷体" panose="02010609060101010101" pitchFamily="49" charset="-122"/>
                      </a:rPr>
                      <m:t>𝑧</m:t>
                    </m:r>
                  </m:oMath>
                </a14:m>
                <a:r>
                  <a:rPr lang="zh-CN" altLang="en-US" sz="3000" dirty="0">
                    <a:latin typeface="楷体" panose="02010609060101010101" pitchFamily="49" charset="-122"/>
                    <a:ea typeface="楷体" panose="02010609060101010101" pitchFamily="49" charset="-122"/>
                  </a:rPr>
                  <a:t>的反余弦函数，记作</a:t>
                </a:r>
                <a14:m>
                  <m:oMath xmlns:m="http://schemas.openxmlformats.org/officeDocument/2006/math">
                    <m:r>
                      <a:rPr lang="zh-CN" altLang="en-US" sz="3000" i="1">
                        <a:latin typeface="Cambria Math" panose="02040503050406030204" pitchFamily="18" charset="0"/>
                        <a:ea typeface="楷体" panose="02010609060101010101" pitchFamily="49" charset="-122"/>
                      </a:rPr>
                      <m:t>𝜔</m:t>
                    </m:r>
                    <m:r>
                      <a:rPr lang="en-US" altLang="zh-CN" sz="3000" i="1">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           </m:t>
                    </m:r>
                    <m:r>
                      <a:rPr lang="en-US" altLang="zh-CN" sz="3000" b="0" i="1" smtClean="0">
                        <a:latin typeface="Cambria Math" panose="02040503050406030204" pitchFamily="18" charset="0"/>
                        <a:ea typeface="楷体" panose="02010609060101010101" pitchFamily="49" charset="-122"/>
                      </a:rPr>
                      <m:t>𝐴𝑟𝑐𝑐𝑜𝑠𝑧</m:t>
                    </m:r>
                  </m:oMath>
                </a14:m>
                <a:r>
                  <a:rPr lang="en-US" altLang="zh-CN" sz="3000" i="1" dirty="0">
                    <a:latin typeface="楷体" panose="02010609060101010101" pitchFamily="49" charset="-122"/>
                    <a:ea typeface="楷体" panose="02010609060101010101" pitchFamily="49" charset="-122"/>
                  </a:rPr>
                  <a:t>.</a:t>
                </a:r>
                <a:endParaRPr lang="en-US" altLang="zh-CN" sz="3000" i="1" dirty="0">
                  <a:latin typeface="楷体" panose="02010609060101010101" pitchFamily="49" charset="-122"/>
                  <a:ea typeface="楷体" panose="02010609060101010101" pitchFamily="49" charset="-122"/>
                </a:endParaRPr>
              </a:p>
            </p:txBody>
          </p:sp>
        </mc:Choice>
        <mc:Fallback>
          <p:sp>
            <p:nvSpPr>
              <p:cNvPr id="3" name="标题 1"/>
              <p:cNvSpPr txBox="1">
                <a:spLocks noRot="1" noChangeAspect="1" noMove="1" noResize="1" noEditPoints="1" noAdjustHandles="1" noChangeArrowheads="1" noChangeShapeType="1" noTextEdit="1"/>
              </p:cNvSpPr>
              <p:nvPr/>
            </p:nvSpPr>
            <p:spPr>
              <a:xfrm>
                <a:off x="176610" y="1567122"/>
                <a:ext cx="8935515" cy="676109"/>
              </a:xfrm>
              <a:prstGeom prst="rect">
                <a:avLst/>
              </a:prstGeom>
              <a:blipFill rotWithShape="1">
                <a:blip r:embed="rId1"/>
                <a:stretch>
                  <a:fillRect l="-1" t="-51459" r="6" b="-51407"/>
                </a:stretch>
              </a:blipFill>
            </p:spPr>
            <p:txBody>
              <a:bodyPr/>
              <a:lstStyle/>
              <a:p>
                <a:r>
                  <a:rPr lang="zh-CN" altLang="en-US">
                    <a:noFill/>
                  </a:rPr>
                  <a:t> </a:t>
                </a:r>
              </a:p>
            </p:txBody>
          </p:sp>
        </mc:Fallback>
      </mc:AlternateContent>
      <p:sp>
        <p:nvSpPr>
          <p:cNvPr id="6" name="标题 1"/>
          <p:cNvSpPr txBox="1"/>
          <p:nvPr/>
        </p:nvSpPr>
        <p:spPr>
          <a:xfrm>
            <a:off x="160537" y="531629"/>
            <a:ext cx="3337175" cy="942975"/>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000" b="1" dirty="0">
                <a:latin typeface="楷体" panose="02010609060101010101" pitchFamily="49" charset="-122"/>
                <a:ea typeface="楷体" panose="02010609060101010101" pitchFamily="49" charset="-122"/>
              </a:rPr>
              <a:t>六、反三角函数</a:t>
            </a:r>
            <a:endParaRPr lang="zh-CN" altLang="en-US" sz="3000" b="1" dirty="0">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4" name="标题 1"/>
              <p:cNvSpPr txBox="1"/>
              <p:nvPr/>
            </p:nvSpPr>
            <p:spPr>
              <a:xfrm>
                <a:off x="512990" y="5219178"/>
                <a:ext cx="6449100" cy="94297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楷体" panose="02010609060101010101" pitchFamily="49" charset="-122"/>
                    <a:ea typeface="楷体" panose="02010609060101010101" pitchFamily="49" charset="-122"/>
                  </a:rPr>
                  <a:t>同理</a:t>
                </a:r>
                <a14:m>
                  <m:oMath xmlns:m="http://schemas.openxmlformats.org/officeDocument/2006/math">
                    <m:r>
                      <a:rPr lang="en-US" altLang="zh-CN" sz="3000" i="1" dirty="0">
                        <a:latin typeface="Cambria Math" panose="02040503050406030204" pitchFamily="18" charset="0"/>
                        <a:ea typeface="Cambria Math" panose="02040503050406030204" pitchFamily="18" charset="0"/>
                      </a:rPr>
                      <m:t>𝐴𝑟𝑐𝑠𝑖𝑛𝑧</m:t>
                    </m:r>
                    <m:r>
                      <a:rPr lang="en-US" altLang="zh-CN" sz="3000" i="1" dirty="0">
                        <a:latin typeface="Cambria Math" panose="02040503050406030204" pitchFamily="18" charset="0"/>
                        <a:ea typeface="Cambria Math" panose="02040503050406030204" pitchFamily="18" charset="0"/>
                      </a:rPr>
                      <m:t>=−</m:t>
                    </m:r>
                    <m:r>
                      <a:rPr lang="en-US" altLang="zh-CN" sz="3000" i="1" dirty="0">
                        <a:latin typeface="Cambria Math" panose="02040503050406030204" pitchFamily="18" charset="0"/>
                        <a:ea typeface="Cambria Math" panose="02040503050406030204" pitchFamily="18" charset="0"/>
                      </a:rPr>
                      <m:t>𝑖𝐿𝑛</m:t>
                    </m:r>
                    <m:d>
                      <m:dPr>
                        <m:ctrlPr>
                          <a:rPr lang="en-US" altLang="zh-CN" sz="3000" i="1" dirty="0">
                            <a:latin typeface="Cambria Math" panose="02040503050406030204" pitchFamily="18" charset="0"/>
                            <a:ea typeface="Cambria Math" panose="02040503050406030204" pitchFamily="18" charset="0"/>
                          </a:rPr>
                        </m:ctrlPr>
                      </m:dPr>
                      <m:e>
                        <m:r>
                          <a:rPr lang="en-US" altLang="zh-CN" sz="3000" i="1" dirty="0">
                            <a:latin typeface="Cambria Math" panose="02040503050406030204" pitchFamily="18" charset="0"/>
                            <a:ea typeface="Cambria Math" panose="02040503050406030204" pitchFamily="18" charset="0"/>
                          </a:rPr>
                          <m:t>𝑖𝑧</m:t>
                        </m:r>
                        <m:r>
                          <a:rPr lang="en-US" altLang="zh-CN" sz="3000" i="1" dirty="0">
                            <a:latin typeface="Cambria Math" panose="02040503050406030204" pitchFamily="18" charset="0"/>
                            <a:ea typeface="Cambria Math" panose="02040503050406030204" pitchFamily="18" charset="0"/>
                          </a:rPr>
                          <m:t>+</m:t>
                        </m:r>
                        <m:rad>
                          <m:radPr>
                            <m:degHide m:val="on"/>
                            <m:ctrlPr>
                              <a:rPr lang="en-US" altLang="zh-CN" sz="3000" i="1" dirty="0">
                                <a:latin typeface="Cambria Math" panose="02040503050406030204" pitchFamily="18" charset="0"/>
                                <a:ea typeface="Cambria Math" panose="02040503050406030204" pitchFamily="18" charset="0"/>
                              </a:rPr>
                            </m:ctrlPr>
                          </m:radPr>
                          <m:deg/>
                          <m:e>
                            <m:sSup>
                              <m:sSupPr>
                                <m:ctrlPr>
                                  <a:rPr lang="en-US" altLang="zh-CN" sz="3000" i="1" dirty="0">
                                    <a:latin typeface="Cambria Math" panose="02040503050406030204" pitchFamily="18" charset="0"/>
                                    <a:ea typeface="Cambria Math" panose="02040503050406030204" pitchFamily="18" charset="0"/>
                                  </a:rPr>
                                </m:ctrlPr>
                              </m:sSupPr>
                              <m:e>
                                <m:r>
                                  <a:rPr lang="en-US" altLang="zh-CN" sz="3000" i="1" dirty="0">
                                    <a:latin typeface="Cambria Math" panose="02040503050406030204" pitchFamily="18" charset="0"/>
                                    <a:ea typeface="Cambria Math" panose="02040503050406030204" pitchFamily="18" charset="0"/>
                                  </a:rPr>
                                  <m:t>1</m:t>
                                </m:r>
                                <m:r>
                                  <a:rPr lang="en-US" altLang="zh-CN" sz="3000" i="1" dirty="0">
                                    <a:latin typeface="Cambria Math" panose="02040503050406030204" pitchFamily="18" charset="0"/>
                                    <a:ea typeface="Cambria Math" panose="02040503050406030204" pitchFamily="18" charset="0"/>
                                  </a:rPr>
                                  <m:t>−</m:t>
                                </m:r>
                                <m:r>
                                  <a:rPr lang="en-US" altLang="zh-CN" sz="3000" i="1" dirty="0">
                                    <a:latin typeface="Cambria Math" panose="02040503050406030204" pitchFamily="18" charset="0"/>
                                    <a:ea typeface="Cambria Math" panose="02040503050406030204" pitchFamily="18" charset="0"/>
                                  </a:rPr>
                                  <m:t>𝑧</m:t>
                                </m:r>
                              </m:e>
                              <m:sup>
                                <m:r>
                                  <a:rPr lang="en-US" altLang="zh-CN" sz="3000" i="1" dirty="0">
                                    <a:latin typeface="Cambria Math" panose="02040503050406030204" pitchFamily="18" charset="0"/>
                                    <a:ea typeface="Cambria Math" panose="02040503050406030204" pitchFamily="18" charset="0"/>
                                  </a:rPr>
                                  <m:t>2</m:t>
                                </m:r>
                              </m:sup>
                            </m:sSup>
                          </m:e>
                        </m:rad>
                      </m:e>
                    </m:d>
                  </m:oMath>
                </a14:m>
                <a:endParaRPr lang="en-US" altLang="zh-CN" sz="3000" i="1" dirty="0">
                  <a:latin typeface="楷体" panose="02010609060101010101" pitchFamily="49" charset="-122"/>
                  <a:ea typeface="楷体" panose="02010609060101010101" pitchFamily="49" charset="-122"/>
                </a:endParaRPr>
              </a:p>
            </p:txBody>
          </p:sp>
        </mc:Choice>
        <mc:Fallback>
          <p:sp>
            <p:nvSpPr>
              <p:cNvPr id="4" name="标题 1"/>
              <p:cNvSpPr txBox="1">
                <a:spLocks noRot="1" noChangeAspect="1" noMove="1" noResize="1" noEditPoints="1" noAdjustHandles="1" noChangeArrowheads="1" noChangeShapeType="1" noTextEdit="1"/>
              </p:cNvSpPr>
              <p:nvPr/>
            </p:nvSpPr>
            <p:spPr>
              <a:xfrm>
                <a:off x="512990" y="5219178"/>
                <a:ext cx="6449100" cy="942976"/>
              </a:xfrm>
              <a:prstGeom prst="rect">
                <a:avLst/>
              </a:prstGeom>
              <a:blipFill rotWithShape="1">
                <a:blip r:embed="rId2"/>
                <a:stretch>
                  <a:fillRect l="-8" t="-12" r="9" b="1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标题 1"/>
              <p:cNvSpPr txBox="1"/>
              <p:nvPr/>
            </p:nvSpPr>
            <p:spPr>
              <a:xfrm>
                <a:off x="122036" y="2475422"/>
                <a:ext cx="4959167" cy="94297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zh-CN" altLang="en-US" sz="3000" i="1" smtClean="0">
                          <a:latin typeface="Cambria Math" panose="02040503050406030204" pitchFamily="18" charset="0"/>
                          <a:ea typeface="楷体" panose="02010609060101010101" pitchFamily="49" charset="-122"/>
                        </a:rPr>
                        <m:t>由</m:t>
                      </m:r>
                      <m:r>
                        <a:rPr lang="en-US" altLang="zh-CN" sz="3000" i="1" dirty="0">
                          <a:latin typeface="Cambria Math" panose="02040503050406030204" pitchFamily="18" charset="0"/>
                          <a:ea typeface="楷体" panose="02010609060101010101" pitchFamily="49" charset="-122"/>
                        </a:rPr>
                        <m:t>𝑧</m:t>
                      </m:r>
                      <m:r>
                        <a:rPr lang="en-US" altLang="zh-CN" sz="3000" i="1" dirty="0">
                          <a:latin typeface="Cambria Math" panose="02040503050406030204" pitchFamily="18" charset="0"/>
                          <a:ea typeface="楷体" panose="02010609060101010101" pitchFamily="49" charset="-122"/>
                        </a:rPr>
                        <m:t>=</m:t>
                      </m:r>
                      <m:r>
                        <a:rPr lang="en-US" altLang="zh-CN" sz="3000" i="1" dirty="0">
                          <a:latin typeface="Cambria Math" panose="02040503050406030204" pitchFamily="18" charset="0"/>
                          <a:ea typeface="楷体" panose="02010609060101010101" pitchFamily="49" charset="-122"/>
                        </a:rPr>
                        <m:t>𝑐𝑜𝑠</m:t>
                      </m:r>
                      <m:r>
                        <a:rPr lang="zh-CN" altLang="en-US" sz="3000" i="1" dirty="0">
                          <a:latin typeface="Cambria Math" panose="02040503050406030204" pitchFamily="18" charset="0"/>
                          <a:ea typeface="楷体" panose="02010609060101010101" pitchFamily="49" charset="-122"/>
                        </a:rPr>
                        <m:t>𝜔</m:t>
                      </m:r>
                      <m:r>
                        <a:rPr lang="en-US" altLang="zh-CN" sz="3000" i="1" dirty="0">
                          <a:latin typeface="Cambria Math" panose="02040503050406030204" pitchFamily="18" charset="0"/>
                          <a:ea typeface="楷体" panose="02010609060101010101" pitchFamily="49" charset="-122"/>
                        </a:rPr>
                        <m:t>=</m:t>
                      </m:r>
                      <m:f>
                        <m:fPr>
                          <m:ctrlPr>
                            <a:rPr lang="en-US" altLang="zh-CN" sz="3000" i="1" dirty="0">
                              <a:latin typeface="Cambria Math" panose="02040503050406030204" pitchFamily="18" charset="0"/>
                              <a:ea typeface="楷体" panose="02010609060101010101" pitchFamily="49" charset="-122"/>
                            </a:rPr>
                          </m:ctrlPr>
                        </m:fPr>
                        <m:num>
                          <m:r>
                            <a:rPr lang="en-US" altLang="zh-CN" sz="3000" i="1" dirty="0">
                              <a:latin typeface="Cambria Math" panose="02040503050406030204" pitchFamily="18" charset="0"/>
                              <a:ea typeface="楷体" panose="02010609060101010101" pitchFamily="49" charset="-122"/>
                            </a:rPr>
                            <m:t>1</m:t>
                          </m:r>
                        </m:num>
                        <m:den>
                          <m:r>
                            <a:rPr lang="en-US" altLang="zh-CN" sz="3000" i="1" dirty="0">
                              <a:latin typeface="Cambria Math" panose="02040503050406030204" pitchFamily="18" charset="0"/>
                              <a:ea typeface="楷体" panose="02010609060101010101" pitchFamily="49" charset="-122"/>
                            </a:rPr>
                            <m:t>2</m:t>
                          </m:r>
                        </m:den>
                      </m:f>
                      <m:d>
                        <m:dPr>
                          <m:ctrlPr>
                            <a:rPr lang="en-US" altLang="zh-CN" sz="3000" i="1" dirty="0">
                              <a:latin typeface="Cambria Math" panose="02040503050406030204" pitchFamily="18" charset="0"/>
                              <a:ea typeface="楷体" panose="02010609060101010101" pitchFamily="49" charset="-122"/>
                            </a:rPr>
                          </m:ctrlPr>
                        </m:dPr>
                        <m:e>
                          <m:sSup>
                            <m:sSupPr>
                              <m:ctrlPr>
                                <a:rPr lang="en-US" altLang="zh-CN" sz="3000" i="1" dirty="0">
                                  <a:latin typeface="Cambria Math" panose="02040503050406030204" pitchFamily="18" charset="0"/>
                                  <a:ea typeface="楷体" panose="02010609060101010101" pitchFamily="49" charset="-122"/>
                                </a:rPr>
                              </m:ctrlPr>
                            </m:sSupPr>
                            <m:e>
                              <m:r>
                                <a:rPr lang="en-US" altLang="zh-CN" sz="3000" i="1" dirty="0">
                                  <a:latin typeface="Cambria Math" panose="02040503050406030204" pitchFamily="18" charset="0"/>
                                  <a:ea typeface="楷体" panose="02010609060101010101" pitchFamily="49" charset="-122"/>
                                </a:rPr>
                                <m:t>𝑒</m:t>
                              </m:r>
                            </m:e>
                            <m:sup>
                              <m:r>
                                <a:rPr lang="en-US" altLang="zh-CN" sz="3000" i="1" dirty="0">
                                  <a:latin typeface="Cambria Math" panose="02040503050406030204" pitchFamily="18" charset="0"/>
                                  <a:ea typeface="楷体" panose="02010609060101010101" pitchFamily="49" charset="-122"/>
                                </a:rPr>
                                <m:t>𝑖</m:t>
                              </m:r>
                              <m:r>
                                <a:rPr lang="zh-CN" altLang="en-US" sz="3000" i="1" dirty="0">
                                  <a:latin typeface="Cambria Math" panose="02040503050406030204" pitchFamily="18" charset="0"/>
                                  <a:ea typeface="楷体" panose="02010609060101010101" pitchFamily="49" charset="-122"/>
                                </a:rPr>
                                <m:t>𝜔</m:t>
                              </m:r>
                            </m:sup>
                          </m:sSup>
                          <m:r>
                            <a:rPr lang="en-US" altLang="zh-CN" sz="3000" i="1" dirty="0">
                              <a:latin typeface="Cambria Math" panose="02040503050406030204" pitchFamily="18" charset="0"/>
                              <a:ea typeface="楷体" panose="02010609060101010101" pitchFamily="49" charset="-122"/>
                            </a:rPr>
                            <m:t>+</m:t>
                          </m:r>
                          <m:sSup>
                            <m:sSupPr>
                              <m:ctrlPr>
                                <a:rPr lang="en-US" altLang="zh-CN" sz="3000" i="1" dirty="0">
                                  <a:latin typeface="Cambria Math" panose="02040503050406030204" pitchFamily="18" charset="0"/>
                                  <a:ea typeface="楷体" panose="02010609060101010101" pitchFamily="49" charset="-122"/>
                                </a:rPr>
                              </m:ctrlPr>
                            </m:sSupPr>
                            <m:e>
                              <m:r>
                                <a:rPr lang="en-US" altLang="zh-CN" sz="3000" i="1" dirty="0">
                                  <a:latin typeface="Cambria Math" panose="02040503050406030204" pitchFamily="18" charset="0"/>
                                  <a:ea typeface="楷体" panose="02010609060101010101" pitchFamily="49" charset="-122"/>
                                </a:rPr>
                                <m:t>𝑒</m:t>
                              </m:r>
                            </m:e>
                            <m:sup>
                              <m:r>
                                <a:rPr lang="en-US" altLang="zh-CN" sz="3000" i="1" dirty="0">
                                  <a:latin typeface="Cambria Math" panose="02040503050406030204" pitchFamily="18" charset="0"/>
                                  <a:ea typeface="楷体" panose="02010609060101010101" pitchFamily="49" charset="-122"/>
                                </a:rPr>
                                <m:t>−</m:t>
                              </m:r>
                              <m:r>
                                <a:rPr lang="en-US" altLang="zh-CN" sz="3000" i="1" dirty="0">
                                  <a:latin typeface="Cambria Math" panose="02040503050406030204" pitchFamily="18" charset="0"/>
                                  <a:ea typeface="楷体" panose="02010609060101010101" pitchFamily="49" charset="-122"/>
                                </a:rPr>
                                <m:t>𝑖</m:t>
                              </m:r>
                              <m:r>
                                <a:rPr lang="zh-CN" altLang="en-US" sz="3000" i="1" dirty="0">
                                  <a:latin typeface="Cambria Math" panose="02040503050406030204" pitchFamily="18" charset="0"/>
                                  <a:ea typeface="楷体" panose="02010609060101010101" pitchFamily="49" charset="-122"/>
                                </a:rPr>
                                <m:t>𝜔</m:t>
                              </m:r>
                            </m:sup>
                          </m:sSup>
                        </m:e>
                      </m:d>
                    </m:oMath>
                  </m:oMathPara>
                </a14:m>
                <a:endParaRPr lang="en-US" altLang="zh-CN" sz="3000" i="1" dirty="0">
                  <a:latin typeface="Cambria Math" panose="02040503050406030204" pitchFamily="18" charset="0"/>
                  <a:ea typeface="楷体" panose="02010609060101010101" pitchFamily="49" charset="-122"/>
                </a:endParaRPr>
              </a:p>
            </p:txBody>
          </p:sp>
        </mc:Choice>
        <mc:Fallback>
          <p:sp>
            <p:nvSpPr>
              <p:cNvPr id="9" name="标题 1"/>
              <p:cNvSpPr txBox="1">
                <a:spLocks noRot="1" noChangeAspect="1" noMove="1" noResize="1" noEditPoints="1" noAdjustHandles="1" noChangeArrowheads="1" noChangeShapeType="1" noTextEdit="1"/>
              </p:cNvSpPr>
              <p:nvPr/>
            </p:nvSpPr>
            <p:spPr>
              <a:xfrm>
                <a:off x="122036" y="2475422"/>
                <a:ext cx="4959167" cy="942975"/>
              </a:xfrm>
              <a:prstGeom prst="rect">
                <a:avLst/>
              </a:prstGeom>
              <a:blipFill rotWithShape="1">
                <a:blip r:embed="rId3"/>
                <a:stretch>
                  <a:fillRect l="-2" t="-17461" r="11" b="-1755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标题 1"/>
              <p:cNvSpPr txBox="1"/>
              <p:nvPr/>
            </p:nvSpPr>
            <p:spPr>
              <a:xfrm>
                <a:off x="4982468" y="3263844"/>
                <a:ext cx="4092004" cy="849271"/>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groupChr>
                      <m:groupChrPr>
                        <m:chr m:val="⇒"/>
                        <m:vertJc m:val="bot"/>
                        <m:ctrlPr>
                          <a:rPr lang="en-US" altLang="zh-CN" sz="3000" i="1">
                            <a:latin typeface="Cambria Math" panose="02040503050406030204" pitchFamily="18" charset="0"/>
                            <a:ea typeface="楷体" panose="02010609060101010101" pitchFamily="49" charset="-122"/>
                          </a:rPr>
                        </m:ctrlPr>
                      </m:groupChrPr>
                      <m:e>
                        <m:r>
                          <m:rPr>
                            <m:brk m:alnAt="2"/>
                          </m:rPr>
                          <a:rPr lang="en-US" altLang="zh-CN" sz="3000" i="1">
                            <a:latin typeface="Cambria Math" panose="02040503050406030204" pitchFamily="18" charset="0"/>
                            <a:ea typeface="楷体" panose="02010609060101010101" pitchFamily="49" charset="-122"/>
                          </a:rPr>
                          <m:t> </m:t>
                        </m:r>
                        <m:r>
                          <a:rPr lang="en-US" altLang="zh-CN" sz="3000" i="1">
                            <a:latin typeface="Cambria Math" panose="02040503050406030204" pitchFamily="18" charset="0"/>
                            <a:ea typeface="楷体" panose="02010609060101010101" pitchFamily="49" charset="-122"/>
                          </a:rPr>
                          <m:t>  </m:t>
                        </m:r>
                      </m:e>
                    </m:groupCh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r>
                          <a:rPr lang="en-US" altLang="zh-CN" sz="3000" i="1">
                            <a:latin typeface="Cambria Math" panose="02040503050406030204" pitchFamily="18" charset="0"/>
                            <a:ea typeface="楷体" panose="02010609060101010101" pitchFamily="49" charset="-122"/>
                          </a:rPr>
                          <m:t>𝑖</m:t>
                        </m:r>
                        <m:r>
                          <a:rPr lang="zh-CN" altLang="en-US" sz="3000" i="1">
                            <a:latin typeface="Cambria Math" panose="02040503050406030204" pitchFamily="18" charset="0"/>
                            <a:ea typeface="楷体" panose="02010609060101010101" pitchFamily="49" charset="-122"/>
                          </a:rPr>
                          <m:t>𝜔</m:t>
                        </m:r>
                      </m:sup>
                    </m:sSup>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𝑧</m:t>
                    </m:r>
                    <m:r>
                      <a:rPr lang="en-US" altLang="zh-CN" sz="3000" i="1">
                        <a:latin typeface="Cambria Math" panose="02040503050406030204" pitchFamily="18" charset="0"/>
                        <a:ea typeface="Cambria Math" panose="02040503050406030204" pitchFamily="18" charset="0"/>
                      </a:rPr>
                      <m:t>+</m:t>
                    </m:r>
                    <m:rad>
                      <m:radPr>
                        <m:degHide m:val="on"/>
                        <m:ctrlPr>
                          <a:rPr lang="en-US" altLang="zh-CN" sz="3000" i="1">
                            <a:latin typeface="Cambria Math" panose="02040503050406030204" pitchFamily="18" charset="0"/>
                            <a:ea typeface="Cambria Math" panose="02040503050406030204" pitchFamily="18" charset="0"/>
                          </a:rPr>
                        </m:ctrlPr>
                      </m:radPr>
                      <m:deg/>
                      <m:e>
                        <m:sSup>
                          <m:sSupPr>
                            <m:ctrlPr>
                              <a:rPr lang="en-US" altLang="zh-CN" sz="3000" i="1">
                                <a:latin typeface="Cambria Math" panose="02040503050406030204" pitchFamily="18" charset="0"/>
                                <a:ea typeface="Cambria Math" panose="02040503050406030204" pitchFamily="18" charset="0"/>
                              </a:rPr>
                            </m:ctrlPr>
                          </m:sSupPr>
                          <m:e>
                            <m:r>
                              <a:rPr lang="en-US" altLang="zh-CN" sz="3000" i="1">
                                <a:latin typeface="Cambria Math" panose="02040503050406030204" pitchFamily="18" charset="0"/>
                                <a:ea typeface="Cambria Math" panose="02040503050406030204" pitchFamily="18" charset="0"/>
                              </a:rPr>
                              <m:t>𝑧</m:t>
                            </m:r>
                          </m:e>
                          <m:sup>
                            <m:r>
                              <a:rPr lang="en-US" altLang="zh-CN" sz="3000" i="1">
                                <a:latin typeface="Cambria Math" panose="02040503050406030204" pitchFamily="18" charset="0"/>
                                <a:ea typeface="Cambria Math" panose="02040503050406030204" pitchFamily="18" charset="0"/>
                              </a:rPr>
                              <m:t>2</m:t>
                            </m:r>
                          </m:sup>
                        </m:sSup>
                        <m:r>
                          <a:rPr lang="en-US" altLang="zh-CN" sz="3000" i="1">
                            <a:latin typeface="Cambria Math" panose="02040503050406030204" pitchFamily="18" charset="0"/>
                            <a:ea typeface="Cambria Math" panose="02040503050406030204" pitchFamily="18" charset="0"/>
                          </a:rPr>
                          <m:t>−</m:t>
                        </m:r>
                        <m:r>
                          <a:rPr lang="en-US" altLang="zh-CN" sz="3000" i="1">
                            <a:latin typeface="Cambria Math" panose="02040503050406030204" pitchFamily="18" charset="0"/>
                            <a:ea typeface="Cambria Math" panose="02040503050406030204" pitchFamily="18" charset="0"/>
                          </a:rPr>
                          <m:t>1</m:t>
                        </m:r>
                      </m:e>
                    </m:rad>
                  </m:oMath>
                </a14:m>
                <a:r>
                  <a:rPr lang="en-US" altLang="zh-CN" sz="3000" i="1" dirty="0">
                    <a:latin typeface="楷体" panose="02010609060101010101" pitchFamily="49" charset="-122"/>
                    <a:ea typeface="楷体" panose="02010609060101010101" pitchFamily="49" charset="-122"/>
                  </a:rPr>
                  <a:t>,</a:t>
                </a:r>
                <a:endParaRPr lang="en-US" altLang="zh-CN" sz="3000" i="1" dirty="0">
                  <a:latin typeface="楷体" panose="02010609060101010101" pitchFamily="49" charset="-122"/>
                  <a:ea typeface="Cambria Math" panose="02040503050406030204" pitchFamily="18" charset="0"/>
                </a:endParaRPr>
              </a:p>
            </p:txBody>
          </p:sp>
        </mc:Choice>
        <mc:Fallback>
          <p:sp>
            <p:nvSpPr>
              <p:cNvPr id="10" name="标题 1"/>
              <p:cNvSpPr txBox="1">
                <a:spLocks noRot="1" noChangeAspect="1" noMove="1" noResize="1" noEditPoints="1" noAdjustHandles="1" noChangeArrowheads="1" noChangeShapeType="1" noTextEdit="1"/>
              </p:cNvSpPr>
              <p:nvPr/>
            </p:nvSpPr>
            <p:spPr>
              <a:xfrm>
                <a:off x="4982468" y="3263844"/>
                <a:ext cx="4092004" cy="849271"/>
              </a:xfrm>
              <a:prstGeom prst="rect">
                <a:avLst/>
              </a:prstGeom>
              <a:blipFill rotWithShape="1">
                <a:blip r:embed="rId4"/>
                <a:stretch>
                  <a:fillRect l="-6" t="-2237" r="8" b="-214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 name="标题 1"/>
              <p:cNvSpPr txBox="1"/>
              <p:nvPr/>
            </p:nvSpPr>
            <p:spPr>
              <a:xfrm>
                <a:off x="4948444" y="2513314"/>
                <a:ext cx="4027293" cy="94297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groupChr>
                        <m:groupChrPr>
                          <m:chr m:val="⇒"/>
                          <m:vertJc m:val="bot"/>
                          <m:ctrlPr>
                            <a:rPr lang="en-US" altLang="zh-CN" sz="3000" i="1" dirty="0">
                              <a:latin typeface="Cambria Math" panose="02040503050406030204" pitchFamily="18" charset="0"/>
                              <a:ea typeface="楷体" panose="02010609060101010101" pitchFamily="49" charset="-122"/>
                            </a:rPr>
                          </m:ctrlPr>
                        </m:groupChrPr>
                        <m:e/>
                      </m:groupChr>
                      <m:sSup>
                        <m:sSupPr>
                          <m:ctrlPr>
                            <a:rPr lang="en-US" altLang="zh-CN" sz="3000" i="1" dirty="0">
                              <a:latin typeface="Cambria Math" panose="02040503050406030204" pitchFamily="18" charset="0"/>
                              <a:ea typeface="楷体" panose="02010609060101010101" pitchFamily="49" charset="-122"/>
                            </a:rPr>
                          </m:ctrlPr>
                        </m:sSupPr>
                        <m:e>
                          <m:r>
                            <a:rPr lang="en-US" altLang="zh-CN" sz="3000" i="1" dirty="0">
                              <a:latin typeface="Cambria Math" panose="02040503050406030204" pitchFamily="18" charset="0"/>
                              <a:ea typeface="楷体" panose="02010609060101010101" pitchFamily="49" charset="-122"/>
                            </a:rPr>
                            <m:t>𝑒</m:t>
                          </m:r>
                        </m:e>
                        <m:sup>
                          <m:r>
                            <a:rPr lang="en-US" altLang="zh-CN" sz="3000" i="1" dirty="0">
                              <a:latin typeface="Cambria Math" panose="02040503050406030204" pitchFamily="18" charset="0"/>
                              <a:ea typeface="楷体" panose="02010609060101010101" pitchFamily="49" charset="-122"/>
                            </a:rPr>
                            <m:t>2</m:t>
                          </m:r>
                          <m:r>
                            <a:rPr lang="en-US" altLang="zh-CN" sz="3000" i="1" dirty="0">
                              <a:latin typeface="Cambria Math" panose="02040503050406030204" pitchFamily="18" charset="0"/>
                              <a:ea typeface="楷体" panose="02010609060101010101" pitchFamily="49" charset="-122"/>
                            </a:rPr>
                            <m:t>𝑖</m:t>
                          </m:r>
                          <m:r>
                            <a:rPr lang="zh-CN" altLang="en-US" sz="3000" i="1" dirty="0">
                              <a:latin typeface="Cambria Math" panose="02040503050406030204" pitchFamily="18" charset="0"/>
                              <a:ea typeface="楷体" panose="02010609060101010101" pitchFamily="49" charset="-122"/>
                            </a:rPr>
                            <m:t>𝜔</m:t>
                          </m:r>
                        </m:sup>
                      </m:sSup>
                      <m:r>
                        <a:rPr lang="en-US" altLang="zh-CN" sz="3000" i="1" dirty="0">
                          <a:latin typeface="Cambria Math" panose="02040503050406030204" pitchFamily="18" charset="0"/>
                          <a:ea typeface="楷体" panose="02010609060101010101" pitchFamily="49" charset="-122"/>
                        </a:rPr>
                        <m:t>−</m:t>
                      </m:r>
                      <m:r>
                        <a:rPr lang="en-US" altLang="zh-CN" sz="3000" i="1" dirty="0">
                          <a:latin typeface="Cambria Math" panose="02040503050406030204" pitchFamily="18" charset="0"/>
                          <a:ea typeface="楷体" panose="02010609060101010101" pitchFamily="49" charset="-122"/>
                        </a:rPr>
                        <m:t>2</m:t>
                      </m:r>
                      <m:r>
                        <a:rPr lang="en-US" altLang="zh-CN" sz="3000" i="1" dirty="0">
                          <a:latin typeface="Cambria Math" panose="02040503050406030204" pitchFamily="18" charset="0"/>
                          <a:ea typeface="楷体" panose="02010609060101010101" pitchFamily="49" charset="-122"/>
                        </a:rPr>
                        <m:t>𝑧</m:t>
                      </m:r>
                      <m:sSup>
                        <m:sSupPr>
                          <m:ctrlPr>
                            <a:rPr lang="en-US" altLang="zh-CN" sz="3000" i="1" dirty="0">
                              <a:latin typeface="Cambria Math" panose="02040503050406030204" pitchFamily="18" charset="0"/>
                              <a:ea typeface="楷体" panose="02010609060101010101" pitchFamily="49" charset="-122"/>
                            </a:rPr>
                          </m:ctrlPr>
                        </m:sSupPr>
                        <m:e>
                          <m:r>
                            <a:rPr lang="en-US" altLang="zh-CN" sz="3000" i="1" dirty="0">
                              <a:latin typeface="Cambria Math" panose="02040503050406030204" pitchFamily="18" charset="0"/>
                              <a:ea typeface="楷体" panose="02010609060101010101" pitchFamily="49" charset="-122"/>
                            </a:rPr>
                            <m:t>𝑒</m:t>
                          </m:r>
                        </m:e>
                        <m:sup>
                          <m:r>
                            <a:rPr lang="en-US" altLang="zh-CN" sz="3000" i="1" dirty="0">
                              <a:latin typeface="Cambria Math" panose="02040503050406030204" pitchFamily="18" charset="0"/>
                              <a:ea typeface="楷体" panose="02010609060101010101" pitchFamily="49" charset="-122"/>
                            </a:rPr>
                            <m:t>𝑖</m:t>
                          </m:r>
                          <m:r>
                            <a:rPr lang="zh-CN" altLang="en-US" sz="3000" i="1" dirty="0">
                              <a:latin typeface="Cambria Math" panose="02040503050406030204" pitchFamily="18" charset="0"/>
                              <a:ea typeface="楷体" panose="02010609060101010101" pitchFamily="49" charset="-122"/>
                            </a:rPr>
                            <m:t>𝜔</m:t>
                          </m:r>
                        </m:sup>
                      </m:sSup>
                      <m:r>
                        <a:rPr lang="en-US" altLang="zh-CN" sz="3000" i="1" dirty="0">
                          <a:latin typeface="Cambria Math" panose="02040503050406030204" pitchFamily="18" charset="0"/>
                          <a:ea typeface="楷体" panose="02010609060101010101" pitchFamily="49" charset="-122"/>
                        </a:rPr>
                        <m:t>+</m:t>
                      </m:r>
                      <m:r>
                        <a:rPr lang="en-US" altLang="zh-CN" sz="3000" i="1" dirty="0">
                          <a:latin typeface="Cambria Math" panose="02040503050406030204" pitchFamily="18" charset="0"/>
                          <a:ea typeface="楷体" panose="02010609060101010101" pitchFamily="49" charset="-122"/>
                        </a:rPr>
                        <m:t>1</m:t>
                      </m:r>
                      <m:r>
                        <a:rPr lang="en-US" altLang="zh-CN" sz="3000" i="1" dirty="0">
                          <a:latin typeface="Cambria Math" panose="02040503050406030204" pitchFamily="18" charset="0"/>
                          <a:ea typeface="楷体" panose="02010609060101010101" pitchFamily="49" charset="-122"/>
                        </a:rPr>
                        <m:t>=</m:t>
                      </m:r>
                      <m:r>
                        <a:rPr lang="en-US" altLang="zh-CN" sz="3000" i="1" dirty="0">
                          <a:latin typeface="Cambria Math" panose="02040503050406030204" pitchFamily="18" charset="0"/>
                          <a:ea typeface="楷体" panose="02010609060101010101" pitchFamily="49" charset="-122"/>
                        </a:rPr>
                        <m:t>0</m:t>
                      </m:r>
                    </m:oMath>
                  </m:oMathPara>
                </a14:m>
                <a:endParaRPr lang="en-US" altLang="zh-CN" sz="3000" i="1" dirty="0">
                  <a:latin typeface="楷体" panose="02010609060101010101" pitchFamily="49" charset="-122"/>
                  <a:ea typeface="楷体" panose="02010609060101010101" pitchFamily="49" charset="-122"/>
                </a:endParaRPr>
              </a:p>
            </p:txBody>
          </p:sp>
        </mc:Choice>
        <mc:Fallback>
          <p:sp>
            <p:nvSpPr>
              <p:cNvPr id="2" name="标题 1"/>
              <p:cNvSpPr txBox="1">
                <a:spLocks noRot="1" noChangeAspect="1" noMove="1" noResize="1" noEditPoints="1" noAdjustHandles="1" noChangeArrowheads="1" noChangeShapeType="1" noTextEdit="1"/>
              </p:cNvSpPr>
              <p:nvPr/>
            </p:nvSpPr>
            <p:spPr>
              <a:xfrm>
                <a:off x="4948444" y="2513314"/>
                <a:ext cx="4027293" cy="942975"/>
              </a:xfrm>
              <a:prstGeom prst="rect">
                <a:avLst/>
              </a:prstGeom>
              <a:blipFill rotWithShape="1">
                <a:blip r:embed="rId5"/>
                <a:stretch>
                  <a:fillRect l="-13" t="-66" b="6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标题 1"/>
              <p:cNvSpPr txBox="1"/>
              <p:nvPr/>
            </p:nvSpPr>
            <p:spPr>
              <a:xfrm>
                <a:off x="325447" y="4328941"/>
                <a:ext cx="5656832" cy="849271"/>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i="1" dirty="0">
                        <a:latin typeface="Cambria Math" panose="02040503050406030204" pitchFamily="18" charset="0"/>
                        <a:ea typeface="Cambria Math" panose="02040503050406030204" pitchFamily="18" charset="0"/>
                      </a:rPr>
                      <m:t>∴</m:t>
                    </m:r>
                    <m:r>
                      <a:rPr lang="en-US" altLang="zh-CN" sz="3000" i="1" dirty="0">
                        <a:latin typeface="Cambria Math" panose="02040503050406030204" pitchFamily="18" charset="0"/>
                        <a:ea typeface="Cambria Math" panose="02040503050406030204" pitchFamily="18" charset="0"/>
                      </a:rPr>
                      <m:t>𝐴𝑟𝑐𝑐𝑜𝑠𝑧</m:t>
                    </m:r>
                    <m:r>
                      <a:rPr lang="en-US" altLang="zh-CN" sz="3000" i="1" dirty="0">
                        <a:latin typeface="Cambria Math" panose="02040503050406030204" pitchFamily="18" charset="0"/>
                        <a:ea typeface="Cambria Math" panose="02040503050406030204" pitchFamily="18" charset="0"/>
                      </a:rPr>
                      <m:t>=−</m:t>
                    </m:r>
                    <m:r>
                      <a:rPr lang="en-US" altLang="zh-CN" sz="3000" i="1" dirty="0">
                        <a:latin typeface="Cambria Math" panose="02040503050406030204" pitchFamily="18" charset="0"/>
                        <a:ea typeface="Cambria Math" panose="02040503050406030204" pitchFamily="18" charset="0"/>
                      </a:rPr>
                      <m:t>𝑖𝐿𝑛</m:t>
                    </m:r>
                    <m:d>
                      <m:dPr>
                        <m:ctrlPr>
                          <a:rPr lang="en-US" altLang="zh-CN" sz="3000" i="1" dirty="0">
                            <a:latin typeface="Cambria Math" panose="02040503050406030204" pitchFamily="18" charset="0"/>
                            <a:ea typeface="Cambria Math" panose="02040503050406030204" pitchFamily="18" charset="0"/>
                          </a:rPr>
                        </m:ctrlPr>
                      </m:dPr>
                      <m:e>
                        <m:r>
                          <a:rPr lang="en-US" altLang="zh-CN" sz="3000" i="1" dirty="0">
                            <a:latin typeface="Cambria Math" panose="02040503050406030204" pitchFamily="18" charset="0"/>
                            <a:ea typeface="Cambria Math" panose="02040503050406030204" pitchFamily="18" charset="0"/>
                          </a:rPr>
                          <m:t>𝑧</m:t>
                        </m:r>
                        <m:r>
                          <a:rPr lang="en-US" altLang="zh-CN" sz="3000" i="1" dirty="0">
                            <a:latin typeface="Cambria Math" panose="02040503050406030204" pitchFamily="18" charset="0"/>
                            <a:ea typeface="Cambria Math" panose="02040503050406030204" pitchFamily="18" charset="0"/>
                          </a:rPr>
                          <m:t>+</m:t>
                        </m:r>
                        <m:rad>
                          <m:radPr>
                            <m:degHide m:val="on"/>
                            <m:ctrlPr>
                              <a:rPr lang="en-US" altLang="zh-CN" sz="3000" i="1" dirty="0">
                                <a:latin typeface="Cambria Math" panose="02040503050406030204" pitchFamily="18" charset="0"/>
                                <a:ea typeface="Cambria Math" panose="02040503050406030204" pitchFamily="18" charset="0"/>
                              </a:rPr>
                            </m:ctrlPr>
                          </m:radPr>
                          <m:deg/>
                          <m:e>
                            <m:sSup>
                              <m:sSupPr>
                                <m:ctrlPr>
                                  <a:rPr lang="en-US" altLang="zh-CN" sz="3000" i="1" dirty="0">
                                    <a:latin typeface="Cambria Math" panose="02040503050406030204" pitchFamily="18" charset="0"/>
                                    <a:ea typeface="Cambria Math" panose="02040503050406030204" pitchFamily="18" charset="0"/>
                                  </a:rPr>
                                </m:ctrlPr>
                              </m:sSupPr>
                              <m:e>
                                <m:r>
                                  <a:rPr lang="en-US" altLang="zh-CN" sz="3000" i="1" dirty="0">
                                    <a:latin typeface="Cambria Math" panose="02040503050406030204" pitchFamily="18" charset="0"/>
                                    <a:ea typeface="Cambria Math" panose="02040503050406030204" pitchFamily="18" charset="0"/>
                                  </a:rPr>
                                  <m:t>𝑧</m:t>
                                </m:r>
                              </m:e>
                              <m:sup>
                                <m:r>
                                  <a:rPr lang="en-US" altLang="zh-CN" sz="3000" i="1" dirty="0">
                                    <a:latin typeface="Cambria Math" panose="02040503050406030204" pitchFamily="18" charset="0"/>
                                    <a:ea typeface="Cambria Math" panose="02040503050406030204" pitchFamily="18" charset="0"/>
                                  </a:rPr>
                                  <m:t>2</m:t>
                                </m:r>
                              </m:sup>
                            </m:sSup>
                            <m:r>
                              <a:rPr lang="en-US" altLang="zh-CN" sz="3000" i="1" dirty="0">
                                <a:latin typeface="Cambria Math" panose="02040503050406030204" pitchFamily="18" charset="0"/>
                                <a:ea typeface="Cambria Math" panose="02040503050406030204" pitchFamily="18" charset="0"/>
                              </a:rPr>
                              <m:t>−</m:t>
                            </m:r>
                            <m:r>
                              <a:rPr lang="en-US" altLang="zh-CN" sz="3000" i="1" dirty="0">
                                <a:latin typeface="Cambria Math" panose="02040503050406030204" pitchFamily="18" charset="0"/>
                                <a:ea typeface="Cambria Math" panose="02040503050406030204" pitchFamily="18" charset="0"/>
                              </a:rPr>
                              <m:t>1</m:t>
                            </m:r>
                          </m:e>
                        </m:rad>
                      </m:e>
                    </m:d>
                  </m:oMath>
                </a14:m>
                <a:r>
                  <a:rPr lang="en-US" altLang="zh-CN" sz="3000" i="1" dirty="0">
                    <a:latin typeface="楷体" panose="02010609060101010101" pitchFamily="49" charset="-122"/>
                    <a:ea typeface="Cambria Math" panose="02040503050406030204" pitchFamily="18" charset="0"/>
                  </a:rPr>
                  <a:t> </a:t>
                </a:r>
                <a:endParaRPr lang="en-US" altLang="zh-CN" sz="3000" i="1" dirty="0">
                  <a:latin typeface="楷体" panose="02010609060101010101" pitchFamily="49" charset="-122"/>
                  <a:ea typeface="Cambria Math" panose="02040503050406030204" pitchFamily="18" charset="0"/>
                </a:endParaRPr>
              </a:p>
            </p:txBody>
          </p:sp>
        </mc:Choice>
        <mc:Fallback>
          <p:sp>
            <p:nvSpPr>
              <p:cNvPr id="7" name="标题 1"/>
              <p:cNvSpPr txBox="1">
                <a:spLocks noRot="1" noChangeAspect="1" noMove="1" noResize="1" noEditPoints="1" noAdjustHandles="1" noChangeArrowheads="1" noChangeShapeType="1" noTextEdit="1"/>
              </p:cNvSpPr>
              <p:nvPr/>
            </p:nvSpPr>
            <p:spPr>
              <a:xfrm>
                <a:off x="325447" y="4328941"/>
                <a:ext cx="5656832" cy="849271"/>
              </a:xfrm>
              <a:prstGeom prst="rect">
                <a:avLst/>
              </a:prstGeom>
              <a:blipFill rotWithShape="1">
                <a:blip r:embed="rId6"/>
                <a:stretch>
                  <a:fillRect l="-6" t="-17" r="10" b="50"/>
                </a:stretch>
              </a:blipFill>
            </p:spPr>
            <p:txBody>
              <a:bodyPr/>
              <a:lstStyle/>
              <a:p>
                <a:r>
                  <a:rPr lang="zh-CN" altLang="en-US">
                    <a:noFill/>
                  </a:rPr>
                  <a:t> </a:t>
                </a:r>
              </a:p>
            </p:txBody>
          </p:sp>
        </mc:Fallback>
      </mc:AlternateContent>
      <p:sp>
        <p:nvSpPr>
          <p:cNvPr id="12"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2.3 </a:t>
            </a:r>
            <a:r>
              <a:rPr lang="zh-CN" altLang="en-US" sz="1800" b="1" dirty="0">
                <a:latin typeface="楷体" panose="02010609060101010101" pitchFamily="49" charset="-122"/>
                <a:ea typeface="楷体" panose="02010609060101010101" pitchFamily="49" charset="-122"/>
              </a:rPr>
              <a:t>初等函数</a:t>
            </a:r>
            <a:endParaRPr lang="zh-CN" altLang="en-US" sz="1800" b="1" dirty="0">
              <a:latin typeface="楷体" panose="02010609060101010101" pitchFamily="49" charset="-122"/>
              <a:ea typeface="楷体" panose="02010609060101010101" pitchFamily="49" charset="-122"/>
            </a:endParaRPr>
          </a:p>
        </p:txBody>
      </p:sp>
      <p:cxnSp>
        <p:nvCxnSpPr>
          <p:cNvPr id="13" name="直接连接符 12"/>
          <p:cNvCxnSpPr/>
          <p:nvPr/>
        </p:nvCxnSpPr>
        <p:spPr>
          <a:xfrm flipV="1">
            <a:off x="0" y="573451"/>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4" grpId="0"/>
      <p:bldP spid="9" grpId="0"/>
      <p:bldP spid="10" grpId="0"/>
      <p:bldP spid="2" grpId="0"/>
      <p:bldP spid="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p:nvPr/>
        </p:nvSpPr>
        <p:spPr>
          <a:xfrm>
            <a:off x="61137" y="640790"/>
            <a:ext cx="1203696" cy="43481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Cambria Math" panose="02040503050406030204" pitchFamily="18" charset="0"/>
                <a:ea typeface="楷体" panose="02010609060101010101" pitchFamily="49" charset="-122"/>
                <a:cs typeface="Cambria Math" panose="02040503050406030204" pitchFamily="18" charset="0"/>
              </a:rPr>
              <a:t>补充：</a:t>
            </a:r>
            <a:endParaRPr lang="zh-CN" altLang="en-US" sz="3000" dirty="0">
              <a:latin typeface="Cambria Math" panose="02040503050406030204" pitchFamily="18" charset="0"/>
              <a:ea typeface="楷体" panose="02010609060101010101" pitchFamily="49" charset="-122"/>
              <a:cs typeface="Cambria Math" panose="02040503050406030204" pitchFamily="18" charset="0"/>
            </a:endParaRPr>
          </a:p>
        </p:txBody>
      </p:sp>
      <mc:AlternateContent xmlns:mc="http://schemas.openxmlformats.org/markup-compatibility/2006">
        <mc:Choice xmlns:a14="http://schemas.microsoft.com/office/drawing/2010/main" Requires="a14">
          <p:sp>
            <p:nvSpPr>
              <p:cNvPr id="2" name="标题 1"/>
              <p:cNvSpPr txBox="1"/>
              <p:nvPr/>
            </p:nvSpPr>
            <p:spPr>
              <a:xfrm>
                <a:off x="226937" y="1164540"/>
                <a:ext cx="5489432" cy="43481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3000" dirty="0">
                    <a:latin typeface="Cambria Math" panose="02040503050406030204" pitchFamily="18" charset="0"/>
                    <a:ea typeface="楷体" panose="02010609060101010101" pitchFamily="49" charset="-122"/>
                    <a:cs typeface="Cambria Math" panose="02040503050406030204" pitchFamily="18" charset="0"/>
                  </a:rPr>
                  <a:t>1</a:t>
                </a:r>
                <a:r>
                  <a:rPr lang="zh-CN" altLang="en-US" sz="3000" dirty="0">
                    <a:latin typeface="Cambria Math" panose="02040503050406030204" pitchFamily="18" charset="0"/>
                    <a:ea typeface="楷体" panose="02010609060101010101" pitchFamily="49" charset="-122"/>
                    <a:cs typeface="Cambria Math" panose="02040503050406030204" pitchFamily="18" charset="0"/>
                  </a:rPr>
                  <a:t>、关于</a:t>
                </a:r>
                <a14:m>
                  <m:oMath xmlns:m="http://schemas.openxmlformats.org/officeDocument/2006/math">
                    <m:sSup>
                      <m:sSup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sSupPr>
                      <m:e>
                        <m:r>
                          <a:rPr lang="en-US" altLang="zh-CN" sz="3000" i="1">
                            <a:latin typeface="Cambria Math" panose="02040503050406030204" pitchFamily="18" charset="0"/>
                            <a:ea typeface="楷体" panose="02010609060101010101" pitchFamily="49" charset="-122"/>
                            <a:cs typeface="Cambria Math" panose="02040503050406030204" pitchFamily="18" charset="0"/>
                          </a:rPr>
                          <m:t>𝑒</m:t>
                        </m:r>
                      </m:e>
                      <m:sup>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sup>
                    </m:sSup>
                  </m:oMath>
                </a14:m>
                <a:r>
                  <a:rPr lang="zh-CN" altLang="en-US" sz="3000" dirty="0">
                    <a:latin typeface="Cambria Math" panose="02040503050406030204" pitchFamily="18" charset="0"/>
                    <a:ea typeface="楷体" panose="02010609060101010101" pitchFamily="49" charset="-122"/>
                    <a:cs typeface="Cambria Math" panose="02040503050406030204" pitchFamily="18" charset="0"/>
                  </a:rPr>
                  <a:t>没有幂的意义的说明</a:t>
                </a:r>
                <a:endParaRPr lang="zh-CN" altLang="en-US" sz="3000"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2" name="标题 1"/>
              <p:cNvSpPr txBox="1">
                <a:spLocks noRot="1" noChangeAspect="1" noMove="1" noResize="1" noEditPoints="1" noAdjustHandles="1" noChangeArrowheads="1" noChangeShapeType="1" noTextEdit="1"/>
              </p:cNvSpPr>
              <p:nvPr/>
            </p:nvSpPr>
            <p:spPr>
              <a:xfrm>
                <a:off x="226937" y="1164540"/>
                <a:ext cx="5489432" cy="434816"/>
              </a:xfrm>
              <a:prstGeom prst="rect">
                <a:avLst/>
              </a:prstGeom>
              <a:blipFill rotWithShape="1">
                <a:blip r:embed="rId1"/>
                <a:stretch>
                  <a:fillRect l="-4" t="-28904" r="2" b="-28818"/>
                </a:stretch>
              </a:blipFill>
            </p:spPr>
            <p:txBody>
              <a:bodyPr/>
              <a:lstStyle/>
              <a:p>
                <a:r>
                  <a:rPr lang="zh-CN" altLang="en-US">
                    <a:noFill/>
                  </a:rPr>
                  <a:t> </a:t>
                </a:r>
              </a:p>
            </p:txBody>
          </p:sp>
        </mc:Fallback>
      </mc:AlternateContent>
      <p:sp>
        <p:nvSpPr>
          <p:cNvPr id="6"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2.3 </a:t>
            </a:r>
            <a:r>
              <a:rPr lang="zh-CN" altLang="en-US" sz="1800" b="1" dirty="0">
                <a:latin typeface="楷体" panose="02010609060101010101" pitchFamily="49" charset="-122"/>
                <a:ea typeface="楷体" panose="02010609060101010101" pitchFamily="49" charset="-122"/>
              </a:rPr>
              <a:t>初等函数</a:t>
            </a:r>
            <a:endParaRPr lang="zh-CN" altLang="en-US" sz="1800" b="1" dirty="0">
              <a:latin typeface="楷体" panose="02010609060101010101" pitchFamily="49" charset="-122"/>
              <a:ea typeface="楷体" panose="02010609060101010101" pitchFamily="49" charset="-122"/>
            </a:endParaRPr>
          </a:p>
        </p:txBody>
      </p:sp>
      <p:cxnSp>
        <p:nvCxnSpPr>
          <p:cNvPr id="8" name="直接连接符 7"/>
          <p:cNvCxnSpPr/>
          <p:nvPr/>
        </p:nvCxnSpPr>
        <p:spPr>
          <a:xfrm flipV="1">
            <a:off x="0" y="573451"/>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9" name="标题 1"/>
              <p:cNvSpPr txBox="1"/>
              <p:nvPr/>
            </p:nvSpPr>
            <p:spPr>
              <a:xfrm>
                <a:off x="827721" y="1947520"/>
                <a:ext cx="2143932" cy="43481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Cambria Math" panose="02040503050406030204" pitchFamily="18" charset="0"/>
                    <a:ea typeface="楷体" panose="02010609060101010101" pitchFamily="49" charset="-122"/>
                    <a:cs typeface="Cambria Math" panose="02040503050406030204" pitchFamily="18" charset="0"/>
                  </a:rPr>
                  <a:t>实数中，</a:t>
                </a:r>
                <a14:m>
                  <m:oMath xmlns:m="http://schemas.openxmlformats.org/officeDocument/2006/math">
                    <m:sSup>
                      <m:sSupPr>
                        <m:ctrlPr>
                          <a:rPr lang="en-US" altLang="zh-CN" sz="300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𝑒</m:t>
                        </m:r>
                      </m:e>
                      <m:sup>
                        <m:f>
                          <m:fPr>
                            <m:ctrlPr>
                              <a:rPr lang="en-US" altLang="zh-CN" sz="3000" i="1" smtClean="0">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r>
                              <a:rPr lang="en-US" altLang="zh-CN" sz="3000" i="1">
                                <a:latin typeface="Cambria Math" panose="02040503050406030204" pitchFamily="18" charset="0"/>
                                <a:ea typeface="楷体" panose="02010609060101010101" pitchFamily="49" charset="-122"/>
                              </a:rPr>
                              <m:t>3</m:t>
                            </m:r>
                          </m:den>
                        </m:f>
                      </m:sup>
                    </m:sSup>
                  </m:oMath>
                </a14:m>
                <a:endParaRPr lang="zh-CN" altLang="en-US" sz="3000"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9" name="标题 1"/>
              <p:cNvSpPr txBox="1">
                <a:spLocks noRot="1" noChangeAspect="1" noMove="1" noResize="1" noEditPoints="1" noAdjustHandles="1" noChangeArrowheads="1" noChangeShapeType="1" noTextEdit="1"/>
              </p:cNvSpPr>
              <p:nvPr/>
            </p:nvSpPr>
            <p:spPr>
              <a:xfrm>
                <a:off x="827721" y="1947520"/>
                <a:ext cx="2143932" cy="434816"/>
              </a:xfrm>
              <a:prstGeom prst="rect">
                <a:avLst/>
              </a:prstGeom>
              <a:blipFill rotWithShape="1">
                <a:blip r:embed="rId2"/>
                <a:stretch>
                  <a:fillRect l="-15" t="-53298" r="23" b="-53200"/>
                </a:stretch>
              </a:blipFill>
            </p:spPr>
            <p:txBody>
              <a:bodyPr/>
              <a:lstStyle/>
              <a:p>
                <a:r>
                  <a:rPr lang="zh-CN" altLang="en-US">
                    <a:noFill/>
                  </a:rPr>
                  <a:t> </a:t>
                </a:r>
              </a:p>
            </p:txBody>
          </p:sp>
        </mc:Fallback>
      </mc:AlternateContent>
      <p:sp>
        <p:nvSpPr>
          <p:cNvPr id="10" name="左大括号 9"/>
          <p:cNvSpPr/>
          <p:nvPr/>
        </p:nvSpPr>
        <p:spPr>
          <a:xfrm>
            <a:off x="2857426" y="1955251"/>
            <a:ext cx="213543" cy="854170"/>
          </a:xfrm>
          <a:prstGeom prst="leftBrace">
            <a:avLst/>
          </a:prstGeom>
          <a:solidFill>
            <a:schemeClr val="bg1"/>
          </a:solidFill>
          <a:ln w="28575"/>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11" name="标题 1"/>
          <p:cNvSpPr txBox="1"/>
          <p:nvPr/>
        </p:nvSpPr>
        <p:spPr>
          <a:xfrm>
            <a:off x="3070969" y="1737843"/>
            <a:ext cx="3647407" cy="43481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Cambria Math" panose="02040503050406030204" pitchFamily="18" charset="0"/>
                <a:ea typeface="楷体" panose="02010609060101010101" pitchFamily="49" charset="-122"/>
                <a:cs typeface="Cambria Math" panose="02040503050406030204" pitchFamily="18" charset="0"/>
              </a:rPr>
              <a:t>以</a:t>
            </a:r>
            <a:r>
              <a:rPr lang="en-US" altLang="zh-CN" sz="3000" dirty="0">
                <a:latin typeface="Cambria Math" panose="02040503050406030204" pitchFamily="18" charset="0"/>
                <a:ea typeface="楷体" panose="02010609060101010101" pitchFamily="49" charset="-122"/>
                <a:cs typeface="Cambria Math" panose="02040503050406030204" pitchFamily="18" charset="0"/>
              </a:rPr>
              <a:t>e</a:t>
            </a:r>
            <a:r>
              <a:rPr lang="zh-CN" altLang="en-US" sz="3000" dirty="0">
                <a:latin typeface="Cambria Math" panose="02040503050406030204" pitchFamily="18" charset="0"/>
                <a:ea typeface="楷体" panose="02010609060101010101" pitchFamily="49" charset="-122"/>
                <a:cs typeface="Cambria Math" panose="02040503050406030204" pitchFamily="18" charset="0"/>
              </a:rPr>
              <a:t>为底的指数函数</a:t>
            </a:r>
            <a:endParaRPr lang="zh-CN" altLang="en-US" sz="3000" dirty="0">
              <a:latin typeface="Cambria Math" panose="02040503050406030204" pitchFamily="18" charset="0"/>
              <a:ea typeface="楷体" panose="02010609060101010101" pitchFamily="49" charset="-122"/>
              <a:cs typeface="Cambria Math" panose="02040503050406030204" pitchFamily="18" charset="0"/>
            </a:endParaRPr>
          </a:p>
        </p:txBody>
      </p:sp>
      <mc:AlternateContent xmlns:mc="http://schemas.openxmlformats.org/markup-compatibility/2006">
        <mc:Choice xmlns:a14="http://schemas.microsoft.com/office/drawing/2010/main" Requires="a14">
          <p:sp>
            <p:nvSpPr>
              <p:cNvPr id="12" name="标题 1"/>
              <p:cNvSpPr txBox="1"/>
              <p:nvPr/>
            </p:nvSpPr>
            <p:spPr>
              <a:xfrm>
                <a:off x="3070970" y="2454215"/>
                <a:ext cx="2245692" cy="43481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Cambria Math" panose="02040503050406030204" pitchFamily="18" charset="0"/>
                    <a:ea typeface="楷体" panose="02010609060101010101" pitchFamily="49" charset="-122"/>
                    <a:cs typeface="Cambria Math" panose="02040503050406030204" pitchFamily="18" charset="0"/>
                  </a:rPr>
                  <a:t>数</a:t>
                </a:r>
                <a:r>
                  <a:rPr lang="en-US" altLang="zh-CN" sz="3000" dirty="0">
                    <a:latin typeface="Cambria Math" panose="02040503050406030204" pitchFamily="18" charset="0"/>
                    <a:ea typeface="楷体" panose="02010609060101010101" pitchFamily="49" charset="-122"/>
                    <a:cs typeface="Cambria Math" panose="02040503050406030204" pitchFamily="18" charset="0"/>
                  </a:rPr>
                  <a:t>e</a:t>
                </a:r>
                <a:r>
                  <a:rPr lang="zh-CN" altLang="en-US" sz="3000" dirty="0">
                    <a:latin typeface="Cambria Math" panose="02040503050406030204" pitchFamily="18" charset="0"/>
                    <a:ea typeface="楷体" panose="02010609060101010101" pitchFamily="49" charset="-122"/>
                    <a:cs typeface="Cambria Math" panose="02040503050406030204" pitchFamily="18" charset="0"/>
                  </a:rPr>
                  <a:t>的</a:t>
                </a:r>
                <a14:m>
                  <m:oMath xmlns:m="http://schemas.openxmlformats.org/officeDocument/2006/math">
                    <m:f>
                      <m:fPr>
                        <m:ctrlPr>
                          <a:rPr lang="en-US" altLang="zh-CN" sz="3000" i="1" smtClean="0">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r>
                          <a:rPr lang="en-US" altLang="zh-CN" sz="3000" i="1">
                            <a:latin typeface="Cambria Math" panose="02040503050406030204" pitchFamily="18" charset="0"/>
                            <a:ea typeface="楷体" panose="02010609060101010101" pitchFamily="49" charset="-122"/>
                          </a:rPr>
                          <m:t>3</m:t>
                        </m:r>
                      </m:den>
                    </m:f>
                  </m:oMath>
                </a14:m>
                <a:r>
                  <a:rPr lang="zh-CN" altLang="en-US" sz="3000" dirty="0">
                    <a:latin typeface="Cambria Math" panose="02040503050406030204" pitchFamily="18" charset="0"/>
                    <a:ea typeface="楷体" panose="02010609060101010101" pitchFamily="49" charset="-122"/>
                    <a:cs typeface="Cambria Math" panose="02040503050406030204" pitchFamily="18" charset="0"/>
                  </a:rPr>
                  <a:t>次幂</a:t>
                </a:r>
                <a:endParaRPr lang="zh-CN" altLang="en-US" sz="3000"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12" name="标题 1"/>
              <p:cNvSpPr txBox="1">
                <a:spLocks noRot="1" noChangeAspect="1" noMove="1" noResize="1" noEditPoints="1" noAdjustHandles="1" noChangeArrowheads="1" noChangeShapeType="1" noTextEdit="1"/>
              </p:cNvSpPr>
              <p:nvPr/>
            </p:nvSpPr>
            <p:spPr>
              <a:xfrm>
                <a:off x="3070970" y="2454215"/>
                <a:ext cx="2245692" cy="434816"/>
              </a:xfrm>
              <a:prstGeom prst="rect">
                <a:avLst/>
              </a:prstGeom>
              <a:blipFill rotWithShape="1">
                <a:blip r:embed="rId3"/>
                <a:stretch>
                  <a:fillRect l="-5" t="-62053" r="20" b="-61971"/>
                </a:stretch>
              </a:blipFill>
            </p:spPr>
            <p:txBody>
              <a:bodyPr/>
              <a:lstStyle/>
              <a:p>
                <a:r>
                  <a:rPr lang="zh-CN" altLang="en-US">
                    <a:noFill/>
                  </a:rPr>
                  <a:t> </a:t>
                </a:r>
              </a:p>
            </p:txBody>
          </p:sp>
        </mc:Fallback>
      </mc:AlternateContent>
      <p:sp>
        <p:nvSpPr>
          <p:cNvPr id="13" name="标题 1"/>
          <p:cNvSpPr txBox="1"/>
          <p:nvPr/>
        </p:nvSpPr>
        <p:spPr>
          <a:xfrm>
            <a:off x="6669113" y="2056224"/>
            <a:ext cx="2143932" cy="43481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Cambria Math" panose="02040503050406030204" pitchFamily="18" charset="0"/>
                <a:ea typeface="楷体" panose="02010609060101010101" pitchFamily="49" charset="-122"/>
                <a:cs typeface="Cambria Math" panose="02040503050406030204" pitchFamily="18" charset="0"/>
              </a:rPr>
              <a:t>复数中呢？</a:t>
            </a:r>
            <a:endParaRPr lang="zh-CN" altLang="en-US" sz="3000" dirty="0">
              <a:latin typeface="Cambria Math" panose="02040503050406030204" pitchFamily="18" charset="0"/>
              <a:ea typeface="楷体" panose="02010609060101010101" pitchFamily="49" charset="-122"/>
              <a:cs typeface="Cambria Math" panose="02040503050406030204" pitchFamily="18" charset="0"/>
            </a:endParaRPr>
          </a:p>
        </p:txBody>
      </p:sp>
      <mc:AlternateContent xmlns:mc="http://schemas.openxmlformats.org/markup-compatibility/2006">
        <mc:Choice xmlns:a14="http://schemas.microsoft.com/office/drawing/2010/main" Requires="a14">
          <p:sp>
            <p:nvSpPr>
              <p:cNvPr id="15" name="标题 1"/>
              <p:cNvSpPr txBox="1"/>
              <p:nvPr/>
            </p:nvSpPr>
            <p:spPr>
              <a:xfrm>
                <a:off x="827720" y="3788604"/>
                <a:ext cx="5222651" cy="43481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sSup>
                      <m:sSupPr>
                        <m:ctrlPr>
                          <a:rPr lang="en-US" altLang="zh-CN" sz="3000" i="1" smtClean="0">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r>
                              <a:rPr lang="en-US" altLang="zh-CN" sz="3000" i="1">
                                <a:latin typeface="Cambria Math" panose="02040503050406030204" pitchFamily="18" charset="0"/>
                                <a:ea typeface="楷体" panose="02010609060101010101" pitchFamily="49" charset="-122"/>
                              </a:rPr>
                              <m:t>3</m:t>
                            </m:r>
                          </m:den>
                        </m:f>
                      </m:sup>
                    </m:sSup>
                    <m:r>
                      <a:rPr lang="en-US" altLang="zh-CN" sz="3000" i="1">
                        <a:latin typeface="Cambria Math" panose="02040503050406030204" pitchFamily="18" charset="0"/>
                        <a:ea typeface="楷体" panose="02010609060101010101" pitchFamily="49" charset="-122"/>
                      </a:rPr>
                      <m:t>=</m:t>
                    </m:r>
                  </m:oMath>
                </a14:m>
                <a:r>
                  <a:rPr lang="en-US" altLang="zh-CN" sz="3000" dirty="0">
                    <a:ea typeface="楷体" panose="02010609060101010101" pitchFamily="49" charset="-122"/>
                  </a:rPr>
                  <a:t> </a:t>
                </a:r>
                <a14:m>
                  <m:oMath xmlns:m="http://schemas.openxmlformats.org/officeDocument/2006/math">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r>
                              <a:rPr lang="en-US" altLang="zh-CN" sz="3000" i="1">
                                <a:latin typeface="Cambria Math" panose="02040503050406030204" pitchFamily="18" charset="0"/>
                                <a:ea typeface="楷体" panose="02010609060101010101" pitchFamily="49" charset="-122"/>
                              </a:rPr>
                              <m:t>3</m:t>
                            </m:r>
                          </m:den>
                        </m:f>
                      </m:sup>
                    </m:sSup>
                    <m:d>
                      <m:dPr>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𝑐𝑜𝑠</m:t>
                        </m:r>
                        <m:r>
                          <a:rPr lang="en-US" altLang="zh-CN" sz="3000" b="0" i="1" smtClean="0">
                            <a:latin typeface="Cambria Math" panose="02040503050406030204" pitchFamily="18" charset="0"/>
                            <a:ea typeface="楷体" panose="02010609060101010101" pitchFamily="49" charset="-122"/>
                          </a:rPr>
                          <m:t>0</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𝑖𝑠𝑖𝑛</m:t>
                        </m:r>
                        <m:r>
                          <a:rPr lang="en-US" altLang="zh-CN" sz="3000" b="0" i="1" smtClean="0">
                            <a:latin typeface="Cambria Math" panose="02040503050406030204" pitchFamily="18" charset="0"/>
                            <a:ea typeface="楷体" panose="02010609060101010101" pitchFamily="49" charset="-122"/>
                          </a:rPr>
                          <m:t>0</m:t>
                        </m:r>
                      </m:e>
                    </m:d>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𝑒𝑥𝑝</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r>
                          <a:rPr lang="en-US" altLang="zh-CN" sz="3000" i="1">
                            <a:latin typeface="Cambria Math" panose="02040503050406030204" pitchFamily="18" charset="0"/>
                            <a:ea typeface="楷体" panose="02010609060101010101" pitchFamily="49" charset="-122"/>
                          </a:rPr>
                          <m:t>3</m:t>
                        </m:r>
                      </m:den>
                    </m:f>
                  </m:oMath>
                </a14:m>
                <a:endParaRPr lang="zh-CN" altLang="en-US" sz="3000"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15" name="标题 1"/>
              <p:cNvSpPr txBox="1">
                <a:spLocks noRot="1" noChangeAspect="1" noMove="1" noResize="1" noEditPoints="1" noAdjustHandles="1" noChangeArrowheads="1" noChangeShapeType="1" noTextEdit="1"/>
              </p:cNvSpPr>
              <p:nvPr/>
            </p:nvSpPr>
            <p:spPr>
              <a:xfrm>
                <a:off x="827720" y="3788604"/>
                <a:ext cx="5222651" cy="434816"/>
              </a:xfrm>
              <a:prstGeom prst="rect">
                <a:avLst/>
              </a:prstGeom>
              <a:blipFill rotWithShape="1">
                <a:blip r:embed="rId4"/>
                <a:stretch>
                  <a:fillRect l="-6" t="-77737" r="2" b="-77685"/>
                </a:stretch>
              </a:blipFill>
            </p:spPr>
            <p:txBody>
              <a:bodyPr/>
              <a:lstStyle/>
              <a:p>
                <a:r>
                  <a:rPr lang="zh-CN" altLang="en-US">
                    <a:noFill/>
                  </a:rPr>
                  <a:t> </a:t>
                </a:r>
              </a:p>
            </p:txBody>
          </p:sp>
        </mc:Fallback>
      </mc:AlternateContent>
      <p:sp>
        <p:nvSpPr>
          <p:cNvPr id="16" name="标题 1"/>
          <p:cNvSpPr txBox="1"/>
          <p:nvPr/>
        </p:nvSpPr>
        <p:spPr>
          <a:xfrm>
            <a:off x="6198293" y="3840130"/>
            <a:ext cx="1411823" cy="43481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Cambria Math" panose="02040503050406030204" pitchFamily="18" charset="0"/>
                <a:ea typeface="楷体" panose="02010609060101010101" pitchFamily="49" charset="-122"/>
                <a:cs typeface="Cambria Math" panose="02040503050406030204" pitchFamily="18" charset="0"/>
              </a:rPr>
              <a:t>单值</a:t>
            </a:r>
            <a:endParaRPr lang="zh-CN" altLang="en-US" sz="3000" dirty="0">
              <a:latin typeface="Cambria Math" panose="02040503050406030204" pitchFamily="18" charset="0"/>
              <a:ea typeface="楷体" panose="02010609060101010101" pitchFamily="49" charset="-122"/>
              <a:cs typeface="Cambria Math" panose="02040503050406030204" pitchFamily="18" charset="0"/>
            </a:endParaRPr>
          </a:p>
        </p:txBody>
      </p:sp>
      <mc:AlternateContent xmlns:mc="http://schemas.openxmlformats.org/markup-compatibility/2006">
        <mc:Choice xmlns:a14="http://schemas.microsoft.com/office/drawing/2010/main" Requires="a14">
          <p:sp>
            <p:nvSpPr>
              <p:cNvPr id="17" name="标题 1"/>
              <p:cNvSpPr txBox="1"/>
              <p:nvPr/>
            </p:nvSpPr>
            <p:spPr>
              <a:xfrm>
                <a:off x="827720" y="5122993"/>
                <a:ext cx="6011116" cy="43481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sSup>
                      <m:sSupPr>
                        <m:ctrlPr>
                          <a:rPr lang="en-US" altLang="zh-CN" sz="3000" i="1" smtClean="0">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r>
                              <a:rPr lang="en-US" altLang="zh-CN" sz="3000" i="1">
                                <a:latin typeface="Cambria Math" panose="02040503050406030204" pitchFamily="18" charset="0"/>
                                <a:ea typeface="楷体" panose="02010609060101010101" pitchFamily="49" charset="-122"/>
                              </a:rPr>
                              <m:t>3</m:t>
                            </m:r>
                          </m:den>
                        </m:f>
                      </m:sup>
                    </m:sSup>
                    <m:r>
                      <a:rPr lang="en-US" altLang="zh-CN" sz="3000" i="1">
                        <a:latin typeface="Cambria Math" panose="02040503050406030204" pitchFamily="18" charset="0"/>
                        <a:ea typeface="楷体" panose="02010609060101010101" pitchFamily="49" charset="-122"/>
                      </a:rPr>
                      <m:t>=</m:t>
                    </m:r>
                  </m:oMath>
                </a14:m>
                <a:r>
                  <a:rPr lang="en-US" altLang="zh-CN" sz="3000" dirty="0">
                    <a:ea typeface="楷体" panose="02010609060101010101" pitchFamily="49" charset="-122"/>
                  </a:rPr>
                  <a:t> </a:t>
                </a:r>
                <a14:m>
                  <m:oMath xmlns:m="http://schemas.openxmlformats.org/officeDocument/2006/math">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r>
                              <a:rPr lang="en-US" altLang="zh-CN" sz="3000" i="1">
                                <a:latin typeface="Cambria Math" panose="02040503050406030204" pitchFamily="18" charset="0"/>
                                <a:ea typeface="楷体" panose="02010609060101010101" pitchFamily="49" charset="-122"/>
                              </a:rPr>
                              <m:t>3</m:t>
                            </m:r>
                          </m:den>
                        </m:f>
                        <m:r>
                          <a:rPr lang="en-US" altLang="zh-CN" sz="3000" b="0" i="1" smtClean="0">
                            <a:latin typeface="Cambria Math" panose="02040503050406030204" pitchFamily="18" charset="0"/>
                            <a:ea typeface="楷体" panose="02010609060101010101" pitchFamily="49" charset="-122"/>
                          </a:rPr>
                          <m:t>𝐿𝑛𝑒</m:t>
                        </m:r>
                      </m:sup>
                    </m:sSup>
                    <m:r>
                      <a:rPr lang="en-US" altLang="zh-CN" sz="3000" b="0" i="1" smtClean="0">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r>
                              <a:rPr lang="en-US" altLang="zh-CN" sz="3000" i="1">
                                <a:latin typeface="Cambria Math" panose="02040503050406030204" pitchFamily="18" charset="0"/>
                                <a:ea typeface="楷体" panose="02010609060101010101" pitchFamily="49" charset="-122"/>
                              </a:rPr>
                              <m:t>3</m:t>
                            </m:r>
                          </m:den>
                        </m:f>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𝑙𝑛𝑒</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𝑘</m:t>
                        </m:r>
                        <m:r>
                          <a:rPr lang="zh-CN" altLang="en-US" sz="3000" b="0" i="1" smtClean="0">
                            <a:latin typeface="Cambria Math" panose="02040503050406030204" pitchFamily="18" charset="0"/>
                            <a:ea typeface="楷体" panose="02010609060101010101" pitchFamily="49" charset="-122"/>
                          </a:rPr>
                          <m:t>𝜋</m:t>
                        </m:r>
                        <m:r>
                          <a:rPr lang="en-US" altLang="zh-CN" sz="3000" b="0" i="1" smtClean="0">
                            <a:latin typeface="Cambria Math" panose="02040503050406030204" pitchFamily="18" charset="0"/>
                            <a:ea typeface="楷体" panose="02010609060101010101" pitchFamily="49" charset="-122"/>
                          </a:rPr>
                          <m:t>𝑖</m:t>
                        </m:r>
                        <m:r>
                          <a:rPr lang="en-US" altLang="zh-CN" sz="3000" b="0" i="1" smtClean="0">
                            <a:latin typeface="Cambria Math" panose="02040503050406030204" pitchFamily="18" charset="0"/>
                            <a:ea typeface="楷体" panose="02010609060101010101" pitchFamily="49" charset="-122"/>
                          </a:rPr>
                          <m:t>)</m:t>
                        </m:r>
                      </m:sup>
                    </m:sSup>
                    <m:r>
                      <a:rPr lang="en-US" altLang="zh-CN" sz="3000" b="0" i="1" smtClean="0">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1</m:t>
                            </m:r>
                          </m:num>
                          <m:den>
                            <m:r>
                              <a:rPr lang="en-US" altLang="zh-CN" sz="3000" i="1">
                                <a:latin typeface="Cambria Math" panose="02040503050406030204" pitchFamily="18" charset="0"/>
                                <a:ea typeface="楷体" panose="02010609060101010101" pitchFamily="49" charset="-122"/>
                              </a:rPr>
                              <m:t>3</m:t>
                            </m:r>
                          </m:den>
                        </m:f>
                      </m:sup>
                    </m:sSup>
                  </m:oMath>
                </a14:m>
                <a:r>
                  <a:rPr lang="en-US" altLang="zh-CN" sz="3000" dirty="0">
                    <a:ea typeface="楷体" panose="02010609060101010101" pitchFamily="49" charset="-122"/>
                  </a:rPr>
                  <a:t> </a:t>
                </a:r>
                <a14:m>
                  <m:oMath xmlns:m="http://schemas.openxmlformats.org/officeDocument/2006/math">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𝑒</m:t>
                        </m:r>
                      </m:e>
                      <m:sup>
                        <m:f>
                          <m:fPr>
                            <m:ctrlPr>
                              <a:rPr lang="en-US" altLang="zh-CN" sz="3000" i="1" smtClean="0">
                                <a:latin typeface="Cambria Math" panose="02040503050406030204" pitchFamily="18" charset="0"/>
                                <a:ea typeface="楷体" panose="02010609060101010101" pitchFamily="49" charset="-122"/>
                              </a:rPr>
                            </m:ctrlPr>
                          </m:fPr>
                          <m:num>
                            <m:r>
                              <a:rPr lang="en-US" altLang="zh-CN" sz="3000" b="0" i="1" smtClean="0">
                                <a:latin typeface="Cambria Math" panose="02040503050406030204" pitchFamily="18" charset="0"/>
                                <a:ea typeface="楷体" panose="02010609060101010101" pitchFamily="49" charset="-122"/>
                              </a:rPr>
                              <m:t>2</m:t>
                            </m:r>
                          </m:num>
                          <m:den>
                            <m:r>
                              <a:rPr lang="en-US" altLang="zh-CN" sz="3000" b="0" i="1" smtClean="0">
                                <a:latin typeface="Cambria Math" panose="02040503050406030204" pitchFamily="18" charset="0"/>
                                <a:ea typeface="楷体" panose="02010609060101010101" pitchFamily="49" charset="-122"/>
                              </a:rPr>
                              <m:t>3</m:t>
                            </m:r>
                          </m:den>
                        </m:f>
                        <m:r>
                          <a:rPr lang="en-US" altLang="zh-CN" sz="3000" i="1">
                            <a:latin typeface="Cambria Math" panose="02040503050406030204" pitchFamily="18" charset="0"/>
                            <a:ea typeface="楷体" panose="02010609060101010101" pitchFamily="49" charset="-122"/>
                          </a:rPr>
                          <m:t>𝑘</m:t>
                        </m:r>
                        <m:r>
                          <a:rPr lang="zh-CN" altLang="en-US" sz="3000" i="1">
                            <a:latin typeface="Cambria Math" panose="02040503050406030204" pitchFamily="18" charset="0"/>
                            <a:ea typeface="楷体" panose="02010609060101010101" pitchFamily="49" charset="-122"/>
                          </a:rPr>
                          <m:t>𝜋</m:t>
                        </m:r>
                        <m:r>
                          <a:rPr lang="en-US" altLang="zh-CN" sz="3000" i="1">
                            <a:latin typeface="Cambria Math" panose="02040503050406030204" pitchFamily="18" charset="0"/>
                            <a:ea typeface="楷体" panose="02010609060101010101" pitchFamily="49" charset="-122"/>
                          </a:rPr>
                          <m:t>𝑖</m:t>
                        </m:r>
                      </m:sup>
                    </m:sSup>
                  </m:oMath>
                </a14:m>
                <a:endParaRPr lang="zh-CN" altLang="en-US" sz="3000"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17" name="标题 1"/>
              <p:cNvSpPr txBox="1">
                <a:spLocks noRot="1" noChangeAspect="1" noMove="1" noResize="1" noEditPoints="1" noAdjustHandles="1" noChangeArrowheads="1" noChangeShapeType="1" noTextEdit="1"/>
              </p:cNvSpPr>
              <p:nvPr/>
            </p:nvSpPr>
            <p:spPr>
              <a:xfrm>
                <a:off x="827720" y="5122993"/>
                <a:ext cx="6011116" cy="434816"/>
              </a:xfrm>
              <a:prstGeom prst="rect">
                <a:avLst/>
              </a:prstGeom>
              <a:blipFill rotWithShape="1">
                <a:blip r:embed="rId5"/>
                <a:stretch>
                  <a:fillRect l="-5" t="-53261" r="9" b="-5323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标题 1"/>
              <p:cNvSpPr txBox="1"/>
              <p:nvPr/>
            </p:nvSpPr>
            <p:spPr>
              <a:xfrm>
                <a:off x="883777" y="3226281"/>
                <a:ext cx="3565345" cy="43481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Cambria Math" panose="02040503050406030204" pitchFamily="18" charset="0"/>
                    <a:ea typeface="楷体" panose="02010609060101010101" pitchFamily="49" charset="-122"/>
                    <a:cs typeface="Cambria Math" panose="02040503050406030204" pitchFamily="18" charset="0"/>
                  </a:rPr>
                  <a:t>作为</a:t>
                </a:r>
                <a:r>
                  <a:rPr lang="zh-CN" altLang="en-US" sz="3000" dirty="0">
                    <a:solidFill>
                      <a:srgbClr val="FF0000"/>
                    </a:solidFill>
                    <a:latin typeface="Cambria Math" panose="02040503050406030204" pitchFamily="18" charset="0"/>
                    <a:ea typeface="楷体" panose="02010609060101010101" pitchFamily="49" charset="-122"/>
                    <a:cs typeface="Cambria Math" panose="02040503050406030204" pitchFamily="18" charset="0"/>
                  </a:rPr>
                  <a:t>指数函数</a:t>
                </a:r>
                <a14:m>
                  <m:oMath xmlns:m="http://schemas.openxmlformats.org/officeDocument/2006/math">
                    <m:sSup>
                      <m:sSupPr>
                        <m:ctrlPr>
                          <a:rPr lang="en-US" altLang="zh-CN" sz="3000" i="1" smtClean="0">
                            <a:solidFill>
                              <a:srgbClr val="FF0000"/>
                            </a:solidFill>
                            <a:latin typeface="Cambria Math" panose="02040503050406030204" pitchFamily="18" charset="0"/>
                            <a:ea typeface="楷体" panose="02010609060101010101" pitchFamily="49" charset="-122"/>
                          </a:rPr>
                        </m:ctrlPr>
                      </m:sSupPr>
                      <m:e>
                        <m:r>
                          <a:rPr lang="en-US" altLang="zh-CN" sz="3000" i="1">
                            <a:solidFill>
                              <a:srgbClr val="FF0000"/>
                            </a:solidFill>
                            <a:latin typeface="Cambria Math" panose="02040503050406030204" pitchFamily="18" charset="0"/>
                            <a:ea typeface="楷体" panose="02010609060101010101" pitchFamily="49" charset="-122"/>
                          </a:rPr>
                          <m:t>𝑒</m:t>
                        </m:r>
                      </m:e>
                      <m:sup>
                        <m:r>
                          <a:rPr lang="en-US" altLang="zh-CN" sz="3000" b="0" i="1" smtClean="0">
                            <a:solidFill>
                              <a:srgbClr val="FF0000"/>
                            </a:solidFill>
                            <a:latin typeface="Cambria Math" panose="02040503050406030204" pitchFamily="18" charset="0"/>
                            <a:ea typeface="楷体" panose="02010609060101010101" pitchFamily="49" charset="-122"/>
                          </a:rPr>
                          <m:t>𝑧</m:t>
                        </m:r>
                      </m:sup>
                    </m:sSup>
                    <m:r>
                      <a:rPr lang="en-US" altLang="zh-CN" sz="3000" i="1">
                        <a:solidFill>
                          <a:srgbClr val="FF0000"/>
                        </a:solidFill>
                        <a:latin typeface="Cambria Math" panose="02040503050406030204" pitchFamily="18" charset="0"/>
                        <a:ea typeface="楷体" panose="02010609060101010101" pitchFamily="49" charset="-122"/>
                      </a:rPr>
                      <m:t> </m:t>
                    </m:r>
                  </m:oMath>
                </a14:m>
                <a:r>
                  <a:rPr lang="zh-CN" altLang="en-US" sz="3000" dirty="0">
                    <a:latin typeface="Cambria Math" panose="02040503050406030204" pitchFamily="18" charset="0"/>
                    <a:ea typeface="楷体" panose="02010609060101010101" pitchFamily="49" charset="-122"/>
                    <a:cs typeface="Cambria Math" panose="02040503050406030204" pitchFamily="18" charset="0"/>
                  </a:rPr>
                  <a:t>：</a:t>
                </a:r>
                <a:endParaRPr lang="zh-CN" altLang="en-US" sz="3000"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18" name="标题 1"/>
              <p:cNvSpPr txBox="1">
                <a:spLocks noRot="1" noChangeAspect="1" noMove="1" noResize="1" noEditPoints="1" noAdjustHandles="1" noChangeArrowheads="1" noChangeShapeType="1" noTextEdit="1"/>
              </p:cNvSpPr>
              <p:nvPr/>
            </p:nvSpPr>
            <p:spPr>
              <a:xfrm>
                <a:off x="883777" y="3226281"/>
                <a:ext cx="3565345" cy="434816"/>
              </a:xfrm>
              <a:prstGeom prst="rect">
                <a:avLst/>
              </a:prstGeom>
              <a:blipFill rotWithShape="1">
                <a:blip r:embed="rId6"/>
                <a:stretch>
                  <a:fillRect l="-14" t="-28880" r="9" b="-2884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标题 1"/>
              <p:cNvSpPr txBox="1"/>
              <p:nvPr/>
            </p:nvSpPr>
            <p:spPr>
              <a:xfrm>
                <a:off x="827720" y="4506085"/>
                <a:ext cx="2818929" cy="43481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Cambria Math" panose="02040503050406030204" pitchFamily="18" charset="0"/>
                    <a:ea typeface="楷体" panose="02010609060101010101" pitchFamily="49" charset="-122"/>
                    <a:cs typeface="Cambria Math" panose="02040503050406030204" pitchFamily="18" charset="0"/>
                  </a:rPr>
                  <a:t>作为</a:t>
                </a:r>
                <a:r>
                  <a:rPr lang="zh-CN" altLang="en-US" sz="3000" dirty="0">
                    <a:solidFill>
                      <a:srgbClr val="FF0000"/>
                    </a:solidFill>
                    <a:latin typeface="Cambria Math" panose="02040503050406030204" pitchFamily="18" charset="0"/>
                    <a:ea typeface="楷体" panose="02010609060101010101" pitchFamily="49" charset="-122"/>
                    <a:cs typeface="Cambria Math" panose="02040503050406030204" pitchFamily="18" charset="0"/>
                  </a:rPr>
                  <a:t>幂函数</a:t>
                </a:r>
                <a14:m>
                  <m:oMath xmlns:m="http://schemas.openxmlformats.org/officeDocument/2006/math">
                    <m:sSup>
                      <m:sSupPr>
                        <m:ctrlPr>
                          <a:rPr lang="en-US" altLang="zh-CN" sz="3000" i="1">
                            <a:solidFill>
                              <a:srgbClr val="FF0000"/>
                            </a:solidFill>
                            <a:latin typeface="Cambria Math" panose="02040503050406030204" pitchFamily="18" charset="0"/>
                            <a:ea typeface="楷体" panose="02010609060101010101" pitchFamily="49" charset="-122"/>
                          </a:rPr>
                        </m:ctrlPr>
                      </m:sSupPr>
                      <m:e>
                        <m:r>
                          <a:rPr lang="en-US" altLang="zh-CN" sz="3000" b="0" i="1" smtClean="0">
                            <a:solidFill>
                              <a:srgbClr val="FF0000"/>
                            </a:solidFill>
                            <a:latin typeface="Cambria Math" panose="02040503050406030204" pitchFamily="18" charset="0"/>
                            <a:ea typeface="楷体" panose="02010609060101010101" pitchFamily="49" charset="-122"/>
                          </a:rPr>
                          <m:t>𝑧</m:t>
                        </m:r>
                      </m:e>
                      <m:sup>
                        <m:r>
                          <a:rPr lang="en-US" altLang="zh-CN" sz="3000" i="1">
                            <a:solidFill>
                              <a:srgbClr val="FF0000"/>
                            </a:solidFill>
                            <a:latin typeface="Cambria Math" panose="02040503050406030204" pitchFamily="18" charset="0"/>
                            <a:ea typeface="楷体" panose="02010609060101010101" pitchFamily="49" charset="-122"/>
                          </a:rPr>
                          <m:t>1</m:t>
                        </m:r>
                        <m:r>
                          <a:rPr lang="en-US" altLang="zh-CN" sz="3000" i="1">
                            <a:solidFill>
                              <a:srgbClr val="FF0000"/>
                            </a:solidFill>
                            <a:latin typeface="Cambria Math" panose="02040503050406030204" pitchFamily="18" charset="0"/>
                            <a:ea typeface="楷体" panose="02010609060101010101" pitchFamily="49" charset="-122"/>
                          </a:rPr>
                          <m:t>/</m:t>
                        </m:r>
                        <m:r>
                          <a:rPr lang="en-US" altLang="zh-CN" sz="3000" i="1">
                            <a:solidFill>
                              <a:srgbClr val="FF0000"/>
                            </a:solidFill>
                            <a:latin typeface="Cambria Math" panose="02040503050406030204" pitchFamily="18" charset="0"/>
                            <a:ea typeface="楷体" panose="02010609060101010101" pitchFamily="49" charset="-122"/>
                          </a:rPr>
                          <m:t>3</m:t>
                        </m:r>
                      </m:sup>
                    </m:sSup>
                    <m:r>
                      <a:rPr lang="en-US" altLang="zh-CN" sz="3000" i="1">
                        <a:solidFill>
                          <a:srgbClr val="FF0000"/>
                        </a:solidFill>
                        <a:latin typeface="Cambria Math" panose="02040503050406030204" pitchFamily="18" charset="0"/>
                        <a:ea typeface="楷体" panose="02010609060101010101" pitchFamily="49" charset="-122"/>
                      </a:rPr>
                      <m:t> </m:t>
                    </m:r>
                  </m:oMath>
                </a14:m>
                <a:r>
                  <a:rPr lang="zh-CN" altLang="en-US" sz="3000" dirty="0">
                    <a:latin typeface="Cambria Math" panose="02040503050406030204" pitchFamily="18" charset="0"/>
                    <a:ea typeface="楷体" panose="02010609060101010101" pitchFamily="49" charset="-122"/>
                    <a:cs typeface="Cambria Math" panose="02040503050406030204" pitchFamily="18" charset="0"/>
                  </a:rPr>
                  <a:t>：</a:t>
                </a:r>
                <a:endParaRPr lang="zh-CN" altLang="en-US" sz="3000"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19" name="标题 1"/>
              <p:cNvSpPr txBox="1">
                <a:spLocks noRot="1" noChangeAspect="1" noMove="1" noResize="1" noEditPoints="1" noAdjustHandles="1" noChangeArrowheads="1" noChangeShapeType="1" noTextEdit="1"/>
              </p:cNvSpPr>
              <p:nvPr/>
            </p:nvSpPr>
            <p:spPr>
              <a:xfrm>
                <a:off x="827720" y="4506085"/>
                <a:ext cx="2818929" cy="434816"/>
              </a:xfrm>
              <a:prstGeom prst="rect">
                <a:avLst/>
              </a:prstGeom>
              <a:blipFill rotWithShape="1">
                <a:blip r:embed="rId7"/>
                <a:stretch>
                  <a:fillRect l="-11" t="-29967" r="-9512" b="-29946"/>
                </a:stretch>
              </a:blipFill>
            </p:spPr>
            <p:txBody>
              <a:bodyPr/>
              <a:lstStyle/>
              <a:p>
                <a:r>
                  <a:rPr lang="zh-CN" altLang="en-US">
                    <a:noFill/>
                  </a:rPr>
                  <a:t> </a:t>
                </a:r>
              </a:p>
            </p:txBody>
          </p:sp>
        </mc:Fallback>
      </mc:AlternateContent>
      <p:sp>
        <p:nvSpPr>
          <p:cNvPr id="20" name="标题 1"/>
          <p:cNvSpPr txBox="1"/>
          <p:nvPr/>
        </p:nvSpPr>
        <p:spPr>
          <a:xfrm>
            <a:off x="6936551" y="5192403"/>
            <a:ext cx="1583248" cy="43481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3000" dirty="0">
                <a:latin typeface="Cambria Math" panose="02040503050406030204" pitchFamily="18" charset="0"/>
                <a:ea typeface="楷体" panose="02010609060101010101" pitchFamily="49" charset="-122"/>
                <a:cs typeface="Cambria Math" panose="02040503050406030204" pitchFamily="18" charset="0"/>
              </a:rPr>
              <a:t>3</a:t>
            </a:r>
            <a:r>
              <a:rPr lang="zh-CN" altLang="en-US" sz="3000" dirty="0">
                <a:latin typeface="Cambria Math" panose="02040503050406030204" pitchFamily="18" charset="0"/>
                <a:ea typeface="楷体" panose="02010609060101010101" pitchFamily="49" charset="-122"/>
                <a:cs typeface="Cambria Math" panose="02040503050406030204" pitchFamily="18" charset="0"/>
              </a:rPr>
              <a:t>个值</a:t>
            </a:r>
            <a:endParaRPr lang="zh-CN" altLang="en-US" sz="3000" dirty="0">
              <a:latin typeface="Cambria Math" panose="02040503050406030204" pitchFamily="18" charset="0"/>
              <a:ea typeface="楷体" panose="02010609060101010101" pitchFamily="49" charset="-122"/>
              <a:cs typeface="Cambria Math" panose="020405030504060302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P spid="10" grpId="0" animBg="1"/>
      <p:bldP spid="11" grpId="0"/>
      <p:bldP spid="12" grpId="0"/>
      <p:bldP spid="13" grpId="0"/>
      <p:bldP spid="15" grpId="0"/>
      <p:bldP spid="16" grpId="0"/>
      <p:bldP spid="17" grpId="0"/>
      <p:bldP spid="18" grpId="0"/>
      <p:bldP spid="19" grpId="0"/>
      <p:bldP spid="2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标题 1"/>
              <p:cNvSpPr txBox="1"/>
              <p:nvPr/>
            </p:nvSpPr>
            <p:spPr>
              <a:xfrm>
                <a:off x="172860" y="586209"/>
                <a:ext cx="8559165" cy="201844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20000"/>
                  </a:lnSpc>
                </a:pPr>
                <a:r>
                  <a:rPr lang="en-US" altLang="zh-CN" sz="3000" dirty="0">
                    <a:latin typeface="Cambria Math" panose="02040503050406030204" pitchFamily="18" charset="0"/>
                    <a:ea typeface="楷体" panose="02010609060101010101" pitchFamily="49" charset="-122"/>
                    <a:cs typeface="Cambria Math" panose="02040503050406030204" pitchFamily="18" charset="0"/>
                  </a:rPr>
                  <a:t>2</a:t>
                </a:r>
                <a:r>
                  <a:rPr lang="zh-CN" altLang="en-US" sz="3000" dirty="0">
                    <a:latin typeface="Cambria Math" panose="02040503050406030204" pitchFamily="18" charset="0"/>
                    <a:ea typeface="楷体" panose="02010609060101010101" pitchFamily="49" charset="-122"/>
                    <a:cs typeface="Cambria Math" panose="02040503050406030204" pitchFamily="18" charset="0"/>
                  </a:rPr>
                  <a:t>、洛必达法则：若</a:t>
                </a:r>
                <a14:m>
                  <m:oMath xmlns:m="http://schemas.openxmlformats.org/officeDocument/2006/math">
                    <m:r>
                      <a:rPr lang="en-US" altLang="zh-CN" sz="3000" i="1">
                        <a:latin typeface="Cambria Math" panose="02040503050406030204" pitchFamily="18" charset="0"/>
                        <a:ea typeface="楷体" panose="02010609060101010101" pitchFamily="49" charset="-122"/>
                        <a:cs typeface="Cambria Math" panose="02040503050406030204" pitchFamily="18" charset="0"/>
                      </a:rPr>
                      <m:t>𝑓</m:t>
                    </m:r>
                    <m:r>
                      <a:rPr lang="en-US" altLang="zh-CN" sz="3000" i="1">
                        <a:latin typeface="Cambria Math" panose="02040503050406030204" pitchFamily="18" charset="0"/>
                        <a:ea typeface="楷体" panose="02010609060101010101" pitchFamily="49" charset="-122"/>
                        <a:cs typeface="Cambria Math" panose="02040503050406030204" pitchFamily="18" charset="0"/>
                      </a:rPr>
                      <m:t>(</m:t>
                    </m:r>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r>
                      <a:rPr lang="en-US" altLang="zh-CN" sz="3000" i="1">
                        <a:latin typeface="Cambria Math" panose="02040503050406030204" pitchFamily="18" charset="0"/>
                        <a:ea typeface="楷体" panose="02010609060101010101" pitchFamily="49" charset="-122"/>
                        <a:cs typeface="Cambria Math" panose="02040503050406030204" pitchFamily="18" charset="0"/>
                      </a:rPr>
                      <m:t>),</m:t>
                    </m:r>
                    <m:r>
                      <a:rPr lang="en-US" altLang="zh-CN" sz="3000" i="1">
                        <a:latin typeface="Cambria Math" panose="02040503050406030204" pitchFamily="18" charset="0"/>
                        <a:ea typeface="楷体" panose="02010609060101010101" pitchFamily="49" charset="-122"/>
                        <a:cs typeface="Cambria Math" panose="02040503050406030204" pitchFamily="18" charset="0"/>
                      </a:rPr>
                      <m:t>𝑔</m:t>
                    </m:r>
                    <m:r>
                      <a:rPr lang="en-US" altLang="zh-CN" sz="3000" i="1">
                        <a:latin typeface="Cambria Math" panose="02040503050406030204" pitchFamily="18" charset="0"/>
                        <a:ea typeface="楷体" panose="02010609060101010101" pitchFamily="49" charset="-122"/>
                        <a:cs typeface="Cambria Math" panose="02040503050406030204" pitchFamily="18" charset="0"/>
                      </a:rPr>
                      <m:t>(</m:t>
                    </m:r>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r>
                      <a:rPr lang="en-US" altLang="zh-CN" sz="3000" i="1">
                        <a:latin typeface="Cambria Math" panose="02040503050406030204" pitchFamily="18" charset="0"/>
                        <a:ea typeface="楷体" panose="02010609060101010101" pitchFamily="49" charset="-122"/>
                        <a:cs typeface="Cambria Math" panose="02040503050406030204" pitchFamily="18" charset="0"/>
                      </a:rPr>
                      <m:t>)</m:t>
                    </m:r>
                  </m:oMath>
                </a14:m>
                <a:r>
                  <a:rPr lang="zh-CN" altLang="en-US" sz="3000" dirty="0">
                    <a:latin typeface="Cambria Math" panose="02040503050406030204" pitchFamily="18" charset="0"/>
                    <a:ea typeface="楷体" panose="02010609060101010101" pitchFamily="49" charset="-122"/>
                    <a:cs typeface="Cambria Math" panose="02040503050406030204" pitchFamily="18" charset="0"/>
                  </a:rPr>
                  <a:t>在点</a:t>
                </a:r>
                <a14:m>
                  <m:oMath xmlns:m="http://schemas.openxmlformats.org/officeDocument/2006/math">
                    <m:sSub>
                      <m:sSub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sSub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e>
                      <m:sub>
                        <m:r>
                          <a:rPr lang="en-US" altLang="zh-CN" sz="3000" i="1">
                            <a:latin typeface="Cambria Math" panose="02040503050406030204" pitchFamily="18" charset="0"/>
                            <a:ea typeface="楷体" panose="02010609060101010101" pitchFamily="49" charset="-122"/>
                            <a:cs typeface="Cambria Math" panose="02040503050406030204" pitchFamily="18" charset="0"/>
                          </a:rPr>
                          <m:t>0</m:t>
                        </m:r>
                      </m:sub>
                    </m:sSub>
                  </m:oMath>
                </a14:m>
                <a:r>
                  <a:rPr lang="zh-CN" altLang="en-US" sz="3000" dirty="0">
                    <a:latin typeface="Cambria Math" panose="02040503050406030204" pitchFamily="18" charset="0"/>
                    <a:ea typeface="楷体" panose="02010609060101010101" pitchFamily="49" charset="-122"/>
                    <a:cs typeface="Cambria Math" panose="02040503050406030204" pitchFamily="18" charset="0"/>
                  </a:rPr>
                  <a:t>解析，且</a:t>
                </a:r>
                <a14:m>
                  <m:oMath xmlns:m="http://schemas.openxmlformats.org/officeDocument/2006/math">
                    <m:r>
                      <a:rPr lang="en-US" altLang="zh-CN" sz="3000" i="1">
                        <a:latin typeface="Cambria Math" panose="02040503050406030204" pitchFamily="18" charset="0"/>
                        <a:ea typeface="楷体" panose="02010609060101010101" pitchFamily="49" charset="-122"/>
                        <a:cs typeface="Cambria Math" panose="02040503050406030204" pitchFamily="18" charset="0"/>
                      </a:rPr>
                      <m:t>𝑓</m:t>
                    </m:r>
                    <m:r>
                      <a:rPr lang="en-US" altLang="zh-CN" sz="3000" i="1">
                        <a:latin typeface="Cambria Math" panose="02040503050406030204" pitchFamily="18" charset="0"/>
                        <a:ea typeface="楷体" panose="02010609060101010101" pitchFamily="49" charset="-122"/>
                        <a:cs typeface="Cambria Math" panose="02040503050406030204" pitchFamily="18" charset="0"/>
                      </a:rPr>
                      <m:t>(</m:t>
                    </m:r>
                    <m:sSub>
                      <m:sSub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sSub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e>
                      <m:sub>
                        <m:r>
                          <a:rPr lang="en-US" altLang="zh-CN" sz="3000" i="1">
                            <a:latin typeface="Cambria Math" panose="02040503050406030204" pitchFamily="18" charset="0"/>
                            <a:ea typeface="楷体" panose="02010609060101010101" pitchFamily="49" charset="-122"/>
                            <a:cs typeface="Cambria Math" panose="02040503050406030204" pitchFamily="18" charset="0"/>
                          </a:rPr>
                          <m:t>0</m:t>
                        </m:r>
                      </m:sub>
                    </m:sSub>
                    <m:r>
                      <a:rPr lang="en-US" altLang="zh-CN" sz="3000" i="1">
                        <a:latin typeface="Cambria Math" panose="02040503050406030204" pitchFamily="18" charset="0"/>
                        <a:ea typeface="楷体" panose="02010609060101010101" pitchFamily="49" charset="-122"/>
                        <a:cs typeface="Cambria Math" panose="02040503050406030204" pitchFamily="18" charset="0"/>
                      </a:rPr>
                      <m:t>)=</m:t>
                    </m:r>
                    <m:r>
                      <a:rPr lang="en-US" altLang="zh-CN" sz="3000" i="1">
                        <a:latin typeface="Cambria Math" panose="02040503050406030204" pitchFamily="18" charset="0"/>
                        <a:ea typeface="楷体" panose="02010609060101010101" pitchFamily="49" charset="-122"/>
                        <a:cs typeface="Cambria Math" panose="02040503050406030204" pitchFamily="18" charset="0"/>
                      </a:rPr>
                      <m:t>𝑔</m:t>
                    </m:r>
                    <m:r>
                      <a:rPr lang="en-US" altLang="zh-CN" sz="3000" i="1">
                        <a:latin typeface="Cambria Math" panose="02040503050406030204" pitchFamily="18" charset="0"/>
                        <a:ea typeface="楷体" panose="02010609060101010101" pitchFamily="49" charset="-122"/>
                        <a:cs typeface="Cambria Math" panose="02040503050406030204" pitchFamily="18" charset="0"/>
                      </a:rPr>
                      <m:t>(</m:t>
                    </m:r>
                    <m:sSub>
                      <m:sSub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sSub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e>
                      <m:sub>
                        <m:r>
                          <a:rPr lang="en-US" altLang="zh-CN" sz="3000" i="1">
                            <a:latin typeface="Cambria Math" panose="02040503050406030204" pitchFamily="18" charset="0"/>
                            <a:ea typeface="楷体" panose="02010609060101010101" pitchFamily="49" charset="-122"/>
                            <a:cs typeface="Cambria Math" panose="02040503050406030204" pitchFamily="18" charset="0"/>
                          </a:rPr>
                          <m:t>0</m:t>
                        </m:r>
                      </m:sub>
                    </m:sSub>
                    <m:r>
                      <a:rPr lang="en-US" altLang="zh-CN" sz="3000" i="1">
                        <a:latin typeface="Cambria Math" panose="02040503050406030204" pitchFamily="18" charset="0"/>
                        <a:ea typeface="楷体" panose="02010609060101010101" pitchFamily="49" charset="-122"/>
                        <a:cs typeface="Cambria Math" panose="02040503050406030204" pitchFamily="18" charset="0"/>
                      </a:rPr>
                      <m:t>)=</m:t>
                    </m:r>
                    <m:r>
                      <a:rPr lang="en-US" altLang="zh-CN" sz="3000" i="1">
                        <a:latin typeface="Cambria Math" panose="02040503050406030204" pitchFamily="18" charset="0"/>
                        <a:ea typeface="楷体" panose="02010609060101010101" pitchFamily="49" charset="-122"/>
                        <a:cs typeface="Cambria Math" panose="02040503050406030204" pitchFamily="18" charset="0"/>
                      </a:rPr>
                      <m:t>0</m:t>
                    </m:r>
                    <m:r>
                      <a:rPr lang="en-US" altLang="zh-CN" sz="3000" i="1">
                        <a:latin typeface="Cambria Math" panose="02040503050406030204" pitchFamily="18" charset="0"/>
                        <a:ea typeface="楷体" panose="02010609060101010101" pitchFamily="49" charset="-122"/>
                        <a:cs typeface="Cambria Math" panose="02040503050406030204" pitchFamily="18" charset="0"/>
                      </a:rPr>
                      <m:t>,</m:t>
                    </m:r>
                    <m:sSup>
                      <m:sSup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sSupPr>
                      <m:e>
                        <m:r>
                          <a:rPr lang="en-US" altLang="zh-CN" sz="3000" i="1">
                            <a:latin typeface="Cambria Math" panose="02040503050406030204" pitchFamily="18" charset="0"/>
                            <a:ea typeface="楷体" panose="02010609060101010101" pitchFamily="49" charset="-122"/>
                            <a:cs typeface="Cambria Math" panose="02040503050406030204" pitchFamily="18" charset="0"/>
                          </a:rPr>
                          <m:t>𝑔</m:t>
                        </m:r>
                      </m:e>
                      <m:sup>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m:t>
                        </m:r>
                      </m:sup>
                    </m:sSup>
                    <m:r>
                      <a:rPr lang="en-US" altLang="zh-CN" sz="3000" i="1">
                        <a:latin typeface="Cambria Math" panose="02040503050406030204" pitchFamily="18" charset="0"/>
                        <a:ea typeface="楷体" panose="02010609060101010101" pitchFamily="49" charset="-122"/>
                        <a:cs typeface="Cambria Math" panose="02040503050406030204" pitchFamily="18" charset="0"/>
                      </a:rPr>
                      <m:t>(</m:t>
                    </m:r>
                    <m:sSub>
                      <m:sSub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sSub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e>
                      <m:sub>
                        <m:r>
                          <a:rPr lang="en-US" altLang="zh-CN" sz="3000" i="1">
                            <a:latin typeface="Cambria Math" panose="02040503050406030204" pitchFamily="18" charset="0"/>
                            <a:ea typeface="楷体" panose="02010609060101010101" pitchFamily="49" charset="-122"/>
                            <a:cs typeface="Cambria Math" panose="02040503050406030204" pitchFamily="18" charset="0"/>
                          </a:rPr>
                          <m:t>0</m:t>
                        </m:r>
                      </m:sub>
                    </m:sSub>
                    <m:r>
                      <a:rPr lang="en-US" altLang="zh-CN" sz="3000" i="1">
                        <a:latin typeface="Cambria Math" panose="02040503050406030204" pitchFamily="18" charset="0"/>
                        <a:ea typeface="楷体" panose="02010609060101010101" pitchFamily="49" charset="-122"/>
                        <a:cs typeface="Cambria Math" panose="02040503050406030204" pitchFamily="18" charset="0"/>
                      </a:rPr>
                      <m:t>)≠</m:t>
                    </m:r>
                    <m:r>
                      <a:rPr lang="en-US" altLang="zh-CN" sz="3000" i="1">
                        <a:latin typeface="Cambria Math" panose="02040503050406030204" pitchFamily="18" charset="0"/>
                        <a:ea typeface="楷体" panose="02010609060101010101" pitchFamily="49" charset="-122"/>
                        <a:cs typeface="Cambria Math" panose="02040503050406030204" pitchFamily="18" charset="0"/>
                      </a:rPr>
                      <m:t>0</m:t>
                    </m:r>
                  </m:oMath>
                </a14:m>
                <a:r>
                  <a:rPr lang="zh-CN" altLang="en-US" sz="3000" dirty="0">
                    <a:latin typeface="Cambria Math" panose="02040503050406030204" pitchFamily="18" charset="0"/>
                    <a:ea typeface="楷体" panose="02010609060101010101" pitchFamily="49" charset="-122"/>
                    <a:cs typeface="Cambria Math" panose="02040503050406030204" pitchFamily="18" charset="0"/>
                  </a:rPr>
                  <a:t>，有</a:t>
                </a:r>
                <a14:m>
                  <m:oMath xmlns:m="http://schemas.openxmlformats.org/officeDocument/2006/math">
                    <m:func>
                      <m:func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funcPr>
                      <m:fName>
                        <m:limLow>
                          <m:limLow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limLowPr>
                          <m:e>
                            <m:r>
                              <m:rPr>
                                <m:sty m:val="p"/>
                              </m:rPr>
                              <a:rPr lang="en-US" altLang="zh-CN" sz="3000">
                                <a:latin typeface="Cambria Math" panose="02040503050406030204" pitchFamily="18" charset="0"/>
                                <a:ea typeface="楷体" panose="02010609060101010101" pitchFamily="49" charset="-122"/>
                                <a:cs typeface="Cambria Math" panose="02040503050406030204" pitchFamily="18" charset="0"/>
                              </a:rPr>
                              <m:t>lim</m:t>
                            </m:r>
                          </m:e>
                          <m:lim>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box>
                              <m:boxPr>
                                <m:noBreak m:val="on"/>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boxPr>
                              <m:e>
                                <m:groupChr>
                                  <m:groupChrPr>
                                    <m:chr m:val="→"/>
                                    <m:vertJc m:val="bot"/>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groupChrPr>
                                  <m:e/>
                                </m:groupChr>
                              </m:e>
                            </m:box>
                            <m:sSub>
                              <m:sSub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sSub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e>
                              <m:sub>
                                <m:r>
                                  <a:rPr lang="en-US" altLang="zh-CN" sz="3000" i="1">
                                    <a:latin typeface="Cambria Math" panose="02040503050406030204" pitchFamily="18" charset="0"/>
                                    <a:ea typeface="楷体" panose="02010609060101010101" pitchFamily="49" charset="-122"/>
                                    <a:cs typeface="Cambria Math" panose="02040503050406030204" pitchFamily="18" charset="0"/>
                                  </a:rPr>
                                  <m:t>0</m:t>
                                </m:r>
                              </m:sub>
                            </m:sSub>
                          </m:lim>
                        </m:limLow>
                      </m:fName>
                      <m:e>
                        <m:f>
                          <m:f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fPr>
                          <m:num>
                            <m:r>
                              <a:rPr lang="en-US" altLang="zh-CN" sz="3000" i="1">
                                <a:latin typeface="Cambria Math" panose="02040503050406030204" pitchFamily="18" charset="0"/>
                                <a:ea typeface="楷体" panose="02010609060101010101" pitchFamily="49" charset="-122"/>
                                <a:cs typeface="Cambria Math" panose="02040503050406030204" pitchFamily="18" charset="0"/>
                              </a:rPr>
                              <m:t>𝑓</m:t>
                            </m:r>
                            <m:r>
                              <a:rPr lang="en-US" altLang="zh-CN" sz="3000" i="1">
                                <a:latin typeface="Cambria Math" panose="02040503050406030204" pitchFamily="18" charset="0"/>
                                <a:ea typeface="楷体" panose="02010609060101010101" pitchFamily="49" charset="-122"/>
                                <a:cs typeface="Cambria Math" panose="02040503050406030204" pitchFamily="18" charset="0"/>
                              </a:rPr>
                              <m:t>(</m:t>
                            </m:r>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r>
                              <a:rPr lang="en-US" altLang="zh-CN" sz="3000" i="1">
                                <a:latin typeface="Cambria Math" panose="02040503050406030204" pitchFamily="18" charset="0"/>
                                <a:ea typeface="楷体" panose="02010609060101010101" pitchFamily="49" charset="-122"/>
                                <a:cs typeface="Cambria Math" panose="02040503050406030204" pitchFamily="18" charset="0"/>
                              </a:rPr>
                              <m:t>)</m:t>
                            </m:r>
                          </m:num>
                          <m:den>
                            <m:r>
                              <a:rPr lang="en-US" altLang="zh-CN" sz="3000" i="1">
                                <a:latin typeface="Cambria Math" panose="02040503050406030204" pitchFamily="18" charset="0"/>
                                <a:ea typeface="楷体" panose="02010609060101010101" pitchFamily="49" charset="-122"/>
                                <a:cs typeface="Cambria Math" panose="02040503050406030204" pitchFamily="18" charset="0"/>
                              </a:rPr>
                              <m:t>𝑔</m:t>
                            </m:r>
                            <m:r>
                              <a:rPr lang="en-US" altLang="zh-CN" sz="3000" i="1">
                                <a:latin typeface="Cambria Math" panose="02040503050406030204" pitchFamily="18" charset="0"/>
                                <a:ea typeface="楷体" panose="02010609060101010101" pitchFamily="49" charset="-122"/>
                                <a:cs typeface="Cambria Math" panose="02040503050406030204" pitchFamily="18" charset="0"/>
                              </a:rPr>
                              <m:t>(</m:t>
                            </m:r>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r>
                              <a:rPr lang="en-US" altLang="zh-CN" sz="3000" i="1">
                                <a:latin typeface="Cambria Math" panose="02040503050406030204" pitchFamily="18" charset="0"/>
                                <a:ea typeface="楷体" panose="02010609060101010101" pitchFamily="49" charset="-122"/>
                                <a:cs typeface="Cambria Math" panose="02040503050406030204" pitchFamily="18" charset="0"/>
                              </a:rPr>
                              <m:t>)</m:t>
                            </m:r>
                          </m:den>
                        </m:f>
                      </m:e>
                    </m:func>
                    <m:r>
                      <a:rPr lang="en-US" altLang="zh-CN" sz="3000" i="1">
                        <a:latin typeface="Cambria Math" panose="02040503050406030204" pitchFamily="18" charset="0"/>
                        <a:ea typeface="楷体" panose="02010609060101010101" pitchFamily="49" charset="-122"/>
                        <a:cs typeface="Cambria Math" panose="02040503050406030204" pitchFamily="18" charset="0"/>
                      </a:rPr>
                      <m:t>=</m:t>
                    </m:r>
                    <m:f>
                      <m:f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fPr>
                      <m:num>
                        <m:sSup>
                          <m:sSupPr>
                            <m:ctrlPr>
                              <a:rPr lang="en-US" altLang="zh-CN" sz="300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𝑓</m:t>
                            </m:r>
                          </m:e>
                          <m:sup>
                            <m:r>
                              <a:rPr lang="en-US" altLang="zh-CN" sz="3000" b="0" i="1" smtClean="0">
                                <a:latin typeface="Cambria Math" panose="02040503050406030204" pitchFamily="18" charset="0"/>
                                <a:ea typeface="楷体" panose="02010609060101010101" pitchFamily="49" charset="-122"/>
                              </a:rPr>
                              <m:t>′</m:t>
                            </m:r>
                          </m:sup>
                        </m:sSup>
                        <m:r>
                          <a:rPr lang="en-US" altLang="zh-CN" sz="3000" i="1">
                            <a:latin typeface="Cambria Math" panose="02040503050406030204" pitchFamily="18" charset="0"/>
                            <a:ea typeface="楷体" panose="02010609060101010101" pitchFamily="49" charset="-122"/>
                            <a:cs typeface="Cambria Math" panose="02040503050406030204" pitchFamily="18" charset="0"/>
                          </a:rPr>
                          <m:t>(</m:t>
                        </m:r>
                        <m:sSub>
                          <m:sSub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sSub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e>
                          <m:sub>
                            <m:r>
                              <a:rPr lang="en-US" altLang="zh-CN" sz="3000" i="1">
                                <a:latin typeface="Cambria Math" panose="02040503050406030204" pitchFamily="18" charset="0"/>
                                <a:ea typeface="楷体" panose="02010609060101010101" pitchFamily="49" charset="-122"/>
                                <a:cs typeface="Cambria Math" panose="02040503050406030204" pitchFamily="18" charset="0"/>
                              </a:rPr>
                              <m:t>0</m:t>
                            </m:r>
                          </m:sub>
                        </m:sSub>
                        <m:r>
                          <a:rPr lang="en-US" altLang="zh-CN" sz="3000" i="1">
                            <a:latin typeface="Cambria Math" panose="02040503050406030204" pitchFamily="18" charset="0"/>
                            <a:ea typeface="楷体" panose="02010609060101010101" pitchFamily="49" charset="-122"/>
                            <a:cs typeface="Cambria Math" panose="02040503050406030204" pitchFamily="18" charset="0"/>
                          </a:rPr>
                          <m:t>)</m:t>
                        </m:r>
                      </m:num>
                      <m:den>
                        <m:sSup>
                          <m:sSupPr>
                            <m:ctrlPr>
                              <a:rPr lang="en-US" altLang="zh-CN" sz="300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𝑔</m:t>
                            </m:r>
                          </m:e>
                          <m:sup>
                            <m:r>
                              <a:rPr lang="en-US" altLang="zh-CN" sz="3000" b="0" i="1" smtClean="0">
                                <a:latin typeface="Cambria Math" panose="02040503050406030204" pitchFamily="18" charset="0"/>
                                <a:ea typeface="楷体" panose="02010609060101010101" pitchFamily="49" charset="-122"/>
                              </a:rPr>
                              <m:t>′</m:t>
                            </m:r>
                          </m:sup>
                        </m:sSup>
                        <m:r>
                          <a:rPr lang="en-US" altLang="zh-CN" sz="3000" i="1">
                            <a:latin typeface="Cambria Math" panose="02040503050406030204" pitchFamily="18" charset="0"/>
                            <a:ea typeface="楷体" panose="02010609060101010101" pitchFamily="49" charset="-122"/>
                            <a:cs typeface="Cambria Math" panose="02040503050406030204" pitchFamily="18" charset="0"/>
                          </a:rPr>
                          <m:t>(</m:t>
                        </m:r>
                        <m:sSub>
                          <m:sSub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sSub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e>
                          <m:sub>
                            <m:r>
                              <a:rPr lang="en-US" altLang="zh-CN" sz="3000" i="1">
                                <a:latin typeface="Cambria Math" panose="02040503050406030204" pitchFamily="18" charset="0"/>
                                <a:ea typeface="楷体" panose="02010609060101010101" pitchFamily="49" charset="-122"/>
                                <a:cs typeface="Cambria Math" panose="02040503050406030204" pitchFamily="18" charset="0"/>
                              </a:rPr>
                              <m:t>0</m:t>
                            </m:r>
                          </m:sub>
                        </m:sSub>
                        <m:r>
                          <a:rPr lang="en-US" altLang="zh-CN" sz="3000" i="1">
                            <a:latin typeface="Cambria Math" panose="02040503050406030204" pitchFamily="18" charset="0"/>
                            <a:ea typeface="楷体" panose="02010609060101010101" pitchFamily="49" charset="-122"/>
                            <a:cs typeface="Cambria Math" panose="02040503050406030204" pitchFamily="18" charset="0"/>
                          </a:rPr>
                          <m:t>)</m:t>
                        </m:r>
                      </m:den>
                    </m:f>
                  </m:oMath>
                </a14:m>
                <a:endParaRPr lang="zh-CN" altLang="en-US" sz="3000"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2" name="标题 1"/>
              <p:cNvSpPr txBox="1">
                <a:spLocks noRot="1" noChangeAspect="1" noMove="1" noResize="1" noEditPoints="1" noAdjustHandles="1" noChangeArrowheads="1" noChangeShapeType="1" noTextEdit="1"/>
              </p:cNvSpPr>
              <p:nvPr/>
            </p:nvSpPr>
            <p:spPr>
              <a:xfrm>
                <a:off x="172860" y="586209"/>
                <a:ext cx="8559165" cy="2018448"/>
              </a:xfrm>
              <a:prstGeom prst="rect">
                <a:avLst/>
              </a:prstGeom>
              <a:blipFill rotWithShape="1">
                <a:blip r:embed="rId1"/>
                <a:stretch>
                  <a:fillRect l="-2" t="-5" r="2" b="26"/>
                </a:stretch>
              </a:blipFill>
            </p:spPr>
            <p:txBody>
              <a:bodyPr/>
              <a:lstStyle/>
              <a:p>
                <a:r>
                  <a:rPr lang="zh-CN" altLang="en-US">
                    <a:noFill/>
                  </a:rPr>
                  <a:t> </a:t>
                </a:r>
              </a:p>
            </p:txBody>
          </p:sp>
        </mc:Fallback>
      </mc:AlternateContent>
      <p:sp>
        <p:nvSpPr>
          <p:cNvPr id="6"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2.3 </a:t>
            </a:r>
            <a:r>
              <a:rPr lang="zh-CN" altLang="en-US" sz="1800" b="1" dirty="0">
                <a:latin typeface="楷体" panose="02010609060101010101" pitchFamily="49" charset="-122"/>
                <a:ea typeface="楷体" panose="02010609060101010101" pitchFamily="49" charset="-122"/>
              </a:rPr>
              <a:t>初等函数</a:t>
            </a:r>
            <a:endParaRPr lang="zh-CN" altLang="en-US" sz="1800" b="1" dirty="0">
              <a:latin typeface="楷体" panose="02010609060101010101" pitchFamily="49" charset="-122"/>
              <a:ea typeface="楷体" panose="02010609060101010101" pitchFamily="49" charset="-122"/>
            </a:endParaRPr>
          </a:p>
        </p:txBody>
      </p:sp>
      <p:cxnSp>
        <p:nvCxnSpPr>
          <p:cNvPr id="7" name="直接连接符 6"/>
          <p:cNvCxnSpPr/>
          <p:nvPr/>
        </p:nvCxnSpPr>
        <p:spPr>
          <a:xfrm flipV="1">
            <a:off x="0" y="573451"/>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8" name="标题 1"/>
              <p:cNvSpPr txBox="1"/>
              <p:nvPr/>
            </p:nvSpPr>
            <p:spPr>
              <a:xfrm>
                <a:off x="172860" y="2304273"/>
                <a:ext cx="5728185" cy="147700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20000"/>
                  </a:lnSpc>
                </a:pPr>
                <a14:m>
                  <m:oMathPara xmlns:m="http://schemas.openxmlformats.org/officeDocument/2006/math">
                    <m:oMathParaPr>
                      <m:jc m:val="centerGroup"/>
                    </m:oMathParaPr>
                    <m:oMath xmlns:m="http://schemas.openxmlformats.org/officeDocument/2006/math">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𝑝𝑓</m:t>
                      </m:r>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m:t>
                      </m:r>
                      <m:func>
                        <m:func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funcPr>
                        <m:fName>
                          <m:limLow>
                            <m:limLow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limLowPr>
                            <m:e>
                              <m:r>
                                <m:rPr>
                                  <m:sty m:val="p"/>
                                </m:rPr>
                                <a:rPr lang="en-US" altLang="zh-CN" sz="3000">
                                  <a:latin typeface="Cambria Math" panose="02040503050406030204" pitchFamily="18" charset="0"/>
                                  <a:ea typeface="楷体" panose="02010609060101010101" pitchFamily="49" charset="-122"/>
                                  <a:cs typeface="Cambria Math" panose="02040503050406030204" pitchFamily="18" charset="0"/>
                                </a:rPr>
                                <m:t>lim</m:t>
                              </m:r>
                            </m:e>
                            <m:lim>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r>
                                <a:rPr lang="en-US" altLang="zh-CN" sz="3000" i="1" smtClean="0">
                                  <a:latin typeface="Cambria Math" panose="02040503050406030204" pitchFamily="18" charset="0"/>
                                  <a:ea typeface="Cambria Math" panose="02040503050406030204" pitchFamily="18" charset="0"/>
                                  <a:cs typeface="Cambria Math" panose="02040503050406030204" pitchFamily="18" charset="0"/>
                                </a:rPr>
                                <m:t>→</m:t>
                              </m:r>
                              <m:sSub>
                                <m:sSub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sSub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e>
                                <m:sub>
                                  <m:r>
                                    <a:rPr lang="en-US" altLang="zh-CN" sz="3000" i="1">
                                      <a:latin typeface="Cambria Math" panose="02040503050406030204" pitchFamily="18" charset="0"/>
                                      <a:ea typeface="楷体" panose="02010609060101010101" pitchFamily="49" charset="-122"/>
                                      <a:cs typeface="Cambria Math" panose="02040503050406030204" pitchFamily="18" charset="0"/>
                                    </a:rPr>
                                    <m:t>0</m:t>
                                  </m:r>
                                </m:sub>
                              </m:sSub>
                            </m:lim>
                          </m:limLow>
                        </m:fName>
                        <m:e>
                          <m:f>
                            <m:f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fPr>
                            <m:num>
                              <m:r>
                                <a:rPr lang="en-US" altLang="zh-CN" sz="3000" i="1">
                                  <a:latin typeface="Cambria Math" panose="02040503050406030204" pitchFamily="18" charset="0"/>
                                  <a:ea typeface="楷体" panose="02010609060101010101" pitchFamily="49" charset="-122"/>
                                  <a:cs typeface="Cambria Math" panose="02040503050406030204" pitchFamily="18" charset="0"/>
                                </a:rPr>
                                <m:t>𝑓</m:t>
                              </m:r>
                              <m:r>
                                <a:rPr lang="en-US" altLang="zh-CN" sz="3000" i="1">
                                  <a:latin typeface="Cambria Math" panose="02040503050406030204" pitchFamily="18" charset="0"/>
                                  <a:ea typeface="楷体" panose="02010609060101010101" pitchFamily="49" charset="-122"/>
                                  <a:cs typeface="Cambria Math" panose="02040503050406030204" pitchFamily="18" charset="0"/>
                                </a:rPr>
                                <m:t>(</m:t>
                              </m:r>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r>
                                <a:rPr lang="en-US" altLang="zh-CN" sz="3000" i="1">
                                  <a:latin typeface="Cambria Math" panose="02040503050406030204" pitchFamily="18" charset="0"/>
                                  <a:ea typeface="楷体" panose="02010609060101010101" pitchFamily="49" charset="-122"/>
                                  <a:cs typeface="Cambria Math" panose="02040503050406030204" pitchFamily="18" charset="0"/>
                                </a:rPr>
                                <m:t>)</m:t>
                              </m:r>
                            </m:num>
                            <m:den>
                              <m:r>
                                <a:rPr lang="en-US" altLang="zh-CN" sz="3000" i="1">
                                  <a:latin typeface="Cambria Math" panose="02040503050406030204" pitchFamily="18" charset="0"/>
                                  <a:ea typeface="楷体" panose="02010609060101010101" pitchFamily="49" charset="-122"/>
                                  <a:cs typeface="Cambria Math" panose="02040503050406030204" pitchFamily="18" charset="0"/>
                                </a:rPr>
                                <m:t>𝑔</m:t>
                              </m:r>
                              <m:r>
                                <a:rPr lang="en-US" altLang="zh-CN" sz="3000" i="1">
                                  <a:latin typeface="Cambria Math" panose="02040503050406030204" pitchFamily="18" charset="0"/>
                                  <a:ea typeface="楷体" panose="02010609060101010101" pitchFamily="49" charset="-122"/>
                                  <a:cs typeface="Cambria Math" panose="02040503050406030204" pitchFamily="18" charset="0"/>
                                </a:rPr>
                                <m:t>(</m:t>
                              </m:r>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r>
                                <a:rPr lang="en-US" altLang="zh-CN" sz="3000" i="1">
                                  <a:latin typeface="Cambria Math" panose="02040503050406030204" pitchFamily="18" charset="0"/>
                                  <a:ea typeface="楷体" panose="02010609060101010101" pitchFamily="49" charset="-122"/>
                                  <a:cs typeface="Cambria Math" panose="02040503050406030204" pitchFamily="18" charset="0"/>
                                </a:rPr>
                                <m:t>)</m:t>
                              </m:r>
                            </m:den>
                          </m:f>
                        </m:e>
                      </m:func>
                      <m:r>
                        <a:rPr lang="en-US" altLang="zh-CN" sz="3000" i="1">
                          <a:latin typeface="Cambria Math" panose="02040503050406030204" pitchFamily="18" charset="0"/>
                          <a:ea typeface="楷体" panose="02010609060101010101" pitchFamily="49" charset="-122"/>
                          <a:cs typeface="Cambria Math" panose="02040503050406030204" pitchFamily="18" charset="0"/>
                        </a:rPr>
                        <m:t>=</m:t>
                      </m:r>
                      <m:func>
                        <m:func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funcPr>
                        <m:fName>
                          <m:limLow>
                            <m:limLow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limLowPr>
                            <m:e>
                              <m:r>
                                <m:rPr>
                                  <m:sty m:val="p"/>
                                </m:rPr>
                                <a:rPr lang="en-US" altLang="zh-CN" sz="3000">
                                  <a:latin typeface="Cambria Math" panose="02040503050406030204" pitchFamily="18" charset="0"/>
                                  <a:ea typeface="楷体" panose="02010609060101010101" pitchFamily="49" charset="-122"/>
                                  <a:cs typeface="Cambria Math" panose="02040503050406030204" pitchFamily="18" charset="0"/>
                                </a:rPr>
                                <m:t>lim</m:t>
                              </m:r>
                            </m:e>
                            <m:lim>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r>
                                <a:rPr lang="en-US" altLang="zh-CN" sz="3000" i="1">
                                  <a:latin typeface="Cambria Math" panose="02040503050406030204" pitchFamily="18" charset="0"/>
                                  <a:ea typeface="Cambria Math" panose="02040503050406030204" pitchFamily="18" charset="0"/>
                                  <a:cs typeface="Cambria Math" panose="02040503050406030204" pitchFamily="18" charset="0"/>
                                </a:rPr>
                                <m:t>→</m:t>
                              </m:r>
                              <m:sSub>
                                <m:sSub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sSub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e>
                                <m:sub>
                                  <m:r>
                                    <a:rPr lang="en-US" altLang="zh-CN" sz="3000" i="1">
                                      <a:latin typeface="Cambria Math" panose="02040503050406030204" pitchFamily="18" charset="0"/>
                                      <a:ea typeface="楷体" panose="02010609060101010101" pitchFamily="49" charset="-122"/>
                                      <a:cs typeface="Cambria Math" panose="02040503050406030204" pitchFamily="18" charset="0"/>
                                    </a:rPr>
                                    <m:t>0</m:t>
                                  </m:r>
                                </m:sub>
                              </m:sSub>
                            </m:lim>
                          </m:limLow>
                        </m:fName>
                        <m:e>
                          <m:f>
                            <m:f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fPr>
                            <m:num>
                              <m:r>
                                <a:rPr lang="en-US" altLang="zh-CN" sz="3000" i="1">
                                  <a:latin typeface="Cambria Math" panose="02040503050406030204" pitchFamily="18" charset="0"/>
                                  <a:ea typeface="楷体" panose="02010609060101010101" pitchFamily="49" charset="-122"/>
                                  <a:cs typeface="Cambria Math" panose="02040503050406030204" pitchFamily="18" charset="0"/>
                                </a:rPr>
                                <m:t>𝑓</m:t>
                              </m:r>
                              <m:d>
                                <m:d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d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e>
                              </m:d>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m:t>
                              </m:r>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𝑓</m:t>
                              </m:r>
                              <m:r>
                                <a:rPr lang="en-US" altLang="zh-CN" sz="3000" i="1">
                                  <a:latin typeface="Cambria Math" panose="02040503050406030204" pitchFamily="18" charset="0"/>
                                  <a:ea typeface="楷体" panose="02010609060101010101" pitchFamily="49" charset="-122"/>
                                  <a:cs typeface="Cambria Math" panose="02040503050406030204" pitchFamily="18" charset="0"/>
                                </a:rPr>
                                <m:t>(</m:t>
                              </m:r>
                              <m:sSub>
                                <m:sSub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sSub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e>
                                <m:sub>
                                  <m:r>
                                    <a:rPr lang="en-US" altLang="zh-CN" sz="3000" i="1">
                                      <a:latin typeface="Cambria Math" panose="02040503050406030204" pitchFamily="18" charset="0"/>
                                      <a:ea typeface="楷体" panose="02010609060101010101" pitchFamily="49" charset="-122"/>
                                      <a:cs typeface="Cambria Math" panose="02040503050406030204" pitchFamily="18" charset="0"/>
                                    </a:rPr>
                                    <m:t>0</m:t>
                                  </m:r>
                                </m:sub>
                              </m:sSub>
                              <m:r>
                                <a:rPr lang="en-US" altLang="zh-CN" sz="3000" i="1">
                                  <a:latin typeface="Cambria Math" panose="02040503050406030204" pitchFamily="18" charset="0"/>
                                  <a:ea typeface="楷体" panose="02010609060101010101" pitchFamily="49" charset="-122"/>
                                  <a:cs typeface="Cambria Math" panose="02040503050406030204" pitchFamily="18" charset="0"/>
                                </a:rPr>
                                <m:t>)</m:t>
                              </m:r>
                            </m:num>
                            <m:den>
                              <m:r>
                                <a:rPr lang="en-US" altLang="zh-CN" sz="3000" i="1">
                                  <a:latin typeface="Cambria Math" panose="02040503050406030204" pitchFamily="18" charset="0"/>
                                  <a:ea typeface="楷体" panose="02010609060101010101" pitchFamily="49" charset="-122"/>
                                  <a:cs typeface="Cambria Math" panose="02040503050406030204" pitchFamily="18" charset="0"/>
                                </a:rPr>
                                <m:t>𝑔</m:t>
                              </m:r>
                              <m:d>
                                <m:d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d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e>
                              </m:d>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m:t>
                              </m:r>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𝑔</m:t>
                              </m:r>
                              <m:r>
                                <a:rPr lang="en-US" altLang="zh-CN" sz="3000" i="1">
                                  <a:latin typeface="Cambria Math" panose="02040503050406030204" pitchFamily="18" charset="0"/>
                                  <a:ea typeface="楷体" panose="02010609060101010101" pitchFamily="49" charset="-122"/>
                                  <a:cs typeface="Cambria Math" panose="02040503050406030204" pitchFamily="18" charset="0"/>
                                </a:rPr>
                                <m:t>(</m:t>
                              </m:r>
                              <m:sSub>
                                <m:sSub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sSub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e>
                                <m:sub>
                                  <m:r>
                                    <a:rPr lang="en-US" altLang="zh-CN" sz="3000" i="1">
                                      <a:latin typeface="Cambria Math" panose="02040503050406030204" pitchFamily="18" charset="0"/>
                                      <a:ea typeface="楷体" panose="02010609060101010101" pitchFamily="49" charset="-122"/>
                                      <a:cs typeface="Cambria Math" panose="02040503050406030204" pitchFamily="18" charset="0"/>
                                    </a:rPr>
                                    <m:t>0</m:t>
                                  </m:r>
                                </m:sub>
                              </m:sSub>
                              <m:r>
                                <a:rPr lang="en-US" altLang="zh-CN" sz="3000" i="1">
                                  <a:latin typeface="Cambria Math" panose="02040503050406030204" pitchFamily="18" charset="0"/>
                                  <a:ea typeface="楷体" panose="02010609060101010101" pitchFamily="49" charset="-122"/>
                                  <a:cs typeface="Cambria Math" panose="02040503050406030204" pitchFamily="18" charset="0"/>
                                </a:rPr>
                                <m:t>)</m:t>
                              </m:r>
                            </m:den>
                          </m:f>
                        </m:e>
                      </m:func>
                    </m:oMath>
                  </m:oMathPara>
                </a14:m>
                <a:endParaRPr lang="zh-CN" altLang="en-US" sz="3000"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8" name="标题 1"/>
              <p:cNvSpPr txBox="1">
                <a:spLocks noRot="1" noChangeAspect="1" noMove="1" noResize="1" noEditPoints="1" noAdjustHandles="1" noChangeArrowheads="1" noChangeShapeType="1" noTextEdit="1"/>
              </p:cNvSpPr>
              <p:nvPr/>
            </p:nvSpPr>
            <p:spPr>
              <a:xfrm>
                <a:off x="172860" y="2304273"/>
                <a:ext cx="5728185" cy="1477002"/>
              </a:xfrm>
              <a:prstGeom prst="rect">
                <a:avLst/>
              </a:prstGeom>
              <a:blipFill rotWithShape="1">
                <a:blip r:embed="rId2"/>
                <a:stretch>
                  <a:fillRect l="-2" t="-33" r="11" b="3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标题 1"/>
              <p:cNvSpPr txBox="1"/>
              <p:nvPr/>
            </p:nvSpPr>
            <p:spPr>
              <a:xfrm>
                <a:off x="2184539" y="3476342"/>
                <a:ext cx="5728185" cy="147700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20000"/>
                  </a:lnSpc>
                </a:pPr>
                <a14:m>
                  <m:oMathPara xmlns:m="http://schemas.openxmlformats.org/officeDocument/2006/math">
                    <m:oMathParaPr>
                      <m:jc m:val="centerGroup"/>
                    </m:oMathParaPr>
                    <m:oMath xmlns:m="http://schemas.openxmlformats.org/officeDocument/2006/math">
                      <m:r>
                        <a:rPr lang="en-US" altLang="zh-CN" sz="3000" i="1" smtClean="0">
                          <a:latin typeface="Cambria Math" panose="02040503050406030204" pitchFamily="18" charset="0"/>
                          <a:ea typeface="楷体" panose="02010609060101010101" pitchFamily="49" charset="-122"/>
                          <a:cs typeface="Cambria Math" panose="02040503050406030204" pitchFamily="18" charset="0"/>
                        </a:rPr>
                        <m:t>=</m:t>
                      </m:r>
                      <m:func>
                        <m:func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funcPr>
                        <m:fName>
                          <m:limLow>
                            <m:limLow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limLowPr>
                            <m:e>
                              <m:r>
                                <m:rPr>
                                  <m:sty m:val="p"/>
                                </m:rPr>
                                <a:rPr lang="en-US" altLang="zh-CN" sz="3000">
                                  <a:latin typeface="Cambria Math" panose="02040503050406030204" pitchFamily="18" charset="0"/>
                                  <a:ea typeface="楷体" panose="02010609060101010101" pitchFamily="49" charset="-122"/>
                                  <a:cs typeface="Cambria Math" panose="02040503050406030204" pitchFamily="18" charset="0"/>
                                </a:rPr>
                                <m:t>lim</m:t>
                              </m:r>
                            </m:e>
                            <m:lim>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r>
                                <a:rPr lang="en-US" altLang="zh-CN" sz="3000" i="1">
                                  <a:latin typeface="Cambria Math" panose="02040503050406030204" pitchFamily="18" charset="0"/>
                                  <a:ea typeface="Cambria Math" panose="02040503050406030204" pitchFamily="18" charset="0"/>
                                  <a:cs typeface="Cambria Math" panose="02040503050406030204" pitchFamily="18" charset="0"/>
                                </a:rPr>
                                <m:t>→</m:t>
                              </m:r>
                              <m:sSub>
                                <m:sSub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sSub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e>
                                <m:sub>
                                  <m:r>
                                    <a:rPr lang="en-US" altLang="zh-CN" sz="3000" i="1">
                                      <a:latin typeface="Cambria Math" panose="02040503050406030204" pitchFamily="18" charset="0"/>
                                      <a:ea typeface="楷体" panose="02010609060101010101" pitchFamily="49" charset="-122"/>
                                      <a:cs typeface="Cambria Math" panose="02040503050406030204" pitchFamily="18" charset="0"/>
                                    </a:rPr>
                                    <m:t>0</m:t>
                                  </m:r>
                                </m:sub>
                              </m:sSub>
                            </m:lim>
                          </m:limLow>
                        </m:fName>
                        <m:e>
                          <m:f>
                            <m:f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fPr>
                            <m:num>
                              <m:d>
                                <m:dPr>
                                  <m:begChr m:val="["/>
                                  <m:endChr m:val="]"/>
                                  <m:ctrlP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ctrlPr>
                                </m:dPr>
                                <m:e>
                                  <m:r>
                                    <a:rPr lang="en-US" altLang="zh-CN" sz="3000" i="1">
                                      <a:latin typeface="Cambria Math" panose="02040503050406030204" pitchFamily="18" charset="0"/>
                                      <a:ea typeface="楷体" panose="02010609060101010101" pitchFamily="49" charset="-122"/>
                                      <a:cs typeface="Cambria Math" panose="02040503050406030204" pitchFamily="18" charset="0"/>
                                    </a:rPr>
                                    <m:t>𝑓</m:t>
                                  </m:r>
                                  <m:d>
                                    <m:d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d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e>
                                  </m:d>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m:t>
                                  </m:r>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𝑓</m:t>
                                  </m:r>
                                  <m:d>
                                    <m:dPr>
                                      <m:ctrlP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ctrlPr>
                                    </m:dPr>
                                    <m:e>
                                      <m:sSub>
                                        <m:sSub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sSub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e>
                                        <m:sub>
                                          <m:r>
                                            <a:rPr lang="en-US" altLang="zh-CN" sz="3000" i="1">
                                              <a:latin typeface="Cambria Math" panose="02040503050406030204" pitchFamily="18" charset="0"/>
                                              <a:ea typeface="楷体" panose="02010609060101010101" pitchFamily="49" charset="-122"/>
                                              <a:cs typeface="Cambria Math" panose="02040503050406030204" pitchFamily="18" charset="0"/>
                                            </a:rPr>
                                            <m:t>0</m:t>
                                          </m:r>
                                        </m:sub>
                                      </m:sSub>
                                    </m:e>
                                  </m:d>
                                </m:e>
                              </m:d>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m:t>
                              </m:r>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𝑧</m:t>
                              </m:r>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m:t>
                              </m:r>
                              <m:sSub>
                                <m:sSub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sSub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e>
                                <m:sub>
                                  <m:r>
                                    <a:rPr lang="en-US" altLang="zh-CN" sz="3000" i="1">
                                      <a:latin typeface="Cambria Math" panose="02040503050406030204" pitchFamily="18" charset="0"/>
                                      <a:ea typeface="楷体" panose="02010609060101010101" pitchFamily="49" charset="-122"/>
                                      <a:cs typeface="Cambria Math" panose="02040503050406030204" pitchFamily="18" charset="0"/>
                                    </a:rPr>
                                    <m:t>0</m:t>
                                  </m:r>
                                </m:sub>
                              </m:sSub>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m:t>
                              </m:r>
                            </m:num>
                            <m:den>
                              <m:d>
                                <m:dPr>
                                  <m:begChr m:val="["/>
                                  <m:endChr m:val="]"/>
                                  <m:ctrlP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ctrlPr>
                                </m:dPr>
                                <m:e>
                                  <m:r>
                                    <a:rPr lang="en-US" altLang="zh-CN" sz="3000" i="1">
                                      <a:latin typeface="Cambria Math" panose="02040503050406030204" pitchFamily="18" charset="0"/>
                                      <a:ea typeface="楷体" panose="02010609060101010101" pitchFamily="49" charset="-122"/>
                                      <a:cs typeface="Cambria Math" panose="02040503050406030204" pitchFamily="18" charset="0"/>
                                    </a:rPr>
                                    <m:t>𝑔</m:t>
                                  </m:r>
                                  <m:d>
                                    <m:d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d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e>
                                  </m:d>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m:t>
                                  </m:r>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𝑔</m:t>
                                  </m:r>
                                  <m:d>
                                    <m:dPr>
                                      <m:ctrlP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ctrlPr>
                                    </m:dPr>
                                    <m:e>
                                      <m:sSub>
                                        <m:sSub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sSub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e>
                                        <m:sub>
                                          <m:r>
                                            <a:rPr lang="en-US" altLang="zh-CN" sz="3000" i="1">
                                              <a:latin typeface="Cambria Math" panose="02040503050406030204" pitchFamily="18" charset="0"/>
                                              <a:ea typeface="楷体" panose="02010609060101010101" pitchFamily="49" charset="-122"/>
                                              <a:cs typeface="Cambria Math" panose="02040503050406030204" pitchFamily="18" charset="0"/>
                                            </a:rPr>
                                            <m:t>0</m:t>
                                          </m:r>
                                        </m:sub>
                                      </m:sSub>
                                    </m:e>
                                  </m:d>
                                </m:e>
                              </m:d>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m:t>
                              </m:r>
                              <m:r>
                                <a:rPr lang="en-US" altLang="zh-CN" sz="3000" i="1">
                                  <a:latin typeface="Cambria Math" panose="02040503050406030204" pitchFamily="18" charset="0"/>
                                  <a:ea typeface="楷体" panose="02010609060101010101" pitchFamily="49" charset="-122"/>
                                  <a:cs typeface="Cambria Math" panose="02040503050406030204" pitchFamily="18" charset="0"/>
                                </a:rPr>
                                <m:t>/(</m:t>
                              </m:r>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r>
                                <a:rPr lang="en-US" altLang="zh-CN" sz="3000" i="1">
                                  <a:latin typeface="Cambria Math" panose="02040503050406030204" pitchFamily="18" charset="0"/>
                                  <a:ea typeface="楷体" panose="02010609060101010101" pitchFamily="49" charset="-122"/>
                                  <a:cs typeface="Cambria Math" panose="02040503050406030204" pitchFamily="18" charset="0"/>
                                </a:rPr>
                                <m:t>−</m:t>
                              </m:r>
                              <m:sSub>
                                <m:sSub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sSub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e>
                                <m:sub>
                                  <m:r>
                                    <a:rPr lang="en-US" altLang="zh-CN" sz="3000" i="1">
                                      <a:latin typeface="Cambria Math" panose="02040503050406030204" pitchFamily="18" charset="0"/>
                                      <a:ea typeface="楷体" panose="02010609060101010101" pitchFamily="49" charset="-122"/>
                                      <a:cs typeface="Cambria Math" panose="02040503050406030204" pitchFamily="18" charset="0"/>
                                    </a:rPr>
                                    <m:t>0</m:t>
                                  </m:r>
                                </m:sub>
                              </m:sSub>
                              <m:r>
                                <a:rPr lang="en-US" altLang="zh-CN" sz="3000" i="1">
                                  <a:latin typeface="Cambria Math" panose="02040503050406030204" pitchFamily="18" charset="0"/>
                                  <a:ea typeface="楷体" panose="02010609060101010101" pitchFamily="49" charset="-122"/>
                                  <a:cs typeface="Cambria Math" panose="02040503050406030204" pitchFamily="18" charset="0"/>
                                </a:rPr>
                                <m:t>)</m:t>
                              </m:r>
                            </m:den>
                          </m:f>
                        </m:e>
                      </m:func>
                    </m:oMath>
                  </m:oMathPara>
                </a14:m>
                <a:endParaRPr lang="zh-CN" altLang="en-US" sz="3000"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3" name="标题 1"/>
              <p:cNvSpPr txBox="1">
                <a:spLocks noRot="1" noChangeAspect="1" noMove="1" noResize="1" noEditPoints="1" noAdjustHandles="1" noChangeArrowheads="1" noChangeShapeType="1" noTextEdit="1"/>
              </p:cNvSpPr>
              <p:nvPr/>
            </p:nvSpPr>
            <p:spPr>
              <a:xfrm>
                <a:off x="2184539" y="3476342"/>
                <a:ext cx="5728185" cy="1477002"/>
              </a:xfrm>
              <a:prstGeom prst="rect">
                <a:avLst/>
              </a:prstGeom>
              <a:blipFill rotWithShape="1">
                <a:blip r:embed="rId3"/>
                <a:stretch>
                  <a:fillRect l="-2" t="-24" r="11" b="2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标题 1"/>
              <p:cNvSpPr txBox="1"/>
              <p:nvPr/>
            </p:nvSpPr>
            <p:spPr>
              <a:xfrm>
                <a:off x="2221436" y="4846338"/>
                <a:ext cx="1854863" cy="147700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20000"/>
                  </a:lnSpc>
                </a:pPr>
                <a14:m>
                  <m:oMathPara xmlns:m="http://schemas.openxmlformats.org/officeDocument/2006/math">
                    <m:oMathParaPr>
                      <m:jc m:val="centerGroup"/>
                    </m:oMathParaPr>
                    <m:oMath xmlns:m="http://schemas.openxmlformats.org/officeDocument/2006/math">
                      <m:r>
                        <a:rPr lang="en-US" altLang="zh-CN" sz="3000" i="1" smtClean="0">
                          <a:latin typeface="Cambria Math" panose="02040503050406030204" pitchFamily="18" charset="0"/>
                          <a:ea typeface="楷体" panose="02010609060101010101" pitchFamily="49" charset="-122"/>
                          <a:cs typeface="Cambria Math" panose="02040503050406030204" pitchFamily="18" charset="0"/>
                        </a:rPr>
                        <m:t>=</m:t>
                      </m:r>
                      <m:f>
                        <m:f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fPr>
                        <m:num>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𝑓</m:t>
                              </m:r>
                            </m:e>
                            <m:sup>
                              <m:r>
                                <a:rPr lang="en-US" altLang="zh-CN" sz="3000" i="1">
                                  <a:latin typeface="Cambria Math" panose="02040503050406030204" pitchFamily="18" charset="0"/>
                                  <a:ea typeface="楷体" panose="02010609060101010101" pitchFamily="49" charset="-122"/>
                                </a:rPr>
                                <m:t>′</m:t>
                              </m:r>
                            </m:sup>
                          </m:sSup>
                          <m:r>
                            <a:rPr lang="en-US" altLang="zh-CN" sz="3000" i="1">
                              <a:latin typeface="Cambria Math" panose="02040503050406030204" pitchFamily="18" charset="0"/>
                              <a:ea typeface="楷体" panose="02010609060101010101" pitchFamily="49" charset="-122"/>
                              <a:cs typeface="Cambria Math" panose="02040503050406030204" pitchFamily="18" charset="0"/>
                            </a:rPr>
                            <m:t>(</m:t>
                          </m:r>
                          <m:sSub>
                            <m:sSub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sSub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e>
                            <m:sub>
                              <m:r>
                                <a:rPr lang="en-US" altLang="zh-CN" sz="3000" i="1">
                                  <a:latin typeface="Cambria Math" panose="02040503050406030204" pitchFamily="18" charset="0"/>
                                  <a:ea typeface="楷体" panose="02010609060101010101" pitchFamily="49" charset="-122"/>
                                  <a:cs typeface="Cambria Math" panose="02040503050406030204" pitchFamily="18" charset="0"/>
                                </a:rPr>
                                <m:t>0</m:t>
                              </m:r>
                            </m:sub>
                          </m:sSub>
                          <m:r>
                            <a:rPr lang="en-US" altLang="zh-CN" sz="3000" i="1">
                              <a:latin typeface="Cambria Math" panose="02040503050406030204" pitchFamily="18" charset="0"/>
                              <a:ea typeface="楷体" panose="02010609060101010101" pitchFamily="49" charset="-122"/>
                              <a:cs typeface="Cambria Math" panose="02040503050406030204" pitchFamily="18" charset="0"/>
                            </a:rPr>
                            <m:t>)</m:t>
                          </m:r>
                        </m:num>
                        <m:den>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𝑔</m:t>
                              </m:r>
                            </m:e>
                            <m:sup>
                              <m:r>
                                <a:rPr lang="en-US" altLang="zh-CN" sz="3000" i="1">
                                  <a:latin typeface="Cambria Math" panose="02040503050406030204" pitchFamily="18" charset="0"/>
                                  <a:ea typeface="楷体" panose="02010609060101010101" pitchFamily="49" charset="-122"/>
                                </a:rPr>
                                <m:t>′</m:t>
                              </m:r>
                            </m:sup>
                          </m:sSup>
                          <m:r>
                            <a:rPr lang="en-US" altLang="zh-CN" sz="3000" i="1">
                              <a:latin typeface="Cambria Math" panose="02040503050406030204" pitchFamily="18" charset="0"/>
                              <a:ea typeface="楷体" panose="02010609060101010101" pitchFamily="49" charset="-122"/>
                              <a:cs typeface="Cambria Math" panose="02040503050406030204" pitchFamily="18" charset="0"/>
                            </a:rPr>
                            <m:t>(</m:t>
                          </m:r>
                          <m:sSub>
                            <m:sSub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sSub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e>
                            <m:sub>
                              <m:r>
                                <a:rPr lang="en-US" altLang="zh-CN" sz="3000" i="1">
                                  <a:latin typeface="Cambria Math" panose="02040503050406030204" pitchFamily="18" charset="0"/>
                                  <a:ea typeface="楷体" panose="02010609060101010101" pitchFamily="49" charset="-122"/>
                                  <a:cs typeface="Cambria Math" panose="02040503050406030204" pitchFamily="18" charset="0"/>
                                </a:rPr>
                                <m:t>0</m:t>
                              </m:r>
                            </m:sub>
                          </m:sSub>
                          <m:r>
                            <a:rPr lang="en-US" altLang="zh-CN" sz="3000" i="1">
                              <a:latin typeface="Cambria Math" panose="02040503050406030204" pitchFamily="18" charset="0"/>
                              <a:ea typeface="楷体" panose="02010609060101010101" pitchFamily="49" charset="-122"/>
                              <a:cs typeface="Cambria Math" panose="02040503050406030204" pitchFamily="18" charset="0"/>
                            </a:rPr>
                            <m:t>)</m:t>
                          </m:r>
                        </m:den>
                      </m:f>
                    </m:oMath>
                  </m:oMathPara>
                </a14:m>
                <a:endParaRPr lang="zh-CN" altLang="en-US" sz="3000"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4" name="标题 1"/>
              <p:cNvSpPr txBox="1">
                <a:spLocks noRot="1" noChangeAspect="1" noMove="1" noResize="1" noEditPoints="1" noAdjustHandles="1" noChangeArrowheads="1" noChangeShapeType="1" noTextEdit="1"/>
              </p:cNvSpPr>
              <p:nvPr/>
            </p:nvSpPr>
            <p:spPr>
              <a:xfrm>
                <a:off x="2221436" y="4846338"/>
                <a:ext cx="1854863" cy="1477002"/>
              </a:xfrm>
              <a:prstGeom prst="rect">
                <a:avLst/>
              </a:prstGeom>
              <a:blipFill rotWithShape="1">
                <a:blip r:embed="rId4"/>
                <a:stretch>
                  <a:fillRect l="-11" t="-1" r="13" b="1"/>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P spid="3" grpId="0"/>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标题 1"/>
              <p:cNvSpPr txBox="1"/>
              <p:nvPr/>
            </p:nvSpPr>
            <p:spPr>
              <a:xfrm>
                <a:off x="117273" y="748137"/>
                <a:ext cx="8559165" cy="995363"/>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3000" dirty="0">
                    <a:latin typeface="Cambria Math" panose="02040503050406030204" pitchFamily="18" charset="0"/>
                    <a:ea typeface="楷体" panose="02010609060101010101" pitchFamily="49" charset="-122"/>
                    <a:cs typeface="Cambria Math" panose="02040503050406030204" pitchFamily="18" charset="0"/>
                  </a:rPr>
                  <a:t>3</a:t>
                </a:r>
                <a:r>
                  <a:rPr lang="zh-CN" altLang="en-US" sz="3000" dirty="0">
                    <a:latin typeface="Cambria Math" panose="02040503050406030204" pitchFamily="18" charset="0"/>
                    <a:ea typeface="楷体" panose="02010609060101010101" pitchFamily="49" charset="-122"/>
                    <a:cs typeface="Cambria Math" panose="02040503050406030204" pitchFamily="18" charset="0"/>
                  </a:rPr>
                  <a:t>、</a:t>
                </a:r>
                <a:r>
                  <a:rPr lang="en-US" altLang="zh-CN" sz="3000" dirty="0">
                    <a:latin typeface="Cambria Math" panose="02040503050406030204" pitchFamily="18" charset="0"/>
                    <a:ea typeface="楷体" panose="02010609060101010101" pitchFamily="49" charset="-122"/>
                    <a:cs typeface="Cambria Math" panose="02040503050406030204" pitchFamily="18" charset="0"/>
                  </a:rPr>
                  <a:t>Bernoulli</a:t>
                </a:r>
                <a:r>
                  <a:rPr lang="zh-CN" altLang="en-US" sz="3000" dirty="0">
                    <a:latin typeface="Cambria Math" panose="02040503050406030204" pitchFamily="18" charset="0"/>
                    <a:ea typeface="楷体" panose="02010609060101010101" pitchFamily="49" charset="-122"/>
                    <a:cs typeface="Cambria Math" panose="02040503050406030204" pitchFamily="18" charset="0"/>
                  </a:rPr>
                  <a:t>悖论：对</a:t>
                </a:r>
                <a14:m>
                  <m:oMath xmlns:m="http://schemas.openxmlformats.org/officeDocument/2006/math">
                    <m:r>
                      <a:rPr lang="en-US" altLang="zh-CN" sz="3000" i="1">
                        <a:latin typeface="Cambria Math" panose="02040503050406030204" pitchFamily="18" charset="0"/>
                        <a:ea typeface="楷体" panose="02010609060101010101" pitchFamily="49" charset="-122"/>
                        <a:cs typeface="Cambria Math" panose="02040503050406030204" pitchFamily="18" charset="0"/>
                      </a:rPr>
                      <m:t>∀</m:t>
                    </m:r>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r>
                      <a:rPr lang="en-US" altLang="zh-CN" sz="3000" i="1">
                        <a:latin typeface="Cambria Math" panose="02040503050406030204" pitchFamily="18" charset="0"/>
                        <a:ea typeface="楷体" panose="02010609060101010101" pitchFamily="49" charset="-122"/>
                        <a:cs typeface="Cambria Math" panose="02040503050406030204" pitchFamily="18" charset="0"/>
                      </a:rPr>
                      <m:t>≠</m:t>
                    </m:r>
                    <m:r>
                      <a:rPr lang="en-US" altLang="zh-CN" sz="3000" i="1">
                        <a:latin typeface="Cambria Math" panose="02040503050406030204" pitchFamily="18" charset="0"/>
                        <a:ea typeface="楷体" panose="02010609060101010101" pitchFamily="49" charset="-122"/>
                        <a:cs typeface="Cambria Math" panose="02040503050406030204" pitchFamily="18" charset="0"/>
                      </a:rPr>
                      <m:t>0</m:t>
                    </m:r>
                  </m:oMath>
                </a14:m>
                <a:r>
                  <a:rPr lang="zh-CN" altLang="en-US" sz="3000" dirty="0">
                    <a:latin typeface="Cambria Math" panose="02040503050406030204" pitchFamily="18" charset="0"/>
                    <a:ea typeface="楷体" panose="02010609060101010101" pitchFamily="49" charset="-122"/>
                    <a:cs typeface="Cambria Math" panose="02040503050406030204" pitchFamily="18" charset="0"/>
                  </a:rPr>
                  <a:t>，有</a:t>
                </a:r>
                <a14:m>
                  <m:oMath xmlns:m="http://schemas.openxmlformats.org/officeDocument/2006/math">
                    <m:r>
                      <a:rPr lang="en-US" altLang="zh-CN" sz="3000" i="1">
                        <a:latin typeface="Cambria Math" panose="02040503050406030204" pitchFamily="18" charset="0"/>
                        <a:ea typeface="楷体" panose="02010609060101010101" pitchFamily="49" charset="-122"/>
                        <a:cs typeface="Cambria Math" panose="02040503050406030204" pitchFamily="18" charset="0"/>
                      </a:rPr>
                      <m:t>𝐿𝑛</m:t>
                    </m:r>
                    <m:r>
                      <a:rPr lang="en-US" altLang="zh-CN" sz="3000" i="1">
                        <a:latin typeface="Cambria Math" panose="02040503050406030204" pitchFamily="18" charset="0"/>
                        <a:ea typeface="楷体" panose="02010609060101010101" pitchFamily="49" charset="-122"/>
                        <a:cs typeface="Cambria Math" panose="02040503050406030204" pitchFamily="18" charset="0"/>
                      </a:rPr>
                      <m:t>(−</m:t>
                    </m:r>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r>
                      <a:rPr lang="en-US" altLang="zh-CN" sz="3000" i="1">
                        <a:latin typeface="Cambria Math" panose="02040503050406030204" pitchFamily="18" charset="0"/>
                        <a:ea typeface="楷体" panose="02010609060101010101" pitchFamily="49" charset="-122"/>
                        <a:cs typeface="Cambria Math" panose="02040503050406030204" pitchFamily="18" charset="0"/>
                      </a:rPr>
                      <m:t>)=</m:t>
                    </m:r>
                    <m:r>
                      <a:rPr lang="en-US" altLang="zh-CN" sz="3000" i="1">
                        <a:latin typeface="Cambria Math" panose="02040503050406030204" pitchFamily="18" charset="0"/>
                        <a:ea typeface="楷体" panose="02010609060101010101" pitchFamily="49" charset="-122"/>
                        <a:cs typeface="Cambria Math" panose="02040503050406030204" pitchFamily="18" charset="0"/>
                      </a:rPr>
                      <m:t>𝐿𝑛𝑧</m:t>
                    </m:r>
                  </m:oMath>
                </a14:m>
                <a:r>
                  <a:rPr lang="zh-CN" altLang="en-US" sz="3000" dirty="0">
                    <a:latin typeface="Cambria Math" panose="02040503050406030204" pitchFamily="18" charset="0"/>
                    <a:ea typeface="楷体" panose="02010609060101010101" pitchFamily="49" charset="-122"/>
                    <a:cs typeface="Cambria Math" panose="02040503050406030204" pitchFamily="18" charset="0"/>
                  </a:rPr>
                  <a:t>。指出这个悖论证明中的错误：</a:t>
                </a:r>
                <a:endParaRPr lang="zh-CN" altLang="en-US" sz="3000"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2" name="标题 1"/>
              <p:cNvSpPr txBox="1">
                <a:spLocks noRot="1" noChangeAspect="1" noMove="1" noResize="1" noEditPoints="1" noAdjustHandles="1" noChangeArrowheads="1" noChangeShapeType="1" noTextEdit="1"/>
              </p:cNvSpPr>
              <p:nvPr/>
            </p:nvSpPr>
            <p:spPr>
              <a:xfrm>
                <a:off x="117273" y="748137"/>
                <a:ext cx="8559165" cy="995363"/>
              </a:xfrm>
              <a:prstGeom prst="rect">
                <a:avLst/>
              </a:prstGeom>
              <a:blipFill rotWithShape="1">
                <a:blip r:embed="rId1"/>
                <a:stretch>
                  <a:fillRect l="-5" t="-18894" r="5" b="-1890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标题 1"/>
              <p:cNvSpPr txBox="1"/>
              <p:nvPr/>
            </p:nvSpPr>
            <p:spPr>
              <a:xfrm>
                <a:off x="634605" y="1964854"/>
                <a:ext cx="5935354" cy="1435694"/>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i="1">
                          <a:latin typeface="Cambria Math" panose="02040503050406030204" pitchFamily="18" charset="0"/>
                          <a:ea typeface="楷体" panose="02010609060101010101" pitchFamily="49" charset="-122"/>
                          <a:cs typeface="Cambria Math" panose="02040503050406030204" pitchFamily="18" charset="0"/>
                        </a:rPr>
                        <m:t>∵</m:t>
                      </m:r>
                      <m:sSup>
                        <m:sSup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sSupPr>
                        <m:e>
                          <m:r>
                            <a:rPr lang="en-US" altLang="zh-CN" sz="3000" i="1">
                              <a:latin typeface="Cambria Math" panose="02040503050406030204" pitchFamily="18" charset="0"/>
                              <a:ea typeface="楷体" panose="02010609060101010101" pitchFamily="49" charset="-122"/>
                              <a:cs typeface="Cambria Math" panose="02040503050406030204" pitchFamily="18" charset="0"/>
                            </a:rPr>
                            <m:t>(−</m:t>
                          </m:r>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r>
                            <a:rPr lang="en-US" altLang="zh-CN" sz="3000" i="1">
                              <a:latin typeface="Cambria Math" panose="02040503050406030204" pitchFamily="18" charset="0"/>
                              <a:ea typeface="楷体" panose="02010609060101010101" pitchFamily="49" charset="-122"/>
                              <a:cs typeface="Cambria Math" panose="02040503050406030204" pitchFamily="18" charset="0"/>
                            </a:rPr>
                            <m:t>)</m:t>
                          </m:r>
                        </m:e>
                        <m:sup>
                          <m:r>
                            <a:rPr lang="en-US" altLang="zh-CN" sz="3000" i="1">
                              <a:latin typeface="Cambria Math" panose="02040503050406030204" pitchFamily="18" charset="0"/>
                              <a:ea typeface="楷体" panose="02010609060101010101" pitchFamily="49" charset="-122"/>
                              <a:cs typeface="Cambria Math" panose="02040503050406030204" pitchFamily="18" charset="0"/>
                            </a:rPr>
                            <m:t>2</m:t>
                          </m:r>
                        </m:sup>
                      </m:sSup>
                      <m:r>
                        <a:rPr lang="en-US" altLang="zh-CN" sz="3000" i="1">
                          <a:latin typeface="Cambria Math" panose="02040503050406030204" pitchFamily="18" charset="0"/>
                          <a:ea typeface="楷体" panose="02010609060101010101" pitchFamily="49" charset="-122"/>
                          <a:cs typeface="Cambria Math" panose="02040503050406030204" pitchFamily="18" charset="0"/>
                        </a:rPr>
                        <m:t>=</m:t>
                      </m:r>
                      <m:sSup>
                        <m:sSup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sSup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e>
                        <m:sup>
                          <m:r>
                            <a:rPr lang="en-US" altLang="zh-CN" sz="3000" i="1">
                              <a:latin typeface="Cambria Math" panose="02040503050406030204" pitchFamily="18" charset="0"/>
                              <a:ea typeface="楷体" panose="02010609060101010101" pitchFamily="49" charset="-122"/>
                              <a:cs typeface="Cambria Math" panose="02040503050406030204" pitchFamily="18" charset="0"/>
                            </a:rPr>
                            <m:t>2</m:t>
                          </m:r>
                        </m:sup>
                      </m:sSup>
                      <m:r>
                        <a:rPr lang="en-US" altLang="zh-CN" sz="3000" i="1">
                          <a:latin typeface="Cambria Math" panose="02040503050406030204" pitchFamily="18" charset="0"/>
                          <a:ea typeface="楷体" panose="02010609060101010101" pitchFamily="49" charset="-122"/>
                          <a:cs typeface="Cambria Math" panose="02040503050406030204" pitchFamily="18" charset="0"/>
                        </a:rPr>
                        <m:t>∴</m:t>
                      </m:r>
                      <m:r>
                        <a:rPr lang="en-US" altLang="zh-CN" sz="3000" i="1">
                          <a:latin typeface="Cambria Math" panose="02040503050406030204" pitchFamily="18" charset="0"/>
                          <a:ea typeface="楷体" panose="02010609060101010101" pitchFamily="49" charset="-122"/>
                          <a:cs typeface="Cambria Math" panose="02040503050406030204" pitchFamily="18" charset="0"/>
                        </a:rPr>
                        <m:t>𝐿𝑛</m:t>
                      </m:r>
                      <m:sSup>
                        <m:sSup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sSupPr>
                        <m:e>
                          <m:r>
                            <a:rPr lang="en-US" altLang="zh-CN" sz="3000" i="1">
                              <a:latin typeface="Cambria Math" panose="02040503050406030204" pitchFamily="18" charset="0"/>
                              <a:ea typeface="楷体" panose="02010609060101010101" pitchFamily="49" charset="-122"/>
                              <a:cs typeface="Cambria Math" panose="02040503050406030204" pitchFamily="18" charset="0"/>
                            </a:rPr>
                            <m:t>(−</m:t>
                          </m:r>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r>
                            <a:rPr lang="en-US" altLang="zh-CN" sz="3000" i="1">
                              <a:latin typeface="Cambria Math" panose="02040503050406030204" pitchFamily="18" charset="0"/>
                              <a:ea typeface="楷体" panose="02010609060101010101" pitchFamily="49" charset="-122"/>
                              <a:cs typeface="Cambria Math" panose="02040503050406030204" pitchFamily="18" charset="0"/>
                            </a:rPr>
                            <m:t>)</m:t>
                          </m:r>
                        </m:e>
                        <m:sup>
                          <m:r>
                            <a:rPr lang="en-US" altLang="zh-CN" sz="3000" i="1">
                              <a:latin typeface="Cambria Math" panose="02040503050406030204" pitchFamily="18" charset="0"/>
                              <a:ea typeface="楷体" panose="02010609060101010101" pitchFamily="49" charset="-122"/>
                              <a:cs typeface="Cambria Math" panose="02040503050406030204" pitchFamily="18" charset="0"/>
                            </a:rPr>
                            <m:t>2</m:t>
                          </m:r>
                        </m:sup>
                      </m:sSup>
                      <m:r>
                        <a:rPr lang="en-US" altLang="zh-CN" sz="3000" i="1">
                          <a:latin typeface="Cambria Math" panose="02040503050406030204" pitchFamily="18" charset="0"/>
                          <a:ea typeface="楷体" panose="02010609060101010101" pitchFamily="49" charset="-122"/>
                          <a:cs typeface="Cambria Math" panose="02040503050406030204" pitchFamily="18" charset="0"/>
                        </a:rPr>
                        <m:t>=</m:t>
                      </m:r>
                      <m:r>
                        <a:rPr lang="en-US" altLang="zh-CN" sz="3000" i="1">
                          <a:latin typeface="Cambria Math" panose="02040503050406030204" pitchFamily="18" charset="0"/>
                          <a:ea typeface="楷体" panose="02010609060101010101" pitchFamily="49" charset="-122"/>
                          <a:cs typeface="Cambria Math" panose="02040503050406030204" pitchFamily="18" charset="0"/>
                        </a:rPr>
                        <m:t>𝐿𝑛</m:t>
                      </m:r>
                      <m:sSup>
                        <m:sSup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sSupPr>
                        <m:e>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e>
                        <m:sup>
                          <m:r>
                            <a:rPr lang="en-US" altLang="zh-CN" sz="3000" i="1">
                              <a:latin typeface="Cambria Math" panose="02040503050406030204" pitchFamily="18" charset="0"/>
                              <a:ea typeface="楷体" panose="02010609060101010101" pitchFamily="49" charset="-122"/>
                              <a:cs typeface="Cambria Math" panose="02040503050406030204" pitchFamily="18" charset="0"/>
                            </a:rPr>
                            <m:t>2</m:t>
                          </m:r>
                        </m:sup>
                      </m:sSup>
                      <m:r>
                        <a:rPr lang="en-US" altLang="zh-CN" sz="3000" i="1">
                          <a:latin typeface="Cambria Math" panose="02040503050406030204" pitchFamily="18" charset="0"/>
                          <a:ea typeface="楷体" panose="02010609060101010101" pitchFamily="49" charset="-122"/>
                          <a:cs typeface="Cambria Math" panose="02040503050406030204" pitchFamily="18" charset="0"/>
                        </a:rPr>
                        <m:t>∴</m:t>
                      </m:r>
                      <m:r>
                        <a:rPr lang="en-US" altLang="zh-CN" sz="3000" i="1">
                          <a:latin typeface="Cambria Math" panose="02040503050406030204" pitchFamily="18" charset="0"/>
                          <a:ea typeface="楷体" panose="02010609060101010101" pitchFamily="49" charset="-122"/>
                          <a:cs typeface="Cambria Math" panose="02040503050406030204" pitchFamily="18" charset="0"/>
                        </a:rPr>
                        <m:t>𝐿𝑛</m:t>
                      </m:r>
                      <m:r>
                        <a:rPr lang="en-US" altLang="zh-CN" sz="3000" i="1">
                          <a:latin typeface="Cambria Math" panose="02040503050406030204" pitchFamily="18" charset="0"/>
                          <a:ea typeface="楷体" panose="02010609060101010101" pitchFamily="49" charset="-122"/>
                          <a:cs typeface="Cambria Math" panose="02040503050406030204" pitchFamily="18" charset="0"/>
                        </a:rPr>
                        <m:t>(−</m:t>
                      </m:r>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r>
                        <a:rPr lang="en-US" altLang="zh-CN" sz="3000" i="1">
                          <a:latin typeface="Cambria Math" panose="02040503050406030204" pitchFamily="18" charset="0"/>
                          <a:ea typeface="楷体" panose="02010609060101010101" pitchFamily="49" charset="-122"/>
                          <a:cs typeface="Cambria Math" panose="02040503050406030204" pitchFamily="18" charset="0"/>
                        </a:rPr>
                        <m:t>)+</m:t>
                      </m:r>
                      <m:r>
                        <a:rPr lang="en-US" altLang="zh-CN" sz="3000" i="1">
                          <a:latin typeface="Cambria Math" panose="02040503050406030204" pitchFamily="18" charset="0"/>
                          <a:ea typeface="楷体" panose="02010609060101010101" pitchFamily="49" charset="-122"/>
                          <a:cs typeface="Cambria Math" panose="02040503050406030204" pitchFamily="18" charset="0"/>
                        </a:rPr>
                        <m:t>𝐿𝑛</m:t>
                      </m:r>
                      <m:r>
                        <a:rPr lang="en-US" altLang="zh-CN" sz="3000" i="1">
                          <a:latin typeface="Cambria Math" panose="02040503050406030204" pitchFamily="18" charset="0"/>
                          <a:ea typeface="楷体" panose="02010609060101010101" pitchFamily="49" charset="-122"/>
                          <a:cs typeface="Cambria Math" panose="02040503050406030204" pitchFamily="18" charset="0"/>
                        </a:rPr>
                        <m:t>(−</m:t>
                      </m:r>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r>
                        <a:rPr lang="en-US" altLang="zh-CN" sz="3000" i="1">
                          <a:latin typeface="Cambria Math" panose="02040503050406030204" pitchFamily="18" charset="0"/>
                          <a:ea typeface="楷体" panose="02010609060101010101" pitchFamily="49" charset="-122"/>
                          <a:cs typeface="Cambria Math" panose="02040503050406030204" pitchFamily="18" charset="0"/>
                        </a:rPr>
                        <m:t>)=</m:t>
                      </m:r>
                      <m:r>
                        <a:rPr lang="en-US" altLang="zh-CN" sz="3000" i="1">
                          <a:latin typeface="Cambria Math" panose="02040503050406030204" pitchFamily="18" charset="0"/>
                          <a:ea typeface="楷体" panose="02010609060101010101" pitchFamily="49" charset="-122"/>
                          <a:cs typeface="Cambria Math" panose="02040503050406030204" pitchFamily="18" charset="0"/>
                        </a:rPr>
                        <m:t>𝐿𝑛𝑧</m:t>
                      </m:r>
                      <m:r>
                        <a:rPr lang="en-US" altLang="zh-CN" sz="3000" i="1">
                          <a:latin typeface="Cambria Math" panose="02040503050406030204" pitchFamily="18" charset="0"/>
                          <a:ea typeface="楷体" panose="02010609060101010101" pitchFamily="49" charset="-122"/>
                          <a:cs typeface="Cambria Math" panose="02040503050406030204" pitchFamily="18" charset="0"/>
                        </a:rPr>
                        <m:t>+</m:t>
                      </m:r>
                      <m:r>
                        <a:rPr lang="en-US" altLang="zh-CN" sz="3000" i="1">
                          <a:latin typeface="Cambria Math" panose="02040503050406030204" pitchFamily="18" charset="0"/>
                          <a:ea typeface="楷体" panose="02010609060101010101" pitchFamily="49" charset="-122"/>
                          <a:cs typeface="Cambria Math" panose="02040503050406030204" pitchFamily="18" charset="0"/>
                        </a:rPr>
                        <m:t>𝐿𝑛𝑧</m:t>
                      </m:r>
                    </m:oMath>
                  </m:oMathPara>
                </a14:m>
                <a:endParaRPr lang="zh-CN" altLang="en-US" sz="3000"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3" name="标题 1"/>
              <p:cNvSpPr txBox="1">
                <a:spLocks noRot="1" noChangeAspect="1" noMove="1" noResize="1" noEditPoints="1" noAdjustHandles="1" noChangeArrowheads="1" noChangeShapeType="1" noTextEdit="1"/>
              </p:cNvSpPr>
              <p:nvPr/>
            </p:nvSpPr>
            <p:spPr>
              <a:xfrm>
                <a:off x="634605" y="1964854"/>
                <a:ext cx="5935354" cy="1435694"/>
              </a:xfrm>
              <a:prstGeom prst="rect">
                <a:avLst/>
              </a:prstGeom>
              <a:blipFill rotWithShape="1">
                <a:blip r:embed="rId2"/>
                <a:stretch>
                  <a:fillRect l="-4" t="-11" r="4" b="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标题 1"/>
              <p:cNvSpPr txBox="1"/>
              <p:nvPr/>
            </p:nvSpPr>
            <p:spPr>
              <a:xfrm>
                <a:off x="682582" y="3610713"/>
                <a:ext cx="3431555" cy="1256674"/>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i="1">
                          <a:latin typeface="Cambria Math" panose="02040503050406030204" pitchFamily="18" charset="0"/>
                          <a:ea typeface="楷体" panose="02010609060101010101" pitchFamily="49" charset="-122"/>
                          <a:cs typeface="Cambria Math" panose="02040503050406030204" pitchFamily="18" charset="0"/>
                        </a:rPr>
                        <m:t>∴</m:t>
                      </m:r>
                      <m:r>
                        <a:rPr lang="en-US" altLang="zh-CN" sz="3000" i="1">
                          <a:latin typeface="Cambria Math" panose="02040503050406030204" pitchFamily="18" charset="0"/>
                          <a:ea typeface="楷体" panose="02010609060101010101" pitchFamily="49" charset="-122"/>
                          <a:cs typeface="Cambria Math" panose="02040503050406030204" pitchFamily="18" charset="0"/>
                        </a:rPr>
                        <m:t>2</m:t>
                      </m:r>
                      <m:r>
                        <a:rPr lang="en-US" altLang="zh-CN" sz="3000" i="1">
                          <a:latin typeface="Cambria Math" panose="02040503050406030204" pitchFamily="18" charset="0"/>
                          <a:ea typeface="楷体" panose="02010609060101010101" pitchFamily="49" charset="-122"/>
                          <a:cs typeface="Cambria Math" panose="02040503050406030204" pitchFamily="18" charset="0"/>
                        </a:rPr>
                        <m:t>𝐿𝑛</m:t>
                      </m:r>
                      <m:r>
                        <a:rPr lang="en-US" altLang="zh-CN" sz="3000" i="1">
                          <a:latin typeface="Cambria Math" panose="02040503050406030204" pitchFamily="18" charset="0"/>
                          <a:ea typeface="楷体" panose="02010609060101010101" pitchFamily="49" charset="-122"/>
                          <a:cs typeface="Cambria Math" panose="02040503050406030204" pitchFamily="18" charset="0"/>
                        </a:rPr>
                        <m:t>(−</m:t>
                      </m:r>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r>
                        <a:rPr lang="en-US" altLang="zh-CN" sz="3000" i="1">
                          <a:latin typeface="Cambria Math" panose="02040503050406030204" pitchFamily="18" charset="0"/>
                          <a:ea typeface="楷体" panose="02010609060101010101" pitchFamily="49" charset="-122"/>
                          <a:cs typeface="Cambria Math" panose="02040503050406030204" pitchFamily="18" charset="0"/>
                        </a:rPr>
                        <m:t>)=</m:t>
                      </m:r>
                      <m:r>
                        <a:rPr lang="en-US" altLang="zh-CN" sz="3000" i="1">
                          <a:latin typeface="Cambria Math" panose="02040503050406030204" pitchFamily="18" charset="0"/>
                          <a:ea typeface="楷体" panose="02010609060101010101" pitchFamily="49" charset="-122"/>
                          <a:cs typeface="Cambria Math" panose="02040503050406030204" pitchFamily="18" charset="0"/>
                        </a:rPr>
                        <m:t>2</m:t>
                      </m:r>
                      <m:r>
                        <a:rPr lang="en-US" altLang="zh-CN" sz="3000" i="1">
                          <a:latin typeface="Cambria Math" panose="02040503050406030204" pitchFamily="18" charset="0"/>
                          <a:ea typeface="楷体" panose="02010609060101010101" pitchFamily="49" charset="-122"/>
                          <a:cs typeface="Cambria Math" panose="02040503050406030204" pitchFamily="18" charset="0"/>
                        </a:rPr>
                        <m:t>𝐿𝑛𝑧</m:t>
                      </m:r>
                      <m:r>
                        <a:rPr lang="en-US" altLang="zh-CN" sz="3000" i="1">
                          <a:latin typeface="Cambria Math" panose="02040503050406030204" pitchFamily="18" charset="0"/>
                          <a:ea typeface="楷体" panose="02010609060101010101" pitchFamily="49" charset="-122"/>
                          <a:cs typeface="Cambria Math" panose="02040503050406030204" pitchFamily="18" charset="0"/>
                        </a:rPr>
                        <m:t>∴</m:t>
                      </m:r>
                      <m:r>
                        <a:rPr lang="en-US" altLang="zh-CN" sz="3000" i="1">
                          <a:latin typeface="Cambria Math" panose="02040503050406030204" pitchFamily="18" charset="0"/>
                          <a:ea typeface="楷体" panose="02010609060101010101" pitchFamily="49" charset="-122"/>
                          <a:cs typeface="Cambria Math" panose="02040503050406030204" pitchFamily="18" charset="0"/>
                        </a:rPr>
                        <m:t>𝐿𝑛</m:t>
                      </m:r>
                      <m:r>
                        <a:rPr lang="en-US" altLang="zh-CN" sz="3000" i="1">
                          <a:latin typeface="Cambria Math" panose="02040503050406030204" pitchFamily="18" charset="0"/>
                          <a:ea typeface="楷体" panose="02010609060101010101" pitchFamily="49" charset="-122"/>
                          <a:cs typeface="Cambria Math" panose="02040503050406030204" pitchFamily="18" charset="0"/>
                        </a:rPr>
                        <m:t>(−</m:t>
                      </m:r>
                      <m:r>
                        <a:rPr lang="en-US" altLang="zh-CN" sz="3000" i="1">
                          <a:latin typeface="Cambria Math" panose="02040503050406030204" pitchFamily="18" charset="0"/>
                          <a:ea typeface="楷体" panose="02010609060101010101" pitchFamily="49" charset="-122"/>
                          <a:cs typeface="Cambria Math" panose="02040503050406030204" pitchFamily="18" charset="0"/>
                        </a:rPr>
                        <m:t>𝑧</m:t>
                      </m:r>
                      <m:r>
                        <a:rPr lang="en-US" altLang="zh-CN" sz="3000" i="1">
                          <a:latin typeface="Cambria Math" panose="02040503050406030204" pitchFamily="18" charset="0"/>
                          <a:ea typeface="楷体" panose="02010609060101010101" pitchFamily="49" charset="-122"/>
                          <a:cs typeface="Cambria Math" panose="02040503050406030204" pitchFamily="18" charset="0"/>
                        </a:rPr>
                        <m:t>)=</m:t>
                      </m:r>
                      <m:r>
                        <a:rPr lang="en-US" altLang="zh-CN" sz="3000" i="1">
                          <a:latin typeface="Cambria Math" panose="02040503050406030204" pitchFamily="18" charset="0"/>
                          <a:ea typeface="楷体" panose="02010609060101010101" pitchFamily="49" charset="-122"/>
                          <a:cs typeface="Cambria Math" panose="02040503050406030204" pitchFamily="18" charset="0"/>
                        </a:rPr>
                        <m:t>𝐿𝑛𝑧</m:t>
                      </m:r>
                    </m:oMath>
                  </m:oMathPara>
                </a14:m>
                <a:endParaRPr lang="zh-CN" altLang="en-US" sz="3000"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4" name="标题 1"/>
              <p:cNvSpPr txBox="1">
                <a:spLocks noRot="1" noChangeAspect="1" noMove="1" noResize="1" noEditPoints="1" noAdjustHandles="1" noChangeArrowheads="1" noChangeShapeType="1" noTextEdit="1"/>
              </p:cNvSpPr>
              <p:nvPr/>
            </p:nvSpPr>
            <p:spPr>
              <a:xfrm>
                <a:off x="682582" y="3610713"/>
                <a:ext cx="3431555" cy="1256674"/>
              </a:xfrm>
              <a:prstGeom prst="rect">
                <a:avLst/>
              </a:prstGeom>
              <a:blipFill rotWithShape="1">
                <a:blip r:embed="rId3"/>
                <a:stretch>
                  <a:fillRect l="-17" t="-4556" r="18" b="-4589"/>
                </a:stretch>
              </a:blipFill>
            </p:spPr>
            <p:txBody>
              <a:bodyPr/>
              <a:lstStyle/>
              <a:p>
                <a:r>
                  <a:rPr lang="zh-CN" altLang="en-US">
                    <a:noFill/>
                  </a:rPr>
                  <a:t> </a:t>
                </a:r>
              </a:p>
            </p:txBody>
          </p:sp>
        </mc:Fallback>
      </mc:AlternateContent>
      <p:sp>
        <p:nvSpPr>
          <p:cNvPr id="8"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2.3 </a:t>
            </a:r>
            <a:r>
              <a:rPr lang="zh-CN" altLang="en-US" sz="1800" b="1" dirty="0">
                <a:latin typeface="楷体" panose="02010609060101010101" pitchFamily="49" charset="-122"/>
                <a:ea typeface="楷体" panose="02010609060101010101" pitchFamily="49" charset="-122"/>
              </a:rPr>
              <a:t>初等函数</a:t>
            </a:r>
            <a:endParaRPr lang="zh-CN" altLang="en-US" sz="1800" b="1" dirty="0">
              <a:latin typeface="楷体" panose="02010609060101010101" pitchFamily="49" charset="-122"/>
              <a:ea typeface="楷体" panose="02010609060101010101" pitchFamily="49" charset="-122"/>
            </a:endParaRPr>
          </a:p>
        </p:txBody>
      </p:sp>
      <p:cxnSp>
        <p:nvCxnSpPr>
          <p:cNvPr id="9" name="直接连接符 8"/>
          <p:cNvCxnSpPr/>
          <p:nvPr/>
        </p:nvCxnSpPr>
        <p:spPr>
          <a:xfrm flipV="1">
            <a:off x="0" y="573451"/>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194101" y="886205"/>
            <a:ext cx="8559165" cy="2275924"/>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Cambria Math" panose="02040503050406030204" pitchFamily="18" charset="0"/>
                <a:ea typeface="楷体" panose="02010609060101010101" pitchFamily="49" charset="-122"/>
                <a:cs typeface="Cambria Math" panose="02040503050406030204" pitchFamily="18" charset="0"/>
              </a:rPr>
              <a:t>题外话：由多样性的统一原理，大家比较总结一下高等数学和复变函数的极限、导数、函数的异同？之后的积分大家也可以类似总结</a:t>
            </a:r>
            <a:endParaRPr lang="zh-CN" altLang="en-US" sz="3000" dirty="0">
              <a:latin typeface="Cambria Math" panose="02040503050406030204" pitchFamily="18" charset="0"/>
              <a:ea typeface="楷体" panose="02010609060101010101" pitchFamily="49" charset="-122"/>
              <a:cs typeface="Cambria Math" panose="02040503050406030204" pitchFamily="18" charset="0"/>
            </a:endParaRPr>
          </a:p>
        </p:txBody>
      </p:sp>
      <p:sp>
        <p:nvSpPr>
          <p:cNvPr id="6"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2.3 </a:t>
            </a:r>
            <a:r>
              <a:rPr lang="zh-CN" altLang="en-US" sz="1800" b="1" dirty="0">
                <a:latin typeface="楷体" panose="02010609060101010101" pitchFamily="49" charset="-122"/>
                <a:ea typeface="楷体" panose="02010609060101010101" pitchFamily="49" charset="-122"/>
              </a:rPr>
              <a:t>初等函数</a:t>
            </a:r>
            <a:endParaRPr lang="zh-CN" altLang="en-US" sz="1800" b="1" dirty="0">
              <a:latin typeface="楷体" panose="02010609060101010101" pitchFamily="49" charset="-122"/>
              <a:ea typeface="楷体" panose="02010609060101010101" pitchFamily="49" charset="-122"/>
            </a:endParaRPr>
          </a:p>
        </p:txBody>
      </p:sp>
      <p:cxnSp>
        <p:nvCxnSpPr>
          <p:cNvPr id="7" name="直接连接符 6"/>
          <p:cNvCxnSpPr/>
          <p:nvPr/>
        </p:nvCxnSpPr>
        <p:spPr>
          <a:xfrm flipV="1">
            <a:off x="0" y="573451"/>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tags/tag1.xml><?xml version="1.0" encoding="utf-8"?>
<p:tagLst xmlns:p="http://schemas.openxmlformats.org/presentationml/2006/main">
  <p:tag name="COMMONDATA" val="eyJoZGlkIjoiMTAyMzJkOGNiMDEyZDQzM2FkNGM4ODJmZGE4NDczMDMifQ=="/>
  <p:tag name="KSO_WPP_MARK_KEY" val="033d5cd4-d771-4ca4-86cd-eddb28a505d3"/>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7323</Words>
  <Application>WPS 演示</Application>
  <PresentationFormat>全屏显示(4:3)</PresentationFormat>
  <Paragraphs>461</Paragraphs>
  <Slides>33</Slides>
  <Notes>0</Notes>
  <HiddenSlides>0</HiddenSlides>
  <MMClips>0</MMClips>
  <ScaleCrop>false</ScaleCrop>
  <HeadingPairs>
    <vt:vector size="8" baseType="variant">
      <vt:variant>
        <vt:lpstr>已用的字体</vt:lpstr>
      </vt:variant>
      <vt:variant>
        <vt:i4>14</vt:i4>
      </vt:variant>
      <vt:variant>
        <vt:lpstr>主题</vt:lpstr>
      </vt:variant>
      <vt:variant>
        <vt:i4>2</vt:i4>
      </vt:variant>
      <vt:variant>
        <vt:lpstr>嵌入 OLE 服务器</vt:lpstr>
      </vt:variant>
      <vt:variant>
        <vt:i4>4</vt:i4>
      </vt:variant>
      <vt:variant>
        <vt:lpstr>幻灯片标题</vt:lpstr>
      </vt:variant>
      <vt:variant>
        <vt:i4>33</vt:i4>
      </vt:variant>
    </vt:vector>
  </HeadingPairs>
  <TitlesOfParts>
    <vt:vector size="53" baseType="lpstr">
      <vt:lpstr>Arial</vt:lpstr>
      <vt:lpstr>宋体</vt:lpstr>
      <vt:lpstr>Wingdings</vt:lpstr>
      <vt:lpstr>楷体</vt:lpstr>
      <vt:lpstr>Times New Roman</vt:lpstr>
      <vt:lpstr>Cambria Math</vt:lpstr>
      <vt:lpstr>MS Mincho</vt:lpstr>
      <vt:lpstr>黑体</vt:lpstr>
      <vt:lpstr>Calibri</vt:lpstr>
      <vt:lpstr>等线</vt:lpstr>
      <vt:lpstr>微软雅黑</vt:lpstr>
      <vt:lpstr>Arial Unicode MS</vt:lpstr>
      <vt:lpstr>等线 Light</vt:lpstr>
      <vt:lpstr>Calibri Light</vt:lpstr>
      <vt:lpstr>Office 主题​​</vt:lpstr>
      <vt:lpstr>1_Office 主题​​</vt:lpstr>
      <vt:lpstr>Equation.3</vt:lpstr>
      <vt:lpstr>Equation.3</vt:lpstr>
      <vt:lpstr>Equation.3</vt:lpstr>
      <vt:lpstr>Equation.3</vt:lpstr>
      <vt:lpstr>复变函数与积分变换</vt:lpstr>
      <vt:lpstr>PowerPoint 演示文稿</vt:lpstr>
      <vt:lpstr>主 要 内 容</vt:lpstr>
      <vt:lpstr>PowerPoint 演示文稿</vt:lpstr>
      <vt:lpstr>一、指数函数</vt:lpstr>
      <vt:lpstr>PowerPoint 演示文稿</vt:lpstr>
      <vt:lpstr>PowerPoint 演示文稿</vt:lpstr>
      <vt:lpstr>1. ;</vt:lpstr>
      <vt:lpstr>8.若，有则称在D内是单叶的，区域D称为的单叶性区域。两个复数满足 且,有 即每一个平行于实轴且宽度不超过水平带状区域都是指数函数的单性叶区域。     </vt:lpstr>
      <vt:lpstr>PowerPoint 演示文稿</vt:lpstr>
      <vt:lpstr>，求复数.</vt:lpstr>
      <vt:lpstr>PowerPoint 演示文稿</vt:lpstr>
      <vt:lpstr>二、对数函数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四、双曲函数</vt:lpstr>
      <vt:lpstr>由为实数)有：</vt:lpstr>
      <vt:lpstr>PowerPoint 演示文稿</vt:lpstr>
      <vt:lpstr>考虑限制在单值分支上的复幂函数的解析性，即考虑对数函数取值为。根据复合函数求导数的链式法则， 的解析区域与的解析区域相同，且</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复变函数与积分变换</dc:title>
  <dc:creator>dym</dc:creator>
  <cp:lastModifiedBy>DhyWay</cp:lastModifiedBy>
  <cp:revision>119</cp:revision>
  <dcterms:created xsi:type="dcterms:W3CDTF">2020-09-10T08:53:00Z</dcterms:created>
  <dcterms:modified xsi:type="dcterms:W3CDTF">2025-09-30T09:00:05Z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4E78CC4415B7402DA123F822575659E1</vt:lpwstr>
  </property>
  <property fmtid="{D5CDD505-2E9C-101B-9397-08002B2CF9AE}" pid="3" name="KSOProductBuildVer">
    <vt:lpwstr>2052-12.1.0.22529</vt:lpwstr>
  </property>
</Properties>
</file>