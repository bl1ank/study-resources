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9" r:id="rId6"/>
    <p:sldId id="275" r:id="rId7"/>
    <p:sldId id="291" r:id="rId8"/>
    <p:sldId id="378" r:id="rId9"/>
    <p:sldId id="260" r:id="rId10"/>
    <p:sldId id="261" r:id="rId11"/>
    <p:sldId id="292" r:id="rId12"/>
    <p:sldId id="271" r:id="rId13"/>
    <p:sldId id="345" r:id="rId14"/>
    <p:sldId id="374" r:id="rId15"/>
    <p:sldId id="295" r:id="rId16"/>
    <p:sldId id="263" r:id="rId17"/>
    <p:sldId id="262" r:id="rId18"/>
    <p:sldId id="296" r:id="rId19"/>
    <p:sldId id="272" r:id="rId20"/>
    <p:sldId id="324" r:id="rId21"/>
    <p:sldId id="265" r:id="rId22"/>
    <p:sldId id="266" r:id="rId23"/>
    <p:sldId id="267" r:id="rId24"/>
    <p:sldId id="298" r:id="rId25"/>
    <p:sldId id="268" r:id="rId26"/>
    <p:sldId id="299" r:id="rId27"/>
    <p:sldId id="273" r:id="rId28"/>
    <p:sldId id="300" r:id="rId29"/>
    <p:sldId id="303" r:id="rId30"/>
    <p:sldId id="269" r:id="rId31"/>
    <p:sldId id="375" r:id="rId32"/>
    <p:sldId id="376" r:id="rId33"/>
    <p:sldId id="270" r:id="rId34"/>
    <p:sldId id="274" r:id="rId35"/>
    <p:sldId id="304" r:id="rId36"/>
    <p:sldId id="305" r:id="rId37"/>
    <p:sldId id="379" r:id="rId38"/>
    <p:sldId id="307" r:id="rId39"/>
    <p:sldId id="377" r:id="rId40"/>
    <p:sldId id="380" r:id="rId41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gs" Target="tags/tag2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0" timeString="2024-10-24T06:08:11"/>
    </inkml:context>
    <inkml:context xml:id="ctx1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08:14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5578.000 14001.000 0,'0.000'0.000'0,"0.000"0.000"16,0.000 0.000-16</inkml:trace>
  <inkml:trace contextRef="#ctx1" brushRef="#br0">1294.000 12595.000 4607 0,'0.000'0.000'400'0,"-4.000"3.000"-400"0,4.000-3.000 0 0,0.000 0.000 0 0,0.000 0.000 1040 0,0.000 0.000 128 0,-6.000 3.000 32 0,6.000-3.000 0 0,-8.000 6.000 1104 0,3.000-3.000 240 15,5.000-3.000 32-15,-5.000 3.000 16 0,5.000-3.000-336 0,0.000 0.000-64 16,0.000 0.000-16-16,0.000 0.000 0 0,0.000 0.000-288 0,0.000 0.000-64 15,0.000 0.000-16-15,0.000 0.000 0 0,0.000 0.000-544 0,0.000 0.000-112 16,0.000 0.000-32-16,0.000 0.000 0 0,0.000 0.000-448 0,0.000 0.000-96 16,0.000 0.000 0-16,0.000 0.000-16 0,0.000 0.000-384 0,0.000 0.000-176 15,0.000 0.000 160-15,0.000 0.000-160 0,0.000 0.000 176 0,0.000 0.000-176 16,0.000 0.000 192-16,0.000 0.000-192 0,0.000 0.000 0 0,34.000 5.000 0 16,-34.000-5.000 0-16,0.000 0.000 0 0,0.000 0.000 0 0,0.000 0.000 0 15,40.000 2.000 0-15,-40.000-2.000 0 0,0.000 0.000 0 0,0.000 0.000 0 16,40.000 5.000 0-16,-40.000-5.000 0 0,0.000 0.000 0 0,35.000 6.000 0 15,-35.000-6.000 0-15,0.000 0.000 0 0,37.000 7.000 0 0,-37.000-7.000 0 0,0.000 0.000 0 0,35.000 3.000 0 16,-35.000-3.000 0-16,0.000 0.000 0 0,36.000 1.000 0 0,-36.000-1.000 0 16,0.000 0.000 0-16,36.000-7.000 0 0,-36.000 7.000 0 0,0.000 0.000 0 15,34.000-6.000 0-15,-34.000 6.000 0 0,0.000 0.000 0 0,35.000-7.000 0 16,-35.000 7.000 0-16,0.000 0.000 0 0,32.000-5.000 0 0,-32.000 5.000 0 16,0.000 0.000 0-16,35.000-5.000 0 0,-35.000 5.000 0 0,0.000 0.000 0 15,39.000-4.000 0-15,-39.000 4.000 0 0,29.000-3.000 0 0,-29.000 3.000 0 16,30.000-3.000 0-16,-30.000 3.000 0 0,32.000-5.000 0 0,-32.000 5.000 0 15,32.000-1.000 0-15,-32.000 1.000 0 0,32.000 0.000 0 0,-32.000 0.000 0 16,32.000 0.000 0-16,-32.000 0.000 0 0,30.000-3.000 0 0,-30.000 3.000 0 16,32.000-3.000 0-16,-32.000 3.000 0 0,32.000-3.000 0 0,-32.000 3.000 0 0,32.000-4.000 832 0,-32.000 4.000 144 15,32.000-3.000 48-15,-32.000 3.000 0 32,34.000-5.000-1648-32,-34.000 5.000-320 15,35.000-2.000-64-15,-35.000 2.000-16 0,38.000-3.000 816 0,-38.000 3.000 208 0,40.000-3.000 0 0,-40.000 3.000 0 0,42.000 0.000 0 0,-42.000 0.000 0 0,40.000 3.000 0 0,-40.000-3.000-128 0,40.000 5.000 128 0,-40.000-5.000 0 16,34.000 4.000 0-16,-34.000-4.000 0 0,35.000 4.000 0 0,-35.000-4.000 0 15,33.000 4.000 0-15,-33.000-4.000 0 0,34.000 0.000 0 0,-34.000 0.000 0 16,35.000 0.000 0-16,-35.000 0.000 0 0,41.000-2.000 0 0,-41.000 2.000 0 16,44.000-2.000 0-16,-44.000 2.000 0 0,47.000-2.000 0 0,-47.000 2.000 0 15,49.000 0.000 0-15,-49.000 0.000 0 0,46.000 2.000 0 0,-46.000-2.000 0 0,45.000 3.000 0 16,-45.000-3.000 0-16,43.000 5.000 0 0,-43.000-5.000 0 0,45.000 5.000 0 0,-45.000-5.000 0 16,46.000 3.000 0-16,-46.000-3.000 0 0,50.000 1.000 0 0,-50.000-1.000 0 15,54.000-2.000 0-15,-25.000 0.000 0 0,3.000 0.000 0 0,-1.000-1.000 0 16,-1.000 1.000 0-16,-30.000 2.000 0 0,51.000-1.000 0 0,-51.000 1.000 0 15,53.000-1.000 0-15,-53.000 1.000 0 0,54.000-2.000 0 0,-54.000 2.000 0 16,51.000-1.000 0-16,-51.000 1.000 0 0,47.000-2.000 0 0,-47.000 2.000 0 16,54.000-2.000 0-16,-23.000 1.000 0 0,5.000 1.000 0 0,-5.000-1.000 0 15,1.000-1.000 0-15,-2.000 1.000 0 0,-1.000 0.000 0 0,-29.000 1.000 0 16,51.000 0.000 0-16,-51.000 0.000 0 31,50.000 0.000 0-31,-50.000 0.000 0 0,48.000 1.000 0 0,-48.000-1.000 0 0,48.000 2.000 0 0,-48.000-2.000 0 0,51.000 4.000 0 0,-51.000-4.000 0 0,51.000 3.000 0 0,-51.000-3.000 0 0,58.000 7.000 0 0,-58.000-7.000 0 16,56.000 9.000 0-16,-56.000-9.000 0 0,51.000 6.000 0 15,-51.000-6.000 0-15,51.000 3.000 0 0,-51.000-3.000 0 0,48.000 1.000 0 0,-48.000-1.000 0 16,48.000 0.000 0-16,-48.000 0.000-128 0,52.000-2.000 128 0,-52.000 2.000 0 16,57.000 0.000 0-16,-57.000 0.000 0 0,58.000-1.000 0 0,-58.000 1.000 0 15,54.000 0.000 0-15,-54.000 0.000 0 0,52.000 2.000 0 0,-52.000-2.000 0 16,48.000 4.000 0-16,-48.000-4.000 0 0,46.000 2.000 0 0,-46.000-2.000 0 16,50.000 2.000 0-16,-50.000-2.000 0 0,58.000 2.000 0 0,-27.000-2.000 0 15,2.000 1.000 0-15,-1.000 0.000 0 0,2.000 1.000 0 0,-1.000-2.000 0 16,-4.000 0.000 0-16,0.000-2.000 0 0,-29.000 2.000 0 0,53.000-1.000 0 15,-53.000 1.000 0-15,56.000-3.000 0 0,-29.000 0.000 0 0,3.000 0.000 0 16,-1.000-1.000 0-16,5.000 1.000 0 0,-1.000 0.000 0 0,1.000 1.000 0 16,-1.000 1.000 0-16,0.000 0.000 0 0,-4.000 1.000 0 0,-1.000 0.000 0 0,-28.000 0.000 0 0,56.000 1.000 0 15,-56.000-1.000 0-15,50.000 1.000 0 0,-50.000-1.000 0 0,49.000 3.000 0 16,-49.000-3.000 0-16,52.000 3.000 0 0,-52.000-3.000 0 0,51.000 3.000 0 16,-51.000-3.000 0-16,62.000 6.000 0 0,-62.000-6.000 0 0,56.000 8.000 0 15,-56.000-8.000 0-15,53.000 3.000 0 0,-53.000-3.000 0 0,54.000 1.000 0 16,-54.000-1.000 0-16,53.000 0.000 0 0,-53.000 0.000 0 0,53.000-2.000 0 15,-53.000 2.000 0-15,54.000-2.000 0 0,-54.000 2.000 0 0,59.000 0.000 0 16,-30.000 0.000 0-16,0.000 1.000 0 0,-29.000-1.000 0 0,53.000 5.000 0 16,-53.000-5.000 0-16,46.000 6.000 0 0,-46.000-6.000 0 0,47.000 5.000 0 15,-47.000-5.000 0-15,41.000 7.000 0 0,-41.000-7.000 0 0,43.000 3.000 0 0,-43.000-3.000 0 16,48.000 4.000 0-16,-48.000-4.000 0 0,53.000 2.000 0 0,-21.000-3.000 0 0,1.000-1.000 0 16,1.000 0.000 0-16,-3.000-1.000 0 0,0.000 0.000 0 0,-2.000 0.000 0 15,-1.000 0.000 0-15,-3.000 0.000 0 0,-25.000 3.000 0 0,50.000-5.000 0 16,-50.000 5.000 0-16,51.000-2.000 0 0,-51.000 2.000 0 0,48.000-4.000 0 15,-48.000 4.000 0-15,48.000 1.000 0 0,-48.000-1.000 0 0,48.000 3.000 0 16,-48.000-3.000 0-16,45.000 3.000 0 0,-45.000-3.000 0 0,43.000 5.000 0 16,-43.000-5.000 0-16,39.000 7.000 0 0,-39.000-7.000 0 0,39.000 4.000 0 15,-39.000-4.000 0-15,39.000 3.000 0 0,-39.000-3.000 0 0,38.000 2.000 0 16,-38.000-2.000 0-16,40.000 1.000 0 0,-40.000-1.000 0 0,40.000 0.000 0 16,-40.000 0.000 0-16,37.000 0.000 0 0,-37.000 0.000 0 0,45.000 3.000 0 0,-45.000-3.000 0 15,43.000 3.000 0-15,-43.000-3.000 0 0,39.000 1.000 0 0,-39.000-1.000 0 0,36.000 0.000 0 16,-36.000 0.000 0-16,32.000 5.000 0 0,-32.000-5.000 0 0,33.000 3.000 0 15,-33.000-3.000 0-15,31.000 0.000 0 0,-31.000 0.000 0 0,29.000 0.000 0 16,-29.000 0.000 0-16,29.000 1.000 0 16,-29.000-1.000 0-16,0.000 0.000 0 0,40.000 2.000 0 0,-40.000-2.000 0 0,0.000 0.000 0 0,38.000 4.000 0 15,-38.000-4.000 0-15,0.000 0.000 0 0,39.000 3.000 0 0,-39.000-3.000 0 16,0.000 0.000 0-16,39.000 1.000 0 0,-39.000-1.000 0 0,0.000 0.000 0 16,37.000 2.000 0-16,-37.000-2.000 0 0,0.000 0.000 0 0,32.000-1.000 0 15,-32.000 1.000 0-15,0.000 0.000 0 0,0.000 0.000 0 0,32.000 3.000 0 16,-32.000-3.000 0-16,0.000 0.000 0 0,0.000 0.000 0 0,23.000-7.000 0 15,-23.000 7.000 0-15,0.000 0.000 0 0,0.000 0.000 0 0,0.000 0.000 0 0,0.000 0.000 0 16,27.000-4.000 0 0,-27.000 4.000 0-16,0.000 0.000 0 0,0.000 0.000 0 0,0.000 0.000 0 0,0.000 0.000 0 0,22.000-9.000 0 0,-22.000 9.000 0 0,0.000 0.000 0 15,0.000 0.000 0-15,0.000 0.000 0 0,0.000 0.000 0 0,0.000 0.000 0 16,0.000 0.000 0-16,0.000 0.000 0 0,0.000 0.000 0 0,0.000 0.000 0 16,0.000 0.000 0-16,0.000 0.000-128 0,0.000 0.000-48 0,0.000 0.000 0 15,0.000 0.000 0-15,0.000 0.000 0 16,0.000 0.000-1168-16,0.000 0.000-224 0,0.000 0.000-48 0,21.000-6.000-16 15,-21.000 6.000-1104-15,0.000 0.000-208 0</inkml:trace>
  <inkml:trace contextRef="#ctx1" brushRef="#br0">7916.000 12560.000 15663 0,'0.000'0.000'688'0,"0.000"0.000"144"0,0.000 0.000-656 0,0.000 0.000-176 0,0.000 0.000 0 0,0.000 0.000 0 0,0.000 0.000 1536 0,0.000 0.000 256 0,0.000 0.000 64 0,0.000 0.000 16 16,0.000 0.000 800-16,0.000 0.000 144 15,0.000 0.000 48-15,0.000 0.000 0 0,0.000 0.000-1008 0,0.000 0.000-208 0,0.000 0.000-48 0,0.000 0.000 0 0,0.000 0.000-1024 0,0.000 0.000-224 16,0.000 0.000-32-16,0.000 0.000-16 0,0.000 0.000-304 0,0.000 0.000 160 16,0.000 0.000-160-16,0.000 0.000 128 0,0.000 0.000 64 0,0.000 0.000 16 15,23.000 36.000 0-15,-23.000-36.000 0 0,0.000 0.000-208 0,30.000 19.000 176 16,-30.000-19.000-176-16,0.000 0.000 160 0,35.000 24.000-160 0,-35.000-24.000 0 16,0.000 0.000 0-16,39.000 31.000 0 0,-39.000-31.000 0 0,30.000 24.000 0 15,-30.000-24.000 0-15,27.000 21.000 0 0,-27.000-21.000 0 0,0.000 0.000 0 16,42.000 26.000 0-16,-42.000-26.000 0 0,0.000 0.000 0 0,37.000 17.000 0 15,-37.000-17.000 0-15,0.000 0.000 0 0,0.000 0.000 0 0,32.000 17.000 0 16,-32.000-17.000 128-16,0.000 0.000-128 16,0.000 0.000 0-16,0.000 0.000 0 0,0.000 0.000 0 0,0.000 0.000 0 0,0.000 0.000 160 0,0.000 0.000-160 0,-7.000 31.000 192 0,-7.000-23.000-192 15,-7.000 2.000 496-15,-11.000 4.000-16 0,-3.000 2.000 0 0,-13.000 4.000 0 16,-11.000 5.000-480-16,-11.000 2.000 0 0,-12.000 3.000 0 0,-9.000 0.000-19136 16</inkml:trace>
  <inkml:trace contextRef="#ctx1" brushRef="#br0">4506.000 9649.000 9215 0,'0.000'-1.000'816'0,"0.000"0.000"-656"0,0.000 1.000-160 0,0.000 0.000 0 0,0.000 0.000 704 0,0.000 0.000 96 0,-1.000 0.000 32 0,1.000 0.000 0 0,0.000-1.000 848 0,0.000 1.000 176 15,-2.000 0.000 48-15,2.000-1.000 0 0,2.000 1.000-784 0,-4.000 1.000-160 16,2.000-1.000-16-16,0.000 0.000-16 0,0.000 1.000-464 0,0.000-1.000-80 16,0.000 1.000-32-16,2.000-1.000 0 0,-2.000 2.000-352 0,0.000 0.000 0 15,0.000 2.000 0-15,0.000 2.000 0 0,0.000 0.000 0 0,1.000 0.000 0 16,-1.000 2.000 0-16,0.000-8.000 0 0,0.000 0.000 0 0,0.000 0.000 192 15,0.000 0.000-64-15,6.000 50.000 0 0,-6.000-50.000-128 0,0.000 0.000 192 16,0.000 0.000-64-16,5.000 57.000 0 0,-5.000-57.000-128 0,0.000 0.000 144 16,0.000 51.000-144-16,0.000-51.000 160 0,0.000 41.000-160 0,0.000-41.000 160 15,0.000 46.000-160-15,0.000-46.000 160 0,-2.000 55.000 224 0,2.000-55.000 64 32,-3.000 66.000 0-32,3.000-66.000 0 0,-4.000 73.000 896 0,2.000-34.000 192 0,1.000 1.000 48 0,-3.000-1.000 0 0,4.000-39.000-1216 0,-5.000 71.000-240 0,5.000-71.000-128 0,-3.000 61.000 128 15,3.000-61.000 32-15,-2.000 70.000 16 0,1.000-28.000 0 0,-1.000 3.000 0 16,2.000 1.000-176-16,0.000-3.000 160 0,2.000-2.000-160 0,-2.000-41.000 160 15,1.000 77.000-160-15,-1.000-77.000 160 0,2.000 72.000-160 0,-2.000-72.000 160 16,3.000 80.000-160-16,-1.000-36.000 0 0,-2.000 6.000 0 0,2.000-5.000 0 16,-1.000 0.000 0-16,-1.000-3.000 0 0,0.000 0.000 0 0,0.000-3.000 0 15,0.000-39.000 0-15,2.000 74.000 0 0,0.000-32.000 0 0,-1.000 3.000 0 16,-1.000 2.000 0-16,2.000-2.000 0 0,0.000-1.000 0 0,0.000 0.000 0 16,-2.000-4.000 272-16,2.000 1.000 80 0,-1.000 0.000 16 0,1.000-1.000 0 15,1.000 3.000 464-15,-1.000 0.000 112 0,1.000 3.000 16 0,-1.000-3.000 0 16,-2.000-2.000-768-16,0.000-2.000-192 0,0.000-39.000 0 0,0.000 70.000 0 0,0.000-70.000 0 0,3.000 66.000 0 15,-3.000-28.000 0-15,0.000 0.000 0 0,2.000 0.000 0 0,-2.000-1.000 0 16,2.000-1.000 0-16,-2.000-36.000 0 0,2.000 70.000 0 0,-2.000-70.000 0 16,3.000 71.000 128-16,-3.000-71.000-128 0,2.000 67.000 0 0,-2.000-67.000 0 15,3.000 70.000 0-15,-3.000-33.000 0 0,2.000 3.000 0 0,0.000-1.000 0 16,-1.000 1.000 0-16,1.000-1.000 0 0,0.000-4.000 0 0,-1.000 0.000 0 16,-1.000-1.000 0-16,0.000-34.000 0 0,4.000 65.000 0 0,-4.000-65.000 0 15,5.000 58.000 128-15,-5.000-58.000-128 0,5.000 71.000 0 0,-3.000-32.000 0 16,1.000-2.000 0-16,-1.000-3.000 0 0,1.000 0.000 128 0,-1.000 0.000-128 15,0.000-1.000 128-15,-2.000-33.000-128 0,5.000 63.000 144 0,-3.000-30.000-144 16,0.000 3.000 160-16,-1.000-1.000-160 0,1.000 2.000 128 0,0.000-3.000-128 0,-2.000-34.000 0 0,0.000 62.000 144 16,0.000-62.000-144-16,0.000 61.000 0 0,0.000-61.000 0 0,0.000 60.000 0 15,0.000-60.000 0-15,0.000 51.000 0 0,0.000-51.000 128 0,0.000 61.000-128 16,1.000-28.000 0-16,-1.000-33.000 192 0,2.000 57.000-192 0,-2.000-57.000 192 16,2.000 63.000 80-16,-1.000-31.000 32 0,-1.000-32.000 0 0,6.000 61.000 0 15,-6.000-61.000-304-15,5.000 57.000 0 0,-5.000-57.000 0 0,2.000 52.000 0 16,-2.000-52.000 0-16,3.000 61.000 0 0,0.000-28.000 0 0,-1.000 1.000 0 15,-2.000 1.000 0-15,2.000-3.000 0 0,-1.000-1.000 0 0,-1.000-31.000 0 16,0.000 55.000 0-16,0.000-55.000 0 0,2.000 49.000 0 0,-2.000-49.000 0 16,0.000 48.000 0-16,0.000-48.000 0 0,0.000 51.000 0 0,0.000-51.000 0 0,0.000 47.000 0 15,0.000-47.000 0-15,2.000 33.000 0 0,-2.000-33.000 0 0,0.000 36.000 0 0,0.000-36.000 0 16,0.000 53.000 0-16,0.000-21.000 0 0,0.000 0.000 224 0,0.000-4.000-64 16,0.000-28.000-16-16,2.000 51.000 0 0,-2.000-51.000-144 0,0.000 46.000 160 15,0.000-46.000-160-15,0.000 46.000 160 0,0.000-46.000-160 0,2.000 54.000 0 16,-2.000-26.000 0-16,0.000 0.000 0 0,1.000 0.000 0 0,-1.000 1.000 0 15,2.000 0.000 0-15,1.000 0.000 0 0,-3.000 0.000 0 0,0.000-29.000 0 16,5.000 47.000 0-16,-5.000-47.000 0 0,2.000 47.000 0 0,-2.000-47.000 0 16,7.000 60.000 0-16,-7.000-60.000 0 0,4.000 46.000 0 0,-4.000-46.000 0 15,3.000 42.000 0-15,-3.000-42.000 0 0,5.000 53.000 0 0,-5.000-20.000 0 16,2.000 6.000 0-16,-1.000-4.000 0 0,-1.000-4.000 0 0,0.000-3.000 0 16,0.000-28.000 0-16,0.000 51.000 0 0,0.000-22.000 0 0,-1.000-2.000 0 15,-1.000-1.000 0-15,2.000 1.000 0 0,-2.000 3.000 128 0,1.000 2.000-128 16,-1.000 0.000 0-16,2.000-1.000 128 0,0.000 0.000 96 0,0.000 0.000 16 0,0.000 2.000 0 15,0.000 0.000 0-15,0.000-3.000-240 0,2.000-2.000 0 0,-1.000-2.000 0 0,-1.000-26.000 0 16,2.000 49.000 0-16,-2.000-49.000 0 0,5.000 46.000 0 0,-5.000-46.000 0 16,3.000 40.000 0-16,-3.000-40.000 0 0,6.000 41.000 0 0,-6.000-41.000 0 15,5.000 42.000 0-15,-5.000-42.000 0 0,3.000 34.000 0 0,-3.000-34.000 0 16,4.000 41.000 0-16,-3.000-16.000 0 0,-1.000-25.000 0 0,2.000 40.000 0 16,-2.000-40.000 0-16,0.000 31.000 0 0,0.000-31.000 0 0,0.000 0.000 0 15,1.000 32.000-320-15,-1.000-32.000-16 0,0.000 0.000 0 0,0.000 0.000-12160 16,0.000 0.000-2432-16</inkml:trace>
  <inkml:trace contextRef="#ctx1" brushRef="#br0">4515.000 9665.000 7359 0,'-3.000'-2.000'656'0,"3.000"1.000"-528"0,-2.000 0.000-128 0,0.000 1.000 0 0,4.000-1.000 752 0,-2.000 1.000 112 0,0.000 0.000 32 0,-2.000 0.000 0 16,2.000 1.000 496-16,0.000-1.000 96 0,0.000 1.000 32 0,-2.000-1.000 0 15,2.000 1.000-16-15,0.000 0.000 0 0,0.000 0.000 0 0,-3.000 1.000 0 16,1.000 1.000-240-16,-1.000 1.000-48 16,0.000 2.000-16-16,-1.000 3.000 0 0,-3.000 0.000-352 0,0.000 2.000-64 0,-1.000 0.000-16 0,-3.000 3.000 0 15,1.000 0.000 176-15,-4.000 3.000 16 0,-1.000 0.000 16 0,0.000-1.000 0 16,0.000 2.000-112-16,-3.000 0.000-32 0,1.000 0.000 0 0,4.000-3.000 0 16,0.000-1.000-432-16,-1.000-1.000-80 0,3.000 1.000-32 0,-2.000-3.000 0 15,5.000 0.000-288-15,1.000-4.000 0 0,1.000-1.000 0 0,0.000-1.000 0 0,3.000-2.000 0 0,-1.000-1.000 0 16,3.000-2.000 0-16,-3.000 0.000 0 15,1.000 0.000-464-15,0.000-3.000 0 16</inkml:trace>
  <inkml:trace contextRef="#ctx1" brushRef="#br0">4482.000 9644.000 29487 0,'0.000'-1.000'1296'0,"0.000"1.000"288"0,0.000 0.000-1264 0,0.000 1.000-320 16,0.000-1.000 0-16,0.000 0.000 0 0,0.000 1.000 0 0,2.000 0.000-176 0,-2.000-1.000 32 0,0.000 0.000 0 16,0.000 0.000 144-16,0.000 0.000 0 0,0.000 0.000-144 0,33.000 40.000 144 15,-33.000-40.000 0-15,0.000 0.000 192 16,0.000 0.000-32-16,36.000 44.000 0 0,-36.000-44.000 160 0,0.000 0.000 16 16,31.000 37.000 16-16,-31.000-37.000 0 0,0.000 0.000-224 0,29.000 38.000-128 0,-29.000-38.000 160 0,0.000 0.000-160 15,0.000 0.000 0-15,35.000 48.000 0 0,-35.000-48.000 0 0,0.000 0.000 0 16,0.000 0.000 0-16,30.000 38.000 0 0,-30.000-38.000 128 0,0.000 0.000-128 15,0.000 0.000 0-15,0.000 0.000 0 0,0.000 0.000 128 0,0.000 0.000-128 16,0.000 0.000 0-16,0.000 0.000 0 0,0.000 0.000 0 0,0.000 0.000 0 16,0.000 0.000 128-16,0.000 0.000-128 0</inkml:trace>
  <inkml:trace contextRef="#ctx1" brushRef="#br1">6696.000 10824.000 4543 0,'0.000'0.000'0'0,"0.000"0.000"192"0,-3.000-2.000-48 0,3.000 2.000-16 0,0.000 0.000-128 0,0.000 0.000 0 0,0.000 0.000 0 0,-2.000-2.000 0 0,2.000 2.000 1312 0,-1.000-2.000 224 0,1.000 2.000 64 0,-2.000-3.000 0 15,2.000 3.000 384 1,0.000 0.000 96-16,-2.000-4.000 16 0,2.000 4.000 0 0,0.000 0.000 224 0,-1.000-3.000 48 15,1.000 3.000 16-15,0.000 0.000 0 0,1.000-4.000-816 0,-1.000 4.000-160 0,0.000 0.000-48 0,0.000-3.000 0 32,0.000 3.000-208-32,0.000 0.000-64 0,0.000 0.000 0 0,0.000 0.000 0 15,0.000 0.000-656-15,0.000 0.000-144 0,0.000 0.000-32 0,0.000 0.000 0 0,0.000 0.000-256 0,0.000 0.000 0 0,0.000 0.000 0 0,0.000 0.000 0 16,0.000 0.000 0-16,0.000 0.000 0 0,0.000 0.000 0 0,0.000 0.000 0 31,0.000 0.000 0-31,0.000 0.000 0 0,0.000 0.000 0 0,0.000 0.000 0 0,0.000 0.000 0 0,0.000 0.000 0 16,0.000 0.000 208-16,0.000 0.000-64 0,0.000 0.000 128 0,0.000 0.000 32 15,0.000 0.000 0-15,0.000 0.000 0 0,0.000 0.000-304 0,0.000 0.000 0 16,0.000 0.000 0-16,0.000 0.000-144 0,-3.000-3.000 16 0,0.000 1.000 0 16,-1.000 0.000 0-16,0.000 1.000 0 0,2.000-1.000 128 0,1.000 0.000-128 15,1.000 2.000 128-15,-2.000-6.000-128 0,2.000 6.000 0 0,-3.000-6.000 0 16,3.000 6.000 0-16,3.000-7.000 0 0,-1.000 2.000 128 0,-2.000 5.000 0 16,9.000-11.000 0-16,-9.000 11.000 128 0,10.000-9.000-128 0,-10.000 9.000 0 15,10.000-7.000-128-15,-10.000 7.000 128 0,0.000 0.000 0 0,0.000 0.000 0 0,0.000 0.000 0 0,17.000-4.000 0 16,-17.000 4.000 0-16,0.000 0.000 0 0,0.000 0.000 0 0,0.000 0.000 0 15,0.000 0.000 0-15,0.000 0.000 0 0,0.000 0.000 0 0,0.000 0.000 0 16,0.000 0.000 0-16,0.000 0.000 0 0,0.000 0.000 0 0,-5.000 36.000 0 16,5.000-36.000-400-16,0.000 0.000 0 0,-10.000 10.000 0 0,10.000-10.000 0 31,-9.000 4.000-48-31,9.000-4.000 0 0,-8.000 1.000 0 0,8.000-1.000 0 16,-7.000-1.000-64-16,1.000-2.000-32 0,3.000 0.000 0 0,0.000-1.000 0 15,0.000 1.000-80-15,1.000-1.000-16 0,0.000-2.000 0 0,2.000 2.000 0 16,2.000-1.000-80-16,-2.000 5.000-32 0,3.000-8.000 0 0,-3.000 8.000 0 0,7.000-8.000 368 0,-7.000 8.000 64 0,0.000 0.000 0 0,14.000-6.000 16 15,-14.000 6.000 304-15,0.000 0.000 0 0,0.000 0.000 0 0,0.000 0.000 0 16,0.000 0.000 320-16,0.000 0.000 80 0,0.000 0.000 16 0,0.000 0.000 0 0,0.000 0.000 720 0,27.000 28.000 144 16,-27.000-28.000 16-16,0.000 0.000 16 15,0.000 0.000-384-15,0.000 0.000-80 0,0.000 0.000-16 0,0.000 0.000 0 0,0.000 0.000-688 16,0.000 0.000-144-16,0.000 0.000 0 0,0.000 0.000 0 16,0.000 0.000-960-16,0.000 0.000-128 0,-14.000 13.000-48 0,11.000-18.000-8304 15,-2.000-1.000-1664-15</inkml:trace>
  <inkml:trace contextRef="#ctx1" brushRef="#br1">7101.000 10526.000 23039 0,'0.000'0.000'2048'0,"0.000"0.000"-1648"0,0.000 0.000-400 0,0.000 0.000 0 0,0.000 0.000 1872 0,0.000 0.000 304 0,0.000 0.000 48 0,0.000 0.000 16 0,0.000 0.000-352 0,0.000 0.000-64 15,0.000 0.000-16-15,0.000 0.000 0 0,0.000 0.000-800 0,0.000 0.000-176 16,0.000 0.000-16-16,0.000 0.000-16 0,0.000 0.000-656 0,0.000 0.000-144 15,27.000 1.000 0-15,-27.000-1.000 0 0,0.000 0.000 0 0,27.000-1.000 0 16,-27.000 1.000 0-16,0.000 0.000 0 0,33.000-1.000 0 0,-33.000 1.000 0 16,0.000 0.000 0-16,29.000 0.000 0 0,-29.000 0.000 0 0,0.000 0.000 0 15,31.000 1.000 0-15,-31.000-1.000 0 0,0.000 0.000 0 0,27.000 0.000 0 0,-27.000 0.000 0 0,0.000 0.000 0 16,0.000 0.000 0-16,0.000 0.000-128 0,0.000 0.000 128 0,24.000-1.000 0 16,-24.000 1.000 0-16,0.000 0.000 0 15,0.000 0.000 0-15,0.000 0.000 0 0,0.000 0.000 0 0,0.000 0.000 0 0,0.000 0.000 0 0,0.000 0.000 0 16,0.000 0.000 0-16,0.000 0.000 0 0,0.000 0.000 0 0,0.000 0.000 0 15,0.000 0.000 0-15,0.000 0.000 0 0,0.000 0.000 0 0,-13.000 27.000 0 16,13.000-27.000 128-16,-12.000 21.000-128 0,12.000-21.000 0 0,-14.000 24.000 144 16,14.000-24.000-144-16,-15.000 25.000 0 0,15.000-25.000 0 0,-18.000 25.000 0 15,18.000-25.000 0-15,-18.000 25.000 0 0,18.000-25.000 0 0,-19.000 24.000 0 16,7.000-12.000 128-16,0.000 1.000-128 0,0.000-3.000 128 0,0.000 1.000-128 0,0.000-2.000 128 16,0.000-1.000-128-16,1.000 1.000 128 0,-2.000-2.000-128 0,2.000 0.000 128 0,0.000 0.000-128 15,-2.000-1.000 0-15,3.000 0.000 128 0,-1.000-1.000-128 0,0.000-1.000 0 16,1.000 2.000 0-16,-1.000-2.000 0 0,11.000-4.000 0 0,-14.000 7.000 0 15,14.000-7.000 0-15,0.000 0.000 0 0,-11.000 6.000 0 0,11.000-6.000 0 16,0.000 0.000 0-16,0.000 0.000 0 0,0.000 0.000 0 0,0.000 0.000 0 16,0.000 0.000 0-16,0.000 0.000 0 0,0.000 0.000 288 0,0.000 0.000-32 15,0.000 0.000 0-15,0.000 0.000 0 0,0.000 0.000 0 0,35.000 8.000-16 16,-35.000-8.000 0-16,0.000 0.000 0 0,29.000 2.000-112 0,-29.000-2.000-128 16,0.000 0.000 176-16,33.000 2.000-176 0,-33.000-2.000 144 0,0.000 0.000-144 15,35.000 3.000 0-15,-35.000-3.000 144 0,0.000 0.000-144 0,37.000 6.000 0 0,-37.000-6.000 0 16,0.000 0.000 128-16,37.000 9.000-128 0,-37.000-9.000 0 0,0.000 0.000 0 0,32.000 7.000 0 15,-32.000-7.000 0-15,0.000 0.000 0 0,0.000 0.000 0 0,32.000 3.000 0 16,-32.000-3.000 0-16,0.000 0.000 0 0,0.000 0.000 0 0,19.000-4.000 0 16,-19.000 4.000 0-16,0.000 0.000 0 0,5.000-7.000 0 0,-5.000 2.000 0 31,0.000 1.000-768-31,-1.000-2.000-16 0,-1.000 1.000-16 0,-1.000 0.000-17776 0</inkml:trace>
  <inkml:trace contextRef="#ctx1" brushRef="#br1">7054.000 10678.000 12895 0,'0.000'0.000'1152'0,"0.000"0.000"-928"0,0.000 0.000-224 0,0.000 0.000 0 0,0.000 0.000 4256 0,0.000 0.000 800 0,0.000 0.000 176 0,0.000 0.000 16 0,0.000 0.000-2656 0,0.000 0.000-544 16,0.000 0.000-96-16,0.000 0.000-32 0,0.000 0.000-1152 0,0.000 0.000-224 15,0.000 0.000-48-15,0.000 0.000-16 0,0.000 0.000-480 0,37.000 21.000 0 16,-37.000-21.000 0-16,0.000 0.000 0 0,0.000 0.000 0 0,39.000 16.000 0 15,-39.000-16.000 0-15,0.000 0.000 0 0,33.000 11.000-144 0,-33.000-11.000-32 16,0.000 0.000 0-16,37.000 11.000-17600 16</inkml:trace>
  <inkml:trace contextRef="#ctx1" brushRef="#br1">7368.000 10739.000 31327 0,'0.000'0.000'1392'0,"0.000"0.000"272"0,0.000 0.000-1328 0,0.000 0.000-336 0,0.000 0.000 0 0,0.000 0.000 0 16,0.000 0.000 1536-16,0.000 0.000 256 0,0.000 0.000 32 0,0.000 0.000 16 15,0.000 0.000-720-15,0.000 0.000-144 0,0.000 0.000-16 0,0.000 0.000-16 16,0.000 0.000-672-16,0.000 0.000-128 0,5.000 36.000-16 0,-5.000-36.000-128 16,0.000 0.000 192-16,0.000 0.000-192 0,0.000 0.000 192 0,0.000 0.000-192 15,0.000 0.000 128-15,22.000 32.000-128 0,-22.000-32.000 0 0,0.000 0.000 0 16,0.000 0.000 144-16,0.000 0.000-16 0,0.000 0.000-128 0,33.000 10.000 192 15,-33.000-10.000-192-15,0.000 0.000 176 0,17.000-7.000-176 0,-17.000 7.000 160 0,14.000-10.000-160 16,-14.000 10.000 0-16,12.000-13.000 0 0,-7.000 6.000 0 0,-5.000 7.000-192 16,10.000-12.000 192-16,-10.000 12.000-160 0,5.000-15.000 160 0,-3.000 8.000-192 0,-2.000 7.000 192 15,6.000-12.000-208-15,-6.000 12.000 80 0,1.000-11.000 128 0,-1.000 11.000 0 16,-1.000-10.000 0-16,1.000 10.000-128 0,-2.000-7.000 128 0,2.000 7.000 0 16,-6.000-4.000 0-16,6.000 4.000 0 0,-6.000-3.000 288 0,6.000 3.000 32 15,-9.000 0.000 16-15,9.000 0.000 0 0,-14.000 1.000 80 0,14.000-1.000 16 16,-19.000 3.000 0-16,8.000-1.000 0 0,-2.000 1.000-240 0,0.000 0.000-32 15,-1.000 0.000-16-15,2.000 0.000 0 0,0.000 0.000-144 0,2.000-1.000 0 16,-1.000 0.000 0-16,3.000-1.000-20032 16</inkml:trace>
  <inkml:trace contextRef="#ctx1" brushRef="#br2">6702.000 10790.000 6447 0,'0.000'0.000'576'0,"0.000"0.000"-576"0,0.000 0.000 0 0,0.000 0.000 0 0,0.000 0.000 656 0,0.000 0.000 32 0,0.000 0.000 0 0,0.000 0.000 0 16,0.000 0.000 304-16,0.000 0.000 64 0,0.000 0.000 16 0,0.000 0.000 0 16,0.000 0.000 1184-16,0.000 0.000 240 0,0.000 0.000 64 0,0.000 0.000 0 15,0.000 0.000-1440-15,0.000 0.000-288 0,0.000 0.000-48 0,0.000 0.000-16 16,0.000 0.000 400-16,0.000 0.000 80 0,0.000 0.000 16 0,0.000 0.000 0 15,0.000 0.000 144-15,0.000 0.000 48 0,0.000 0.000 0 0,0.000 0.000 0 16,0.000 0.000-496-16,0.000 0.000-80 0,0.000 0.000-32 0,0.000 0.000 0 16,0.000 0.000-432-16,0.000 0.000-96 0,0.000 0.000 0 0,0.000 0.000-16 15,0.000 0.000-304-15,0.000 0.000 0 0,0.000 0.000 0 0,0.000 0.000 0 16,0.000 0.000 0-16,0.000 0.000 0 0,0.000 0.000 0 0,0.000 0.000 0 16,-2.000 0.000 160-16,2.000 0.000-32 0,0.000 0.000 0 0,0.000 0.000 0 15,0.000 0.000 192-15,0.000 0.000 16 0,0.000 0.000 16 0,0.000 0.000 0 16,0.000-1.000-112-16,0.000 1.000-32 0,0.000 0.000 0 0,0.000 0.000 0 15,0.000-2.000-64-15,0.000 1.000-16 0,-2.000 1.000 0 0,2.000-2.000 0 16,0.000 1.000-128-16,-2.000-1.000 160 0,2.000 0.000-160 0,0.000 1.000 160 16,0.000-1.000-160-16,-2.000 0.000 0 0,2.000 0.000 0 0,-1.000 0.000 128 0,1.000 0.000-128 0,0.000 0.000 0 15,0.000 1.000 144-15,-2.000-2.000-144 0,2.000 1.000 128 0,0.000 1.000-128 16,-1.000-1.000 128-16,1.000 1.000-128 0,-2.000-1.000 160 0,2.000 1.000-32 16,0.000 0.000-128-16,-2.000-1.000 192 0,2.000 0.000-64 0,0.000 0.000-128 15,-1.000 0.000 176-15,-1.000-1.000-176 0,2.000 0.000 144 0,-2.000-1.000-144 16,1.000 1.000 0-16,-1.000 0.000 144 0,2.000 0.000-144 0,-2.000 0.000 0 15,2.000-1.000 0-15,-2.000 0.000 0 0,0.000 1.000 0 0,2.000 1.000 0 16,-2.000-1.000 0-16,1.000 0.000 0 0,-1.000 1.000 0 0,1.000-1.000 128 16,-1.000 0.000-128-16,0.000 1.000 0 0,2.000-1.000 176 0,-1.000 1.000-48 15,-1.000 1.000-128-15,0.000-1.000 192 0,2.000 0.000-192 0,-1.000 0.000 144 16,-1.000 1.000-144-16,0.000-1.000 128 0,2.000-1.000-128 0,-4.000 1.000 128 0,2.000 0.000-128 0,1.000-2.000 128 16,-1.000 3.000 80-16,1.000-1.000 16 15,-1.000 0.000 0-15,0.000-1.000 0 0,-1.000 1.000-224 0,1.000-1.000 128 0,-1.000 0.000-128 0,1.000 0.000 0 16,-2.000-1.000 0-16,1.000 0.000 0 0,1.000 0.000 0 0,-1.000 1.000 0 15,0.000 0.000 0-15,-1.000-1.000 0 0,3.000 2.000 0 0,-3.000-1.000 0 16,0.000-1.000 0-16,1.000 1.000 0 0,1.000 1.000 128 0,1.000-1.000-128 16,-1.000 1.000 0-16,-1.000-1.000 144 0,1.000 1.000-144 0,-1.000 0.000 128 15,1.000-1.000-128-15,-2.000 0.000 128 0,1.000 0.000-128 0,-1.000 0.000 128 16,1.000 0.000-128-16,1.000 0.000 0 0,-3.000-1.000 0 0,2.000 1.000 128 0,1.000 0.000-128 0,-3.000-1.000 0 16,1.000 2.000 0-16,1.000-1.000 0 0,0.000 0.000 0 0,-1.000 0.000 0 15,1.000 0.000 0-15,-3.000 0.000 0 0,3.000-2.000 0 0,1.000 2.000 0 16,-3.000 0.000 0-16,2.000-1.000 0 0,-2.000 1.000 0 0,-1.000 0.000 0 15,3.000 0.000 0-15,-2.000 0.000 0 0,0.000-1.000 0 0,2.000 1.000 0 16,-1.000 0.000 0-16,0.000 0.000 0 0,1.000 1.000 0 0,-2.000-1.000 0 16,2.000 0.000 128-16,-1.000 0.000-128 15,1.000-1.000 0-15,-3.000 1.000 0 0,3.000 0.000 0 0,-2.000 0.000 0 16,2.000 0.000 0-16,-1.000 0.000 0 0,-1.000 0.000 0 0,1.000-1.000 0 0,-1.000 0.000 0 0,2.000 1.000 0 16,-2.000 0.000 0-16,0.000-1.000 0 0,1.000 1.000 0 0,-1.000 0.000 0 15,0.000-1.000 0-15,2.000 1.000 0 0,-1.000 0.000 144 0,-3.000-1.000 0 16,2.000 1.000 0-16,0.000 0.000 0 0,0.000-1.000-144 0,0.000 0.000 0 0,-1.000 0.000 144 0,0.000 1.000-144 15,1.000-1.000 0-15,-2.000 0.000 0 16,1.000 0.000 0-16,0.000-1.000 0 0,1.000 2.000 0 0,-2.000 0.000 0 0,1.000-1.000 0 0,-2.000 0.000 0 16,1.000 0.000 0-16,-2.000 0.000 0 0,1.000-1.000 0 0,1.000 1.000 0 15,1.000 0.000 0-15,0.000 1.000 0 0,-1.000 0.000 0 0,1.000-1.000 0 16,-2.000-1.000 0-16,0.000 1.000 0 0,0.000 1.000 0 0,0.000-1.000 0 16,0.000 1.000 0-16,0.000 0.000 0 0,0.000 0.000 0 0,0.000-1.000 128 15,-2.000 2.000-128-15,1.000-1.000 0 0,1.000-1.000 0 0,-2.000 2.000 128 16,1.000-1.000-128-16,0.000 1.000 0 0,0.000-1.000 0 0,-1.000-1.000 0 15,2.000 2.000 0-15,-3.000-1.000 0 0,3.000 0.000 0 0,0.000 0.000 0 16,-1.000 1.000 0-16,1.000-1.000 0 0,-2.000 0.000 0 0,2.000-1.000 0 0,2.000 1.000 0 16,-4.000 0.000 0-16,4.000 0.000 0 0,-1.000 1.000 0 0,-1.000-1.000 0 0,0.000 0.000 0 15,0.000 1.000 0-15,0.000-1.000 0 0,2.000-1.000 0 0,-2.000 1.000 0 16,1.000 1.000 0-16,0.000-1.000 0 0,0.000 1.000 0 0,1.000 0.000 0 16,-1.000 1.000 0-16,-1.000-1.000 0 15,0.000 0.000 0-15,0.000 0.000 0 0,0.000-2.000 0 0,0.000 1.000 0 0,0.000 1.000 0 0,-1.000 0.000 0 16,1.000 0.000 0-16,-2.000 0.000 0 0,2.000 0.000 0 0,-2.000-1.000 0 15,1.000 1.000 0-15,-1.000 0.000-128 0,-1.000 1.000 128 0,3.000-2.000 0 16,-2.000 1.000 0-16,-2.000 0.000 0 0,2.000 1.000 0 0,1.000-1.000 0 16,-1.000 1.000 0-16,0.000-2.000 0 0,-2.000 0.000 0 0,2.000 1.000 0 15,-3.000-2.000 0-15,2.000 0.000 0 0,-2.000 2.000 0 0,2.000-1.000 0 16,-2.000 1.000 0-16,2.000-1.000 0 0,0.000 1.000 0 0,-1.000 0.000 0 16,3.000 0.000 0-16,-2.000 0.000 0 0,0.000-1.000 0 0,1.000 0.000 0 0,0.000 2.000 0 15,-1.000 0.000 0-15,0.000 0.000 0 0,2.000 0.000 0 0,0.000 0.000 0 0,1.000-1.000 0 16,1.000 1.000 0-16,0.000 0.000 0 0,0.000 1.000 0 0,2.000-2.000 0 15,-2.000 1.000 0-15,2.000-1.000 0 0,-2.000 2.000 0 0,0.000-2.000 0 16,2.000 1.000 0-16,-2.000-1.000 0 0,2.000 1.000 0 0,-4.000 0.000 0 31,3.000 0.000 0-31,-1.000-2.000 0 0,0.000 3.000 0 0,0.000-1.000-128 0,2.000 0.000 128 0,-2.000 0.000 0 0,0.000 1.000 0 0,0.000-1.000 0 16,1.000 1.000 0-16,-1.000-1.000 0 0,-2.000 1.000 0 0,2.000-1.000 0 16,-1.000 1.000 0-16,-1.000-1.000 0 0,2.000 0.000 0 0,-2.000 0.000 0 15,-2.000 0.000 0-15,2.000 0.000 0 0,0.000 0.000 0 0,-1.000 0.000 0 16,4.000 1.000 0-16,-2.000-1.000 0 0,0.000 1.000 0 0,3.000-1.000 0 15,-1.000 1.000 0-15,0.000-1.000 0 0,-1.000 1.000 0 0,2.000-1.000 0 16,0.000 0.000 0-16,-1.000 1.000 0 0,1.000-1.000 0 0,-1.000 0.000 0 0,1.000 0.000 0 0,0.000-1.000 0 16,-1.000 1.000 0-16,-1.000 0.000 0 0,2.000 1.000 0 0,1.000-1.000 0 15,-4.000 0.000 0-15,3.000-1.000 0 0,-2.000 1.000 0 0,1.000 0.000 0 16,-2.000 0.000 0-16,2.000-1.000 0 0,-1.000 1.000 0 0,-2.000 0.000 0 16,2.000-1.000 0-16,-1.000 1.000 0 0,-1.000 0.000 0 0,2.000 0.000 0 15,-1.000 0.000 0-15,-1.000 0.000 0 0,2.000 0.000 0 0,-2.000 1.000 0 31,-1.000-1.000 0-31,2.000 1.000 0 0,0.000-2.000 0 0,-1.000 2.000 0 16,-1.000-1.000 0-16,1.000 0.000-128 0,-1.000 0.000 128 0,2.000 1.000 0 0,-2.000-1.000 0 0,-1.000 0.000 0 0,0.000 0.000 0 0,1.000 0.000 0 16,-1.000 0.000 0-16,0.000 0.000 0 0,1.000 0.000 0 0,-3.000 1.000 0 15,2.000-1.000 0-15,-3.000 1.000 0 0,1.000 0.000 0 0,0.000 0.000 0 0,-1.000 1.000 0 16,1.000-2.000 0-16,-1.000 1.000 0 0,-1.000 0.000 0 0,1.000-1.000 0 0,-2.000 1.000-128 31,3.000-1.000 128-31,-4.000 1.000 0 0,1.000-1.000 0 0,-1.000 1.000 0 0,2.000-1.000 0 0,1.000 0.000 0 0,-3.000 0.000 0 0,1.000 1.000 0 16,3.000-1.000 0-16,-3.000 1.000 0 0,2.000-1.000 0 0,1.000 0.000 0 15,-1.000 1.000-144-15,2.000 1.000 0 0,0.000-1.000 0 0,2.000 0.000 0 16,-1.000 1.000 0-16,1.000 0.000 0 0,-2.000 0.000 0 0,2.000 0.000 0 16,0.000 0.000 144-16,-1.000 1.000 0 0,-2.000-1.000 0 0,1.000 1.000 0 15,0.000 1.000 0-15,-2.000-1.000 0 0,-2.000 0.000 0 0,1.000 0.000 0 32,1.000 2.000 0-32,-2.000-2.000 0 0,0.000 1.000 0 0,-3.000 0.000 0 15,2.000 1.000 0-15,-1.000-1.000 0 0,-2.000 1.000 0 0,3.000-1.000 0 0,0.000 0.000 0 16,2.000 0.000 0-16,2.000-1.000 0 0,0.000 0.000 0 0,2.000 0.000 0 15,0.000 0.000 0-15,-2.000 1.000 0 0,2.000-1.000 0 16,-2.000 1.000 0-16,2.000 0.000 0 0,-2.000-1.000 0 0,2.000 1.000 0 0,-2.000 0.000 0 0,2.000-1.000 0 16,-2.000 1.000 0-16,4.000-1.000 0 0,-2.000 1.000 0 0,1.000 0.000 0 15,0.000 0.000 0-15,-1.000 0.000 0 0,1.000 0.000 0 0,-1.000 0.000 0 16,2.000 0.000 0-16,-4.000 0.000 0 0,2.000 1.000 0 0,-4.000 0.000 0 16,2.000-2.000 0-16,-1.000 0.000 0 0,1.000 1.000 0 0,1.000 0.000 0 15,-3.000 0.000 0-15,2.000 0.000 0 0,2.000 0.000 0 0,-2.000 1.000 0 16,2.000 0.000 0-16,0.000-1.000 0 0,-2.000 1.000 0 0,0.000-1.000 0 15,1.000 1.000 0-15,0.000 0.000 0 0,0.000 1.000 0 0,0.000-2.000 0 16,-2.000 2.000 0-16,1.000-1.000-128 0,-3.000 2.000 128 0,3.000 0.000 0 16,-3.000 1.000 0-16,0.000-1.000 0 0,3.000 0.000 0 0,-2.000 1.000 0 0,-1.000-1.000 0 0,1.000 0.000 0 15,-1.000-1.000 0-15,3.000 1.000 0 0,-3.000-2.000 0 0,-1.000 1.000 0 16,2.000-1.000 0-16,-1.000 1.000 0 0,-1.000 0.000 0 0,0.000-1.000 0 16,2.000 1.000 0-16,-1.000 0.000 0 0,3.000 0.000 0 0,-3.000 2.000 0 15,-3.000 0.000 0-15,1.000 2.000 0 0,-6.000 4.000 0 0,-4.000 1.000 0 16,-3.000 4.000 0-16,2.000 0.000 0 0,-3.000 0.000 0 0,4.000-4.000 0 15,2.000-1.000 0-15,2.000-2.000 0 0,6.000-1.000 0 0,-3.000-3.000 0 16,4.000 1.000 0-16,-1.000 0.000 0 0,4.000-2.000 0 0,-2.000 1.000 0 16,0.000 2.000 0-16,1.000-2.000 0 0,1.000 0.000 0 0,1.000-1.000 0 15,-1.000 2.000 0-15,1.000-1.000 0 0,2.000 0.000 0 0,-2.000 2.000 0 16,0.000-2.000 0-16,-1.000 2.000 0 0,-1.000 3.000 0 0,-2.000-1.000 0 16,-1.000 2.000 0-16,4.000-2.000 0 0,-2.000 2.000 0 0,0.000-2.000-128 0,3.000 1.000 128 0,-3.000-1.000 0 15,0.000 1.000 0-15,2.000-2.000 0 0,-2.000 1.000 0 0,4.000-2.000 0 16,-2.000 0.000 0-16,3.000 1.000 0 0,-2.000-1.000 0 0,0.000 1.000 0 15,2.000-1.000 0-15,0.000 1.000 0 0,-2.000 3.000 0 0,2.000-1.000 0 16,-3.000 2.000 0-16,0.000 2.000 0 0,0.000-1.000 0 0,0.000 3.000 0 16,1.000 0.000 0-16,-1.000 2.000 0 0,1.000 0.000 0 0,-1.000 1.000 0 15,2.000-1.000 0-15,-2.000-1.000 0 0,4.000-3.000 0 0,1.000-2.000 0 16,-1.000 0.000 0-16,-1.000-1.000 0 0,3.000 2.000 0 0,0.000-3.000 0 16,0.000 0.000 0-16,0.000 1.000 0 0,1.000 1.000 0 0,-3.000 1.000 0 15,1.000-1.000 0-15,1.000 1.000 0 0,-1.000-1.000 0 0,-1.000 1.000 0 16,-1.000 1.000 0-16,3.000-1.000 0 0,-2.000 0.000 0 0,-1.000 1.000 0 0,3.000-1.000 0 0,-3.000 2.000 0 15,3.000 0.000 0-15,0.000-1.000 0 0,-3.000 1.000 0 0,4.000 0.000 0 16,-1.000-1.000 0-16,-1.000 1.000 0 0,9.000-17.000 0 0,-13.000 29.000-128 16,5.000-13.000 128-16,0.000-2.000 0 0,8.000-14.000 0 0,-11.000 27.000 0 15,3.000-11.000 0-15,0.000 0.000 0 0,3.000-4.000 0 0,-3.000 1.000 0 16,0.000 3.000 0-16,0.000 3.000 0 0,0.000-3.000 0 0,0.000 1.000 0 16,0.000 3.000 0-16,-3.000 0.000 0 0,1.000-1.000 0 0,-1.000 2.000 0 15,3.000 1.000 0-15,-2.000-1.000 0 0,1.000 0.000 0 0,-1.000 0.000 0 16,2.000 1.000 0-16,0.000 1.000 0 0,-1.000 2.000 0 0,-2.000-1.000 0 15,1.000 0.000 0-15,0.000 1.000 0 0,-1.000 1.000 0 0,1.000-1.000 0 16,-1.000 1.000 0-16,-2.000 3.000 0 0,-1.000 3.000 0 0,-2.000 3.000 0 0,2.000 4.000 0 16,-4.000 0.000 0-16,2.000 1.000 0 0,-2.000-3.000 0 0,4.000-3.000 0 0,-2.000-4.000 0 15,5.000-3.000 0-15,1.000-4.000 128 0,1.000-4.000-128 0,2.000-2.000 0 16,7.000-17.000 0-16,-8.000 29.000 0 0,8.000-29.000 0 0,-6.000 26.000 0 16,6.000-26.000 0-16,-5.000 28.000 0 0,5.000-28.000 0 0,0.000 0.000 0 15,-5.000 44.000 0-15,5.000-44.000 0 0,-1.000 33.000 0 0,1.000-33.000 0 16,-2.000 35.000 0-16,2.000-35.000 0 0,0.000 39.000 0 0,0.000-39.000 0 15,-2.000 38.000 0-15,2.000-38.000 0 0,0.000 37.000 0 0,0.000-37.000 0 16,-1.000 37.000 0-16,1.000-37.000-128 0,0.000 0.000 128 0,0.000 47.000 0 16,0.000-47.000 0-16,0.000 0.000 0 0,1.000 46.000 0 0,-1.000-46.000 0 15,0.000 32.000 0-15,0.000-32.000 0 0,-1.000 30.000 0 0,1.000-30.000 0 16,0.000 0.000 0-16,0.000 42.000 0 0,0.000-42.000 0 0,0.000 0.000 0 16,1.000 47.000 0-16,-1.000-47.000 0 0,0.000 0.000 0 0,5.000 49.000 0 0,-5.000-49.000 0 15,2.000 37.000 0-15,-2.000-37.000 0 0,5.000 36.000 0 0,-5.000-36.000 0 0,0.000 0.000 0 16,5.000 44.000 0-16,-5.000-44.000 0 0,0.000 0.000 0 0,6.000 46.000 0 15,-6.000-46.000 0-15,0.000 0.000 0 0,3.000 35.000 0 0,-3.000-35.000 0 16,0.000 0.000 0-16,0.000 0.000 0 0,3.000 37.000 0 0,-3.000-37.000 0 16,0.000 0.000 0-16,0.000 0.000 0 0,5.000 36.000 0 0,-5.000-36.000 0 15,0.000 0.000 0-15,0.000 0.000 0 0,5.000 41.000 0 0,-5.000-41.000 0 16,0.000 0.000 0-16,0.000 0.000 0 0,9.000 44.000 0 0,-9.000-44.000 0 16,0.000 0.000 0-16,7.000 39.000 0 0,-7.000-39.000 0 0,0.000 0.000 0 15,6.000 40.000 0-15,-6.000-40.000 0 0,0.000 0.000 0 0,8.000 40.000 0 16,-8.000-40.000 0-16,0.000 0.000 0 0,5.000 35.000 0 0,-5.000-35.000 0 0,0.000 0.000 0 15,0.000 0.000 0-15,11.000 38.000 0 0,-11.000-38.000 0 0,0.000 0.000 0 0,0.000 0.000 0 16,0.000 0.000 0-16,16.000 41.000 0 0,-16.000-41.000 0 0,0.000 0.000 0 16,0.000 0.000 0-16,16.000 43.000 0 0,-16.000-43.000 0 0,0.000 0.000 0 15,0.000 0.000 0-15,16.000 43.000 0 0,-16.000-43.000 0 0,0.000 0.000 0 16,0.000 0.000 0-16,15.000 37.000 0 0,-15.000-37.000 0 0,0.000 0.000 0 16,0.000 0.000 0-16,19.000 44.000 0 0,-19.000-44.000 0 0,0.000 0.000 0 15,0.000 0.000 0-15,19.000 43.000 0 0,-19.000-43.000 0 0,0.000 0.000 0 16,19.000 35.000 0-16,-19.000-35.000 0 0,0.000 0.000 0 0,0.000 0.000 0 15,21.000 44.000 0-15,-21.000-44.000 0 0,0.000 0.000 0 0,0.000 0.000 0 16,22.000 40.000 0-16,-22.000-40.000 0 0,0.000 0.000 784 0,0.000 0.000 192 16,23.000 39.000 48-16,-23.000-39.000 0 15,0.000 0.000-1648-15,0.000 0.000-320 0,25.000 44.000-64 0,-25.000-44.000-16 0,0.000 0.000 832 0,0.000 0.000 192 0,23.000 35.000 0 0,-23.000-35.000 0 16,0.000 0.000 0-16,0.000 0.000 0 0,0.000 0.000 0 0,24.000 33.000 0 16,-24.000-33.000 0-16,0.000 0.000 0 0,0.000 0.000 0 0,29.000 33.000 0 15,-29.000-33.000 0-15,0.000 0.000 0 0,27.000 30.000 0 0,-27.000-30.000 0 16,0.000 0.000 0-16,0.000 0.000 0 15,40.000 39.000 0-15,-40.000-39.000 0 0,0.000 0.000 0 0,0.000 0.000 0 0,40.000 37.000 0 0,-40.000-37.000 0 16,0.000 0.000 0-16,27.000 32.000 0 0,-27.000-32.000 0 0,0.000 0.000 0 16,27.000 35.000 0-16,-27.000-35.000 0 0,0.000 0.000 0 0,29.000 41.000 0 15,-29.000-41.000 0-15,0.000 0.000 0 0,32.000 37.000 0 0,-32.000-37.000 0 16,0.000 0.000 0-16,30.000 33.000 0 0,-30.000-33.000 0 0,0.000 0.000 0 16,31.000 30.000 0-16,-31.000-30.000 0 0,0.000 0.000 0 0,32.000 28.000 0 15,-32.000-28.000 0-15,0.000 0.000 0 0,0.000 0.000 0 0,43.000 34.000 0 16,-43.000-34.000 0-16,0.000 0.000 0 0,0.000 0.000 0 0,38.000 29.000 0 0,-38.000-29.000 0 0,0.000 0.000 0 15,0.000 0.000 0-15,36.000 27.000 0 0,-36.000-27.000 0 0,0.000 0.000 0 16,0.000 0.000 0-16,41.000 29.000 0 0,-41.000-29.000 0 0,0.000 0.000 0 16,37.000 24.000 0-16,-37.000-24.000 0 0,0.000 0.000 0 0,40.000 24.000 0 15,-40.000-24.000 0-15,0.000 0.000 0 0,36.000 25.000 0 0,-36.000-25.000 0 16,0.000 0.000 0-16,0.000 0.000 0 0,38.000 32.000 0 0,-38.000-32.000 0 16,0.000 0.000 0-16,0.000 0.000 0 0,41.000 32.000 0 0,-41.000-32.000 0 15,0.000 0.000 0-15,0.000 0.000 0 0,37.000 31.000 0 0,-37.000-31.000 0 16,0.000 0.000 0-16,38.000 29.000 0 0,-38.000-29.000 720 0,0.000 0.000 240 15,37.000 30.000 64-15,-37.000-30.000 0 16,0.000 0.000-1648-16,43.000 32.000-320 0,-43.000-32.000-64 0,0.000 0.000-16 0,48.000 32.000 832 0,-48.000-32.000 192 0,35.000 21.000 0 0,-35.000-21.000 0 16,36.000 19.000 0-16,-36.000-19.000 0 15,38.000 19.000 0-15,-38.000-19.000 0 0,0.000 0.000 0 0,48.000 21.000 0 0,-48.000-21.000 0 0,0.000 0.000 0 16,43.000 21.000-128-16,-43.000-21.000 128 0,0.000 0.000-208 0,50.000 26.000 80 16,-50.000-26.000 128-16,0.000 0.000 0 0,46.000 25.000 0 0,-46.000-25.000 0 15,0.000 0.000 0-15,53.000 26.000 0 0,-53.000-26.000 0 0,42.000 21.000 0 16,-42.000-21.000 0-16,43.000 17.000 0 15,-43.000-17.000 0-15,46.000 16.000 0 0,-46.000-16.000 0 0,47.000 13.000 0 0,-47.000-13.000 0 0,46.000 15.000 0 16,-46.000-15.000 0-16,41.000 15.000 0 0,-41.000-15.000 0 0,41.000 14.000 0 16,-41.000-14.000 0-16,0.000 0.000 0 0,57.000 18.000 0 0,-57.000-18.000 0 0,0.000 0.000 0 15,56.000 15.000 0-15,-56.000-15.000 0 0,42.000 10.000 0 0,-42.000-10.000 0 0,46.000 8.000 0 16,-46.000-8.000 0-16,51.000 8.000 0 0,-51.000-8.000 0 0,53.000 7.000 0 16,-53.000-7.000 0-16,51.000 5.000 0 0,-51.000-5.000 0 0,45.000 3.000 0 15,-45.000-3.000 0-15,43.000 5.000-128 0,-43.000-5.000 128 0,42.000 4.000 0 16,-42.000-4.000 0-16,40.000 7.000 0 15,-40.000-7.000 0-15,43.000 8.000 0 0,-43.000-8.000 0 0,45.000 11.000 0 0,-45.000-11.000 0 0,44.000 9.000 0 16,-44.000-9.000 0-16,47.000 11.000 0 0,-47.000-11.000 0 0,44.000 9.000 0 16,-44.000-9.000 0-16,41.000 7.000 0 0,-41.000-7.000 0 0,0.000 0.000 0 15,57.000 9.000 0-15,-57.000-9.000 0 0,0.000 0.000 0 0,55.000 5.000 0 16,-55.000-5.000 0-16,0.000 0.000 0 0,54.000 6.000 0 0,-54.000-6.000 0 16,0.000 0.000 0-16,55.000 6.000 0 0,-55.000-6.000 0 0,0.000 0.000 0 15,55.000 7.000 0-15,-55.000-7.000 0 0,0.000 0.000 0 0,57.000 5.000 0 0,-57.000-5.000 0 0,0.000 0.000 0 16,54.000 7.000 0-16,-54.000-7.000 0 0,0.000 0.000 0 0,48.000 4.000 0 15,-48.000-4.000 0-15,0.000 0.000 0 0,43.000 5.000 0 0,-43.000-5.000 0 16,0.000 0.000 784-16,56.000 2.000 192 0,-56.000-2.000 48 0,0.000 0.000 0 31,56.000-1.000-1648-31,-56.000 1.000-320 0,0.000 0.000-64 0,58.000-1.000-16 0,-58.000 1.000 832 0,39.000-3.000 192 0,-39.000 3.000 0 0,39.000-2.000 0 16,-39.000 2.000 0-16,43.000-1.000 0 16,-43.000 1.000 0-16,42.000-2.000 0 0,-42.000 2.000 0 0,0.000 0.000 0 0,54.000-2.000 0 0,-54.000 2.000 0 15,0.000 0.000 0-15,52.000-3.000 0 0,-52.000 3.000 0 0,0.000 0.000 0 0,46.000-5.000 0 16,-46.000 5.000 0-16,38.000-4.000 0 0,-38.000 4.000 0 15,37.000-6.000 0-15,-37.000 6.000 0 0,45.000-8.000 0 0,-45.000 8.000 0 0,43.000-7.000 0 16,-43.000 7.000 0-16,43.000-10.000 0 0,-43.000 10.000 0 0,43.000-9.000 0 0,-43.000 9.000-144 16,0.000 0.000 144-16,51.000-15.000 0 15,-51.000 15.000 0-15,34.000-11.000 0 0,-34.000 11.000 0 0,0.000 0.000 0 0,45.000-14.000 0 0,-45.000 14.000 0 16,0.000 0.000 0-16,45.000-12.000 0 0,-45.000 12.000 0 0,0.000 0.000 0 16,46.000-13.000 0-16,-46.000 13.000 0 0,0.000 0.000 0 0,46.000-16.000 0 15,-46.000 16.000 0-15,32.000-12.000 0 0,-32.000 12.000 0 0,37.000-16.000 0 16,-37.000 16.000 0-16,35.000-18.000 0 0,-35.000 18.000 0 0,39.000-20.000 0 15,-39.000 20.000 0-15,35.000-17.000 0 0,-35.000 17.000 0 0,29.000-14.000 0 16,-29.000 14.000 0-16,0.000 0.000 0 0,35.000-19.000 0 0,-35.000 19.000 0 16,0.000 0.000 0-16,29.000-16.000 0 0,-29.000 16.000 0 0,0.000 0.000 0 15,0.000 0.000 0-15,32.000-20.000 0 0,-32.000 20.000 0 0,0.000 0.000 0 0,27.000-17.000 0 16,-27.000 17.000 0-16,0.000 0.000 0 0,35.000-25.000 0 0,-35.000 25.000 0 0,24.000-21.000 0 16,-24.000 21.000 0-16,24.000-19.000 0 0,-24.000 19.000 0 0,24.000-18.000 0 15,-24.000 18.000 0-15,24.000-18.000 0 0,-24.000 18.000 0 0,21.000-16.000 0 16,-21.000 16.000 0-16,22.000-17.000 0 15,-22.000 17.000 0-15,0.000 0.000 0 0,36.000-24.000 0 0,-36.000 24.000 0 0,0.000 0.000 0 0,27.000-20.000 0 16,-27.000 20.000 0-16,27.000-22.000 0 0,-27.000 22.000 0 0,30.000-26.000 0 16,-30.000 26.000 0-16,31.000-29.000 0 0,-31.000 29.000 0 0,27.000-29.000 0 15,-27.000 29.000 0-15,24.000-29.000 0 0,-24.000 29.000 0 0,22.000-27.000 0 16,-22.000 27.000 0-16,19.000-25.000 0 0,-19.000 25.000 0 0,21.000-23.000 0 16,-21.000 23.000 0-16,16.000-21.000 0 0,-16.000 21.000 0 0,18.000-19.000 0 15,-18.000 19.000 0-15,17.000-18.000 0 0,-17.000 18.000 0 0,0.000 0.000 0 0,18.000-24.000 0 16,-18.000 24.000 0-16,24.000-25.000 0 0,-24.000 25.000 0 0,27.000-29.000 0 0,-14.000 12.000 0 15,-13.000 17.000 0-15,29.000-32.000 0 0,-13.000 15.000 0 0,-16.000 17.000 0 16,25.000-30.000 0-16,-25.000 30.000 0 0,26.000-32.000 0 0,-26.000 32.000 0 16,22.000-29.000 0-16,-22.000 29.000 0 0,21.000-30.000 0 0,-11.000 14.000 0 15,-1.000 1.000 0-15,-1.000-2.000 0 0,2.000 1.000 0 0,-2.000 0.000 0 16,2.000 0.000 0 0,-1.000 0.000 0-16,-9.000 16.000 0 0,16.000-29.000 0 0,-8.000 14.000 0 15,-8.000 15.000 0-15,16.000-29.000 0 0,-16.000 29.000 0 0,18.000-29.000 0 16,-12.000 13.000 0-16,4.000 1.000 0 0,-2.000-1.000 0 0,0.000 1.000 0 0,0.000 0.000 0 0,-2.000 0.000 0 0,-1.000 1.000 0 15,2.000-2.000 0-15,-1.000 0.000 0 0,0.000-1.000 0 0,-1.000-1.000 0 0,0.000-1.000 0 16,1.000 0.000 0-16,-1.000 1.000 0 0,1.000-3.000 0 0,-1.000-1.000 0 16,0.000 1.000 0-16,1.000 1.000 0 0,-1.000 1.000 0 15,0.000 4.000 0-15,-2.000-2.000 0 0,2.000 0.000 0 0,1.000 2.000 0 0,-4.000 1.000 0 0,1.000 1.000 0 16,0.000-2.000 0-16,1.000 0.000 0 0,-1.000 1.000 0 0,-1.000-3.000 0 16,-1.000-1.000 0-16,2.000-1.000 0 0,0.000 1.000 0 0,-1.000 0.000 128 15,-1.000-1.000-128-15,3.000-1.000 0 0,-3.000 1.000 0 0,1.000-2.000 0 16,1.000 0.000 0-16,-1.000 1.000 0 0,1.000 1.000 0 0,0.000 1.000 0 15,-1.000 3.000 0-15,-1.000-1.000 0 0,-1.000 3.000 0 0,2.000-3.000 0 16,-1.000 1.000 0-16,1.000 3.000 0 0,-2.000 2.000 0 0,0.000 0.000 0 16,2.000-3.000 0-16,-1.000-4.000 0 0,3.000-3.000 0 0,-3.000 0.000 0 15,1.000 0.000 0-15,-2.000 1.000 0 0,2.000 3.000 0 0,-1.000-1.000 0 0,-1.000 2.000 0 16,0.000 1.000 0-16,0.000 0.000 0 0,0.000 0.000 0 0,0.000-1.000 0 16,0.000-2.000 0-16,0.000 0.000 0 0,0.000-1.000 0 15,-1.000 1.000 0-15,-1.000 1.000 0 0,0.000 0.000 0 0,-1.000-1.000 0 0,1.000 2.000 0 0,-1.000-1.000 0 31,1.000 1.000 0-31,1.000 0.000 0 0,-2.000-2.000 0 0,1.000 0.000 0 0,-1.000 0.000 0 0,0.000-2.000 0 0,3.000 1.000 0 0,-2.000-1.000 0 16,2.000 1.000 0-16,0.000 2.000 0 0,0.000 0.000 0 0,0.000 2.000 0 16,0.000 0.000 0-16,0.000 1.000 0 0,0.000 2.000 0 0,0.000-2.000 0 15,-1.000 2.000 0-15,1.000-2.000 0 0,-2.000 0.000 0 0,2.000-1.000 0 16,-2.000 1.000 0-16,2.000-1.000 0 0,-3.000 0.000 0 0,1.000 0.000 0 16,1.000 1.000 0-16,-1.000-1.000 0 0,-1.000-3.000 0 0,0.000 0.000 0 15,0.000 2.000 0-15,1.000 0.000 0 0,1.000 2.000 128 0,-1.000 1.000-128 16,0.000 1.000 160-16,2.000-2.000-160 0,0.000 2.000 144 0,-3.000-1.000-144 15,3.000 2.000 128-15,0.000 0.000-128 0,0.000 1.000 0 0,0.000 1.000 0 16,0.000 0.000 0-16,0.000 0.000 0 0,0.000 0.000 0 0,0.000-2.000 0 0,-2.000-1.000 0 0,2.000 1.000 0 16,-1.000 1.000 0-16,2.000 0.000 0 0,-2.000-1.000 128 0,1.000 1.000-128 15,-2.000-2.000 0-15,2.000-1.000 0 0,0.000-1.000 0 0,-1.000 0.000 0 32,-1.000-3.000 0-32,2.000-1.000 0 0,0.000 0.000 0 0,0.000 1.000 0 0,0.000 4.000 0 0,0.000 0.000 0 0,0.000 0.000 0 0,0.000 0.000 0 15,0.000 2.000 0-15,2.000 0.000 0 0,-2.000 3.000 0 0,0.000-1.000 0 16,0.000-3.000 0-16,0.000 1.000 0 0,0.000 0.000 0 0,0.000 0.000 0 15,-2.000 1.000 0-15,2.000-1.000 0 0,0.000 2.000 0 0,-3.000-1.000 0 16,2.000 0.000 0-16,-1.000-1.000 0 0,0.000-2.000 0 0,1.000 1.000 0 16,-1.000-1.000 0-16,0.000 1.000 0 15,1.000-1.000 0-15,-1.000 1.000 0 0,0.000 0.000 0 0,1.000 0.000 0 0,-1.000 0.000 0 0,2.000 0.000 0 0,0.000 2.000 0 0,-1.000-1.000 0 16,1.000 1.000 0-16,-2.000 0.000 0 0,2.000 2.000 0 0,-3.000-1.000 0 16,3.000 0.000 0-16,0.000 0.000 0 0,-1.000 1.000 0 0,-1.000 0.000 0 15,2.000-1.000 0-15,-2.000 0.000 0 0,1.000 1.000 0 0,-1.000-1.000 0 31,0.000 1.000 0-31,1.000 0.000 0 0,-1.000-2.000 0 0,-1.000 1.000 128 16,1.000-1.000-128-16,1.000-1.000 0 0,-4.000 1.000 192 0,4.000-2.000-32 16,-3.000 1.000-16-16,3.000-1.000 0 0,-1.000 2.000-144 0,-1.000 0.000 0 15,1.000-1.000 0-15,-1.000 2.000 0 0,1.000 0.000 0 0,1.000 0.000 0 16,-1.000 1.000 0-16,-1.000 0.000 0 0,2.000 0.000 128 0,-1.000 0.000-128 16,0.000 1.000 0-16,1.000-1.000 128 0,-1.000 0.000-128 0,0.000 1.000 0 15,1.000 0.000 0-15,-1.000-2.000 0 0,-1.000 2.000 0 0,1.000 0.000 0 16,-1.000 0.000 128-16,0.000-2.000-128 0,0.000 0.000 0 0,1.000-1.000 128 0,-1.000 1.000-128 15,-2.000 0.000 128-15,2.000 0.000-128 0,1.000-2.000 0 0,-4.000 0.000 0 16,3.000 0.000 128-16,0.000 1.000-128 0,1.000 1.000 0 0,-1.000 0.000 0 0,-1.000 1.000 0 16,1.000 0.000 0-16,2.000-2.000 0 0,-4.000 2.000 0 0,2.000 0.000 0 15,0.000 1.000 0-15,-1.000-2.000 0 0,3.000 2.000 0 0,-2.000 0.000 128 16,-1.000 0.000-128-16,1.000 0.000 128 0,0.000 1.000-128 0,0.000-1.000 128 16,1.000 0.000-128-16,-1.000-1.000 128 0,1.000 2.000-128 0,-1.000-1.000 128 15,0.000 0.000-128-15,0.000-1.000 0 0,-2.000 0.000 0 0,2.000 1.000 0 16,1.000-1.000 0-16,-1.000 0.000 0 0,1.000 0.000 0 0,-2.000 0.000 0 15,2.000-1.000 0-15,-1.000 1.000 0 0,-2.000 1.000 0 0,2.000-2.000 0 16,-2.000 3.000 0-16,2.000-2.000 0 0,-2.000 1.000 0 0,2.000-1.000 0 16,-2.000 1.000 0-16,0.000 0.000 0 0,2.000 1.000 0 0,0.000-2.000 0 15,-2.000 1.000 0-15,2.000 0.000 0 0,-3.000-1.000 0 0,2.000 0.000 0 0,-1.000 0.000 0 16,2.000 1.000 0-16,0.000-1.000 0 0,-2.000 1.000 0 0,2.000-1.000 0 0,-2.000 0.000 0 16,2.000 0.000 0-16,0.000 0.000 0 0,1.000 1.000 0 0,-1.000 1.000 0 15,1.000-2.000 0-15,-1.000 2.000 0 0,0.000-1.000 0 0,0.000 0.000 0 16,0.000-1.000 0-16,-1.000 1.000 0 0,1.000 1.000 0 0,-2.000-1.000 0 15,2.000-1.000 0-15,0.000 1.000 0 0,0.000 1.000 0 0,1.000-1.000 0 16,-1.000 0.000 0-16,-2.000 0.000 0 0,2.000 2.000 0 0,1.000-2.000 0 16,-1.000-1.000 0-16,-1.000 1.000 0 0,0.000-1.000 0 0,1.000-2.000 0 15,-2.000 1.000 0-15,2.000 0.000 0 0,1.000-2.000 0 0,-4.000 3.000 0 16,3.000 0.000 0-16,1.000 1.000 0 0,-1.000-1.000 0 0,-2.000 2.000 0 0,2.000-1.000 0 0,1.000 0.000 0 16,-1.000 0.000 0-16,0.000 2.000 0 0,0.000 0.000 0 0,1.000-2.000 0 15,-1.000 2.000 0-15,0.000-2.000 0 0,0.000 1.000 0 0,-1.000 1.000 0 16,1.000-1.000 0-16,0.000 1.000 0 0,0.000-1.000 0 0,0.000 1.000 0 15,0.000-1.000 0-15,-1.000 1.000 0 0,1.000-1.000 0 0,-2.000-1.000 0 16,1.000 1.000 0-16,0.000-1.000 0 0,0.000 1.000 0 0,0.000-1.000 0 16,1.000 0.000 0-16,-2.000 0.000 0 0,2.000 0.000 0 0,0.000-1.000 0 15,0.000 1.000 0-15,0.000 1.000 0 0,1.000-1.000 0 0,0.000 0.000 0 16,-1.000 1.000 0-16,1.000 0.000 0 0,1.000 0.000 0 0,-1.000 1.000 0 16,-1.000-1.000 0-16,0.000 2.000 0 0,1.000 1.000 0 0,1.000 0.000 0 15,-1.000-1.000 0-15,-1.000 1.000 0 0,3.000 0.000 0 0,-2.000 0.000 0 16,-1.000 1.000 0-16,1.000 0.000 0 0,-1.000-1.000 0 0,0.000 1.000 0 15,0.000-1.000 0-15,0.000 1.000 0 0,1.000 0.000 0 0,-1.000 0.000 0 0,-2.000 0.000 0 0,3.000 1.000 0 16,-3.000-1.000 0-16,1.000 1.000 0 0,-1.000-1.000 0 0,2.000 1.000 0 16,-2.000-1.000 0-16,0.000 1.000 0 0,-1.000-1.000 0 0,3.000 0.000 0 15,-2.000 0.000 0-15,0.000 0.000 0 0,-2.000 0.000-128 0,-2.000 0.000 128 16,1.000 0.000 0-16,-6.000 2.000 0 16,-3.000 0.000-752-16,-7.000 2.000-80 0</inkml:trace>
  <inkml:trace contextRef="#ctx1" brushRef="#br2">2919.000 10858.000 13823 0,'0.000'-1.000'1216'0,"0.000"0.000"-960"0,0.000 0.000-256 0,0.000 0.000 0 0,0.000 1.000 0 0,0.000-1.000 0 15,3.000-1.000 0-15,-3.000-1.000-160 0,0.000 0.000 160 0,3.000 0.000 0 0,-3.000 1.000 0 0,0.000 0.000 0 16,0.000 2.000 672-16,2.000-1.000 160 0,-2.000-1.000 48 0,0.000 2.000 0 15,0.000 2.000 16-15,0.000-2.000 16 0,0.000 0.000 0 0,-2.000 0.000 0 16,2.000 1.000 160-16,0.000-1.000 16 0,0.000 2.000 16 0,-1.000 1.000 0 16,-1.000 0.000-400-16,2.000 1.000-96 15,-3.000 2.000-16-15,2.000 1.000 0 0,-1.000 0.000-400 0,0.000 1.000-192 0,1.000 1.000 160 0,-1.000 0.000-160 16,2.000 1.000 0-16,0.000-10.000 0 0,0.000 0.000 0 0,0.000 0.000 0 16,-3.000 49.000 0-16,3.000-49.000 0 0,0.000 0.000 0 0,-8.000 47.000 0 15,8.000-47.000 0-15,-8.000 29.000 0 0,5.000-15.000 0 0,-2.000 3.000 0 16,5.000-17.000 304-16,-13.000 40.000-48 0,13.000-40.000 0 0,-13.000 46.000 0 15,7.000-29.000 256-15,6.000-17.000 32 0,-16.000 42.000 16 0,9.000-19.000 0 16,-4.000 1.000-432-16,3.000 1.000-128 0,0.000 2.000 0 0,-3.000 2.000 0 0,1.000 2.000 0 16,1.000-1.000 0-16,-1.000 0.000 0 0,2.000 0.000 0 0,-3.000 2.000 0 0,1.000-2.000 0 15,-1.000 1.000 0-15,2.000-2.000-144 0,9.000-29.000 144 0,-16.000 47.000 0 16,8.000-20.000 0-16,-1.000 3.000 0 0,2.000 0.000 0 0,-1.000 1.000 0 16,-1.000 3.000 0-16,0.000-1.000 0 0,3.000-1.000 0 0,-1.000-1.000 0 15,-2.000-4.000 0-15,2.000 2.000 0 0,-1.000 1.000 0 0,-1.000 0.000 0 16,2.000-1.000 0-16,-1.000-2.000 0 0,1.000-4.000 0 0,-2.000 5.000 0 15,1.000 6.000 0-15,-3.000 4.000 0 0,1.000 2.000 592 0,0.000-4.000 48 16,1.000-4.000 16-16,4.000-2.000 0 0,5.000-30.000 544 0,-12.000 53.000 96 16,12.000-53.000 32-16,-10.000 53.000 0 0,10.000-53.000-1088 0,-11.000 55.000-240 15,11.000-55.000 0-15,-8.000 51.000 0 0,8.000-51.000 0 0,-8.000 48.000 0 16,8.000-48.000 0-16,-9.000 44.000 0 0,9.000-44.000 0 0,-9.000 44.000 0 16,9.000-44.000 0-16,-8.000 40.000-128 0,8.000-40.000 128 0,-11.000 39.000 0 15,11.000-39.000 0-15,-8.000 40.000 0 0,8.000-40.000 0 0,-11.000 39.000 0 0,11.000-39.000 0 0,-11.000 33.000 0 16,11.000-33.000 0-16,-13.000 33.000 128 0,13.000-33.000-128 0,-13.000 40.000 0 15,5.000-18.000 176-15,0.000 0.000-48 0,2.000 0.000 0 0,-1.000 1.000 0 16,-2.000-1.000 16-16,2.000 2.000 0 0,-1.000 0.000 0 0,8.000-24.000 0 16,-16.000 47.000-144-16,7.000-24.000 0 0,-1.000-2.000 0 0,0.000 0.000 0 15,1.000 1.000 0-15,1.000-2.000 0 0,0.000-1.000 0 0,-1.000-3.000 0 16,4.000-4.000 0-16,-2.000 0.000 128 0,7.000-12.000-128 0,-8.000 22.000 0 16,2.000-11.000 288-16,1.000-1.000-32 0,2.000 1.000 0 0,-2.000-1.000 0 15,2.000 0.000 272-15,3.000-10.000 48 0,-8.000 19.000 16 0,8.000-19.000 0 0,-7.000 20.000-464 16,7.000-20.000-128-16,0.000 0.000 0 0,-8.000 29.000 0 0,8.000-29.000 0 15,0.000 0.000 0-15,-7.000 25.000 0 0,7.000-25.000 0 0,0.000 0.000 0 0,0.000 0.000 0 16,0.000 0.000 0-16,0.000 0.000 0 0,-5.000 28.000 0 0,3.000-27.000 0 16,2.000 0.000 0-1,0.000-1.000 0-15,0.000 0.000 0 0,0.000-1.000 0 0,-2.000 1.000 0 0,2.000-1.000 0 0,0.000 0.000 0 0,-3.000 0.000 0 16,0.000-2.000-128-16,-2.000 1.000-17904 16</inkml:trace>
  <inkml:trace contextRef="#ctx1" brushRef="#br2">3759.000 10419.000 26719 0,'-2.000'-3.000'2368'0,"1.000"0.000"-1888"16,1.000 2.000-480-16,1.000-1.000 0 0,1.000 1.000-1088 0,-2.000 0.000-304 0,2.000-2.000-64 0,-1.000-3.000-16 15,2.000 1.000-432-15,0.000-1.000-80 0,-3.000 1.000-32 0,2.000 0.000 0 0,-2.000 2.000 2016 0,0.000 0.000 544 0,0.000 1.000 32 0,0.000 2.000 16 16,2.000 0.000 656-16,-2.000 0.000 128 16,-2.000 1.000 32-16,2.000 2.000 0 15,-2.000 3.000-1280-15,-1.000 2.000-128 0,-1.000 3.000-256 0,-1.000 3.000 64 0,5.000-14.000 192 0,-12.000 33.000 0 0,12.000-33.000 0 0,-15.000 45.000 0 16,15.000-45.000 0-16,-16.000 50.000 176 0,16.000-50.000-176 0,-15.000 50.000 192 16,15.000-50.000-192-16,-19.000 56.000 0 0,7.000-27.000 0 0,0.000 0.000 128 15,0.000 1.000 0-15,-2.000 1.000 0 0,-1.000 0.000 0 0,1.000-1.000 0 16,2.000 1.000 96-16,-1.000 4.000 16 0,-3.000 2.000 0 0,2.000 4.000 0 15,2.000-2.000-64-15,-3.000 1.000-16 0,1.000 1.000 0 0,-1.000-1.000 0 16,-1.000-3.000-160-16,1.000 4.000 0 0,-2.000 4.000 0 0,-1.000 4.000 0 16,0.000 2.000 0-16,-1.000 1.000 0 0,3.000 0.000 128 0,2.000-5.000-128 15,-1.000-6.000 0-15,1.000 2.000 0 0,-1.000 3.000 0 0,1.000 3.000 0 16,1.000 2.000 0-16,-1.000 0.000 0 0,1.000 1.000 144 0,0.000-1.000-144 0,-1.000-1.000 0 16,3.000-3.000 0-16,-2.000-4.000 0 0,0.000-3.000 0 0,1.000 0.000 0 0,-2.000 3.000 0 15,0.000 3.000 0-15,1.000 1.000 0 0,-1.000-2.000 144 0,1.000 0.000-144 16,-1.000-3.000 192-16,-2.000-5.000-192 0,5.000-3.000 1648 0,-2.000 0.000 208 15,0.000 0.000 64-15,0.000 4.000 0 0,0.000 1.000-1264 0,-1.000 0.000-240 16,3.000 1.000-48-16,-2.000-2.000-16 0,2.000 0.000-224 0,-2.000-1.000-128 16,3.000-3.000 128-16,-1.000-2.000-128 0,3.000-6.000 128 0,8.000-26.000-128 15,-16.000 56.000 160-15,16.000-56.000-160 0,-11.000 57.000 128 0,11.000-57.000-128 16,-11.000 60.000 0-16,11.000-60.000 144 0,-10.000 61.000-144 0,10.000-61.000 0 16,-11.000 60.000 0-16,11.000-60.000 0 0,-11.000 50.000 0 15,11.000-50.000 0-15,-8.000 47.000 0 0,8.000-47.000 0 0,-11.000 46.000 0 0,11.000-46.000 0 16,-8.000 44.000 0-16,8.000-44.000 0 0,-11.000 46.000 0 0,11.000-46.000 0 0,-10.000 48.000 0 0,10.000-48.000 0 15,-13.000 50.000 0-15,13.000-50.000 0 0,-11.000 49.000 0 0,11.000-49.000 128 16,-10.000 45.000 192-16,10.000-45.000 48 0,-11.000 41.000 0 0,11.000-41.000 0 16,-10.000 35.000 464-16,10.000-35.000 112 0,-9.000 30.000 16 0,9.000-30.000 0 15,-8.000 29.000-768-15,8.000-29.000-192 0,-8.000 32.000 0 0,8.000-32.000 0 16,-10.000 33.000 0-16,10.000-33.000 0 0,-8.000 30.000 0 0,8.000-30.000 0 16,-8.000 33.000 0-16,8.000-33.000 0 0,-11.000 34.000 0 0,11.000-34.000 0 15,-8.000 32.000 0-15,8.000-32.000 0 0,-7.000 29.000 0 0,7.000-29.000 128 16,0.000 0.000 112-16,-12.000 31.000 16 0,12.000-31.000 0 0,0.000 0.000 0 15,-7.000 30.000 0-15,7.000-30.000 0 0,0.000 0.000 0 0,-9.000 31.000 0 16,9.000-31.000-256-16,-6.000 24.000 0 0,6.000-24.000 0 0,-7.000 23.000 0 16,7.000-23.000 0-16,-7.000 27.000 0 15,7.000-27.000 0-15,-7.000 27.000 0 0,7.000-27.000 128 0,-7.000 25.000 16 0,7.000-25.000 16 0,-8.000 24.000 0 0,8.000-24.000 112 0,-6.000 24.000 32 16,6.000-24.000 0-16,0.000 0.000 0 0,-8.000 25.000-304 0,8.000-25.000 0 16,0.000 0.000 0-16,0.000 0.000 0 0,0.000 0.000 0 0,-5.000 27.000 0 15,5.000-27.000 0-15,0.000 0.000 0 0,0.000 0.000 0 0,0.000 0.000 0 16,0.000 0.000 0-16,0.000 0.000 0 0,0.000 0.000 0 0,0.000 0.000 0 15,0.000 0.000 0-15,-5.000 25.000 0 0,5.000-25.000 0 0,0.000 0.000 0 16,-7.000 19.000 0-16,7.000-19.000 0 0,0.000 0.000 0 0,-9.000 29.000 0 16,9.000-29.000 0-16,-6.000 20.000 0 0,6.000-20.000 0 0,-8.000 18.000 0 15,8.000-18.000 0-15,0.000 0.000 0 0,0.000 0.000 0 0,-5.000 25.000 0 16,5.000-25.000 0-16,0.000 0.000 0 16,0.000 0.000-416-16,0.000 0.000-32 0</inkml:trace>
  <inkml:trace contextRef="#ctx1" brushRef="#br2">4434.000 10276.000 11055 0,'2.000'-4.000'976'16,"-2.000"1.000"-784"-16,0.000 2.000-192 0,0.000 1.000 0 0,2.000 0.000 0 0,0.000-1.000 0 0,-2.000-2.000 0 0,3.000 0.000 0 0,-3.000-2.000 0 0,2.000 2.000 0 16,0.000 0.000 128-16,-2.000 2.000-128 15,1.000 1.000 1088-15,-1.000 1.000 128 0,-1.000 2.000 32 0,-1.000 1.000 0 0,0.000 5.000 16 0,-1.000 1.000 0 16,3.000-10.000 0-16,-11.000 29.000 0 0,3.000-11.000-560 0,-1.000 0.000-128 16,2.000 1.000 0-16,-3.000 2.000-16 0,-2.000 4.000-304 0,0.000 1.000-64 15,0.000 4.000-16-15,0.000 3.000 0 0,-2.000 7.000-176 0,1.000 1.000 128 16,1.000 0.000-128-16,0.000 0.000 128 0,0.000 0.000-128 0,2.000-4.000 0 15,-1.000 0.000 0-15,1.000 0.000 0 0,2.000 3.000 0 0,-3.000 3.000 0 16,3.000 4.000 0-16,-1.000 0.000 0 0,0.000 1.000 0 0,1.000-1.000 0 16,-3.000 1.000 0-16,3.000-3.000 0 0,-3.000-2.000 448 0,1.000 4.000 0 15,2.000 4.000 0-15,-3.000 3.000 0 0,3.000 1.000 1856 0,-3.000-1.000 368 0,3.000-4.000 80 0,0.000-5.000 0 32,-1.000-3.000-3024-32,0.000 2.000-624 0,1.000 2.000-112 0,-3.000 3.000-16 0,3.000 5.000 864 0,0.000-1.000 160 0,-3.000 0.000 0 0,3.000-1.000 128 15,-3.000-5.000-128-15,-2.000 11.000 0 0,-3.000 9.000 0 0,-1.000 4.000 128 16,-1.000 1.000 1280-16,0.000-12.000 272 0,2.000-13.000 48 0,3.000-5.000 16 15,-2.000-5.000-1168-15,0.000 0.000-256 0,2.000 0.000-32 0,-1.000 3.000-16 16,1.000 7.000-272-16,-3.000 0.000 0 0,5.000 0.000 0 0,-3.000-1.000 0 16,2.000 1.000 0-16,-5.000 5.000 0 0,-2.000 8.000 0 0,1.000-1.000 0 15,0.000-4.000 144-15,2.000-7.000 32 0,2.000-9.000 0 0,4.000-5.000 0 16,0.000-2.000 128-16,-2.000-3.000 16 0,4.000 0.000 16 0,-3.000 3.000 0 16,1.000 5.000-336-16,1.000 0.000 0 0,-1.000 2.000 0 0,2.000 0.000 0 0,0.000-1.000 0 0,0.000 0.000 0 15,1.000-3.000 0-15,0.000 2.000 0 0,-1.000 1.000 0 0,-1.000 1.000 0 16,0.000-1.000 0-16,-1.000 0.000 0 0,0.000 3.000 0 0,-2.000 4.000 0 15,0.000 4.000 0-15,-2.000 2.000 128 0,0.000 0.000-128 0,-1.000-6.000 144 16,1.000-4.000-144-16,3.000-4.000 160 0,-3.000-3.000 96 0,2.000-1.000 0 16,0.000 1.000 16-16,2.000-1.000 0 0,1.000-3.000-272 0,0.000 0.000 0 15,3.000-2.000 0-15,-2.000-1.000 0 0,8.000-27.000 0 0,-8.000 46.000 0 16,8.000-46.000 0-16,-8.000 42.000 0 0,8.000-42.000 0 0,-11.000 44.000 0 16,11.000-44.000 0-16,-10.000 44.000 0 0,5.000-19.000 0 0,-4.000-2.000 0 15,4.000-1.000 0-15,-2.000 0.000 0 0,1.000 1.000 0 0,0.000 0.000 0 16,-1.000 1.000 0-16,1.000-3.000 0 0,1.000 0.000 128 0,-1.000 1.000-128 15,1.000 1.000 0-15,-2.000 0.000 0 0,3.000-1.000 0 0,-2.000 0.000 160 0,1.000 0.000-160 0,5.000-22.000 128 16,-9.000 34.000 64-16,9.000-34.000 16 0,-6.000 26.000 0 0,6.000-26.000 0 16,-6.000 20.000-208-16,6.000-20.000 0 0,0.000 0.000 0 0,-5.000 23.000 0 15,5.000-23.000 0-15,0.000 0.000 0 0,-5.000 18.000 0 0,5.000-18.000 0 16,0.000 0.000 0-16,0.000 0.000 0 0,-5.000 19.000 0 0,5.000-19.000 0 16,0.000 0.000 0-16,0.000 0.000 0 0,0.000 0.000 0 0,0.000 0.000 0 15,-3.000 10.000 0-15,0.000-10.000 0 0,3.000 0.000 0 0,0.000 0.000 0 16,0.000 0.000-192-16,0.000-2.000-16 0,0.000-1.000-16 0,0.000-3.000-12320 15,3.000-5.000-2480-15</inkml:trace>
  <inkml:trace contextRef="#ctx1" brushRef="#br2">5147.000 10218.000 10127 0,'-3.000'0.000'896'0,"0.000"0.000"-704"0,3.000 1.000-192 0,0.000-1.000 0 0,-2.000 0.000 288 0,2.000 0.000 32 0,0.000 0.000 0 0,0.000 1.000 0 0,0.000-1.000-320 0,0.000 1.000 0 16,-1.000-1.000 0-16,1.000 1.000 0 0,0.000 0.000 1344 0,0.000-1.000 224 16,0.000 1.000 32-16,0.000 0.000 16 0,1.000 2.000-720 0,-2.000 3.000-128 15,1.000 2.000-48-15,-2.000 1.000 0 0,2.000-9.000-560 0,0.000 0.000-160 16,-6.000 39.000 0-16,6.000-39.000 0 0,-7.000 33.000 128 0,7.000-33.000-128 16,-8.000 34.000 128-16,8.000-34.000-128 0,-11.000 35.000 256 0,3.000-14.000-32 15,0.000 1.000 0-15,0.000 2.000 0 0,0.000-1.000 496 0,0.000 2.000 112 0,-1.000 2.000 0 0,1.000 1.000 16 16,-2.000 0.000-560-16,2.000 3.000-112 0,-2.000 1.000-32 0,-2.000 1.000 0 15,2.000 1.000-144-15,-3.000 1.000 0 0,4.000-1.000 0 0,-6.000 3.000 128 16,2.000 5.000-128-16,-3.000 6.000 0 0,-1.000 6.000 144 0,-1.000-3.000-144 16,2.000-5.000 1216-16,0.000-4.000 192 0,3.000-5.000 16 0,-1.000-3.000 16 15,3.000-4.000-752-15,-3.000 3.000-160 0,-2.000 4.000-16 0,1.000 4.000-16 16,-1.000 6.000-496-16,3.000-4.000 0 0,-1.000 1.000 0 0,0.000-2.000 0 16,2.000-1.000 736-16,2.000-5.000 256 0,-2.000-2.000 48 0,2.000 2.000 16 15,-1.000 3.000-864-15,0.000 3.000-192 0,-2.000 4.000 0 0,3.000 0.000 0 16,-2.000 1.000 0-16,2.000-1.000 0 0,-2.000-1.000 0 0,0.000-3.000 0 0,1.000-1.000 0 15,1.000 0.000 0-15,2.000 0.000 0 0,-3.000 0.000 0 0,1.000 2.000 0 16,0.000-2.000 0-16,0.000 0.000 0 0,-1.000-3.000 0 16,1.000 0.000-912-16,0.000-4.000-96 0,-1.000-1.000-16 0,0.000-1.000 0 15,0.000-2.000 1696-15,-1.000 3.000 336 0,0.000 0.000 64 0,0.000 4.000 16 16,0.000 4.000-1536-16,0.000 1.000-288 0,-2.000 0.000-64 0,4.000-5.000-16 0,-2.000 0.000 816 0,2.000-4.000 0 16,2.000 0.000 0-16,-1.000-3.000 144 0,0.000-1.000-144 0,3.000 1.000 0 15,-2.000 2.000 144-15,3.000 0.000-144 0,-1.000 1.000 0 0,-2.000 0.000 128 16,3.000-3.000-128-16,0.000-1.000 0 0,0.000 0.000 0 0,-1.000 0.000 0 15,6.000-29.000 0-15,-11.000 56.000 0 0,11.000-56.000 0 0,-11.000 56.000 0 16,1.000-22.000 0-16,5.000-3.000 0 0,-1.000-3.000 0 0,6.000-28.000 128 0,-11.000 54.000-128 16,4.000-27.000 0-16,7.000-27.000 0 0,-11.000 57.000 0 0,5.000-27.000 0 15,-1.000-2.000 0-15,-1.000-1.000 0 0,1.000-1.000 0 0,0.000 2.000 0 0,7.000-28.000 128 16,-10.000 44.000-128-16,10.000-44.000 0 0,-11.000 44.000 0 0,11.000-44.000 128 16,-8.000 51.000-128-16,3.000-20.000 0 0,-1.000 3.000 0 0,0.000 2.000 128 15,-1.000 0.000 64-15,2.000-1.000 0 0,-2.000-5.000 16 0,0.000-2.000 0 16,7.000-28.000 528-16,-10.000 48.000 96 0,10.000-48.000 32 0,-12.000 42.000 0 15,12.000-42.000-672-15,-13.000 45.000-192 0,5.000-21.000 0 0,0.000 0.000 128 16,3.000 0.000-128-16,-3.000-1.000 0 0,2.000 2.000 0 0,-1.000 0.000 0 16,1.000-2.000 0-16,-2.000-1.000 0 0,1.000 1.000 0 0,7.000-23.000 0 15,-11.000 45.000 0-15,11.000-45.000 0 0,-13.000 42.000 0 0,13.000-42.000 0 16,-8.000 36.000 0-16,8.000-36.000 0 0,-9.000 31.000 0 0,9.000-31.000 0 16,-7.000 30.000 0-16,7.000-30.000 0 0,-6.000 31.000 0 0,6.000-31.000 0 0,-8.000 34.000 0 0,8.000-34.000 0 15,-6.000 35.000 0-15,6.000-35.000 0 0,-7.000 35.000 0 0,7.000-35.000 0 16,-5.000 35.000 0-16,5.000-35.000 0 0,-7.000 34.000 0 0,7.000-34.000 0 15,-7.000 28.000 0-15,7.000-28.000 0 0,-6.000 24.000 0 0,6.000-24.000 0 16,-7.000 23.000 128-16,7.000-23.000-128 0,-6.000 21.000 448 0,6.000-21.000 0 16,-6.000 20.000 16-16,6.000-20.000 0 0,-5.000 22.000-304 0,5.000-22.000-160 15,-7.000 26.000 160-15,7.000-26.000-160 0,-6.000 23.000 128 0,6.000-23.000-128 16,-5.000 22.000 0-16,2.000-11.000 0 0,1.000-2.000 208 0,2.000-9.000-48 16,-3.000 15.000-16-16,1.000-10.000 0 15,1.000-1.000 32-15,-1.000-2.000 0 0,2.000 0.000 0 0,0.000-1.000 0 0,0.000-1.000-176 0,-3.000 0.000 0 16,3.000 0.000 0-16,0.000-1.000 0 0,0.000 1.000 128 0,3.000 0.000-128 0,-6.000-1.000 0 15,3.000 1.000 128-15,0.000 0.000-128 0,3.000 1.000 0 0,-3.000 1.000 0 0,0.000-2.000-176 32,0.000 0.000 176-32,0.000 0.000 0 0,0.000 0.000 0 0,0.000 0.000 0 0,7.000 37.000 0 0,-7.000-37.000 0 0,0.000 0.000 0 0,0.000 0.000 0 15,1.000 30.000 0-15,-1.000-30.000 0 0,0.000 0.000 0 0,0.000 0.000 0 16,0.000 0.000 0-16,0.000 0.000 0 0,0.000 0.000 0 0,0.000 0.000 0 16,0.000 0.000-144-16,0.000 0.000 144 0,0.000 0.000-160 0,0.000 0.000-11856 15,5.000-16.000-2368-15</inkml:trace>
  <inkml:trace contextRef="#ctx1" brushRef="#br2">5901.000 10411.000 14735 0,'0.000'-1.000'1312'0,"-2.000"0.000"-1056"0,2.000 1.000-256 0,0.000 0.000 0 0,0.000 0.000 416 0,0.000 0.000 32 0,0.000 0.000 0 0,0.000 1.000 0 0,-1.000 0.000-448 0,-1.000 2.000-192 0,0.000 0.000 0 0,1.000 2.000 16 15,-1.000 3.000 400-15,-1.000-1.000 80 16,1.000 2.000 16-16,-4.000 2.000 0 0,3.000 1.000 192 0,-2.000 3.000 32 0,0.000 2.000 16 0,5.000-17.000 0 16,-11.000 36.000 224-16,6.000-17.000 48 0,5.000-19.000 16 0,-11.000 40.000 0 15,11.000-40.000-144-15,-13.000 40.000-48 0,13.000-40.000 0 0,-11.000 41.000 0 16,11.000-41.000-160-16,-13.000 37.000-48 0,5.000-15.000 0 0,2.000 1.000 0 15,-4.000 3.000 0-15,10.000-26.000 0 0,-14.000 56.000 0 0,3.000-24.000 0 16,3.000 6.000 320-16,-3.000 2.000 48 0,-1.000 4.000 16 0,0.000 0.000 0 16,0.000-2.000-416-16,0.000-7.000-80 0,2.000-5.000-16 0,-2.000 5.000 0 15,-3.000 7.000-320-15,-3.000 6.000 0 0,-1.000 7.000 0 0,-1.000 2.000 128 16,-2.000 4.000-128-16,3.000-5.000 0 16,2.000-7.000 0-16,-1.000 0.000 0 0,3.000 2.000 0 0,-2.000-1.000 0 0,3.000 0.000 0 0,-1.000 2.000 128 0,-2.000 3.000-128 15,-1.000 2.000 0-15,2.000 1.000 128 0,-2.000 0.000-128 16,-1.000-3.000 576-16,0.000 6.000 32 0,1.000 5.000 16 0,-3.000 0.000 0 15,-1.000 1.000 96-15,1.000-10.000 32 0,2.000-7.000 0 0,3.000-8.000 0 32,3.000-5.000-48-32,-2.000-1.000-16 0,1.000 3.000 0 0,0.000 4.000 0 0,1.000 2.000-544 0,-3.000 0.000-144 0,2.000-3.000 0 0,1.000-4.000 0 0,2.000-5.000 0 15,0.000 3.000 0-15,-2.000 0.000 0 0,0.000 4.000 0 0,2.000 1.000 0 0,-2.000 1.000 0 16,2.000 0.000 0-16,1.000 0.000 128 0,1.000-1.000-128 0,-4.000-2.000 0 16,3.000 1.000 128-16,1.000-6.000-128 0,9.000-34.000 0 0,-11.000 54.000 144 15,4.000-22.000-144-15,-2.000 3.000 0 0,1.000 1.000 0 0,-2.000 2.000 0 16,2.000 1.000 0-16,0.000 2.000 0 0,-1.000-1.000 0 0,-1.000 0.000 0 0,2.000-4.000 0 15,-2.000-6.000 0-15,2.000-1.000 0 0,2.000 1.000 0 0,-4.000 3.000 0 0,2.000 0.000 0 32,-3.000 2.000 128-32,5.000 1.000-128 0,-2.000 0.000 0 0,1.000-1.000 0 15,-1.000-4.000 0-15,2.000-3.000 0 0,6.000-28.000 0 0,-13.000 48.000 0 16,7.000-19.000 0-16,-1.000-3.000 128 0,2.000-4.000-128 0,-1.000-2.000 0 16,0.000-1.000 320-16,1.000 1.000-32 0,5.000-20.000-16 0,-13.000 43.000 0 15,5.000-18.000-272-15,2.000 1.000 0 0,-1.000-1.000 0 0,-1.000-1.000 0 16,8.000-24.000 0-16,-8.000 36.000 0 0,8.000-36.000 0 0,-10.000 33.000 0 15,10.000-33.000 0-15,-12.000 34.000 0 0,12.000-34.000 0 0,-10.000 35.000 0 16,10.000-35.000 0-16,-12.000 37.000 0 0,5.000-16.000 0 0,0.000-1.000 0 16,0.000 0.000 0-16,2.000-1.000 0 0,0.000-3.000 0 0,0.000 1.000 0 15,-1.000-1.000 0-15,1.000-1.000 0 0,5.000-15.000 0 0,-6.000 30.000 0 16,6.000-30.000 0-16,-7.000 33.000 0 0,7.000-33.000 0 0,-9.000 32.000 0 0,9.000-32.000 0 16,-5.000 29.000 0-16,5.000-29.000 0 0,-7.000 27.000 0 0,7.000-27.000 0 0,-5.000 27.000 0 15,5.000-27.000 0-15,-5.000 27.000 0 0,5.000-27.000 0 0,-4.000 24.000 0 16,4.000-24.000 0-16,-5.000 22.000 0 0,5.000-22.000 0 0,0.000 0.000 0 15,-5.000 28.000 0-15,5.000-28.000 0 0,0.000 0.000 0 0,-3.000 30.000 0 16,3.000-30.000 0-16,0.000 0.000 0 0,-4.000 29.000 0 0,4.000-29.000 0 16,0.000 0.000 0-16,-3.000 26.000 0 0,3.000-26.000 0 0,0.000 0.000 0 15,-4.000 21.000 0-15,4.000-21.000 0 0,0.000 0.000 0 0,-3.000 21.000 0 16,3.000-21.000 0-16,0.000 0.000 0 0,-3.000 22.000 128 0,3.000-22.000-128 16,0.000 0.000 0-16,-5.000 23.000 0 0,5.000-23.000 160 0,0.000 0.000-160 15,-6.000 24.000 128-15,6.000-24.000-128 0,-3.000 17.000 176 0,3.000-17.000-48 16,-5.000 18.000-128-16,5.000-18.000 192 0,-4.000 22.000-192 0,4.000-22.000 144 0,-5.000 25.000-144 0,5.000-25.000 128 15,-5.000 29.000-128-15,5.000-29.000 0 0,-5.000 29.000 0 0,5.000-29.000 0 16,-4.000 26.000 0-16,4.000-26.000 0 0,-5.000 27.000 0 0,5.000-27.000 0 16,-5.000 24.000 0-16,5.000-24.000 0 0,0.000 0.000 0 0,-3.000 18.000 0 15,3.000-18.000 0-15,0.000 0.000 0 0,0.000 0.000 0 0,0.000 0.000 0 16,0.000 0.000 0-16,0.000 0.000 128 0,0.000 0.000-128 0,0.000 0.000 128 16,0.000 0.000-256-16,0.000 0.000-64 0,0.000 0.000-16 0,0.000 0.000-12224 15,0.000 0.000-2448-15</inkml:trace>
  <inkml:trace contextRef="#ctx1" brushRef="#br2">6587.000 10743.000 12895 0,'-2.000'-5.000'1152'0,"-1.000"3.000"-928"0,3.000 1.000-224 0,0.000 0.000 0 0,-2.000 0.000 896 0,2.000 1.000 128 0,0.000 0.000 16 0,0.000 0.000 16 16,0.000-1.000 768-16,0.000 1.000 160 0,0.000 0.000 16 0,0.000 0.000 16 15,0.000 0.000-336-15,0.000 0.000-64 0,0.000 0.000-16 0,0.000 0.000 0 16,0.000 1.000-1008-16,-2.000 1.000-208 0,0.000 2.000-32 0,-1.000 4.000-16 16,-2.000 1.000-144-16,-2.000 4.000-16 0,-2.000 2.000-16 0,-1.000 5.000 0 15,-2.000 3.000 560-15,0.000 3.000 112 0,0.000 3.000 32 0,-3.000 6.000 0 16,1.000 3.000-672-16,-1.000 4.000-192 0,1.000-2.000 0 0,-2.000 2.000 0 16,3.000 0.000 0-16,-3.000 2.000 0 0,3.000-1.000 0 0,-3.000 2.000 0 0,1.000 2.000 0 15,1.000 4.000 0-15,-3.000 3.000 0 0,1.000-2.000 0 16,1.000-2.000 0-16,-4.000 6.000 0 0,0.000 2.000 0 0,3.000 2.000 0 0,-3.000-1.000 0 0,1.000 2.000 0 15,1.000 2.000 0-15,-1.000-1.000 0 16,-3.000-3.000 0-16,-1.000 0.000 0 0,0.000-1.000 0 0,-9.000 13.000 0 0,-4.000 14.000 0 0,3.000-3.000 0 16,6.000-12.000 0-16,2.000-11.000 128 0,4.000-6.000-128 0,2.000-2.000 176 15,1.000 1.000-176-15,2.000 2.000 192 0,-1.000-2.000-32 0,3.000-2.000 0 16,-1.000 2.000 0-16,0.000 0.000 0 0,-1.000 0.000 208 0,1.000-4.000 32 16,2.000-4.000 16-16,0.000-6.000 0 0,2.000-3.000 192 0,-1.000-3.000 32 15,1.000 0.000 16-15,-2.000 2.000 0 0,0.000 1.000-528 0,-2.000-3.000-128 16,4.000-7.000 0-16,-2.000 1.000 0 0,-1.000 3.000 0 0,-2.000 2.000 0 15,2.000 3.000 0-15,-1.000 1.000 0 0,3.000 3.000 0 16,-2.000-3.000 0-16,3.000 0.000 0 0,-2.000 0.000 0 0,2.000-3.000 0 0,-2.000-1.000 0 0,0.000 0.000 0 16,1.000-3.000 0-16,1.000-1.000 0 0,0.000 2.000 0 0,-2.000 5.000 0 15,0.000 1.000 0-15,0.000 4.000 0 0,-2.000-1.000 0 0,-1.000 3.000 0 16,1.000-3.000 0-16,1.000-5.000 0 0,0.000-2.000 0 0,2.000-4.000 0 0,-2.000 0.000 0 16,2.000 0.000 0-16,-2.000 0.000 0 0,3.000-1.000 0 0,0.000-1.000 0 15,1.000 0.000 192-15,1.000-1.000 0 0,-1.000 0.000 0 0,2.000-1.000 0 16,1.000 1.000-192-16,-2.000-1.000 0 0,0.000-2.000 144 0,8.000-21.000-144 15,-11.000 41.000 0-15,11.000-41.000 0 0,-13.000 36.000 0 0,13.000-36.000 0 16,-11.000 31.000 0-16,11.000-31.000 0 0,-13.000 30.000 0 0,13.000-30.000 0 16,-10.000 30.000 0-16,10.000-30.000 0 0,-14.000 34.000 0 0,14.000-34.000 0 15,-11.000 37.000 0-15,3.000-17.000 0 0,3.000 0.000 0 0,-3.000 1.000 0 16,0.000 3.000 0-16,0.000-1.000 0 0,1.000-1.000 0 0,1.000-4.000 0 16,6.000-18.000 0-16,-11.000 28.000 0 0,11.000-28.000 0 0,-8.000 22.000 128 15,8.000-22.000-128-15,0.000 0.000 0 0,-8.000 26.000 0 0,8.000-26.000 0 16,0.000 0.000 0-16,-6.000 20.000 0 0,6.000-20.000 0 0,0.000 0.000 0 0,0.000 0.000 0 0,0.000 0.000 0 15,-5.000 21.000 0-15,5.000-21.000 0 16,0.000 0.000 0-16,0.000 0.000 0 0,-5.000 18.000 0 0,5.000-18.000 0 0,0.000 0.000 0 0,0.000 0.000 0 16,-5.000 22.000 0-16,5.000-22.000 0 0,0.000 0.000 0 0,0.000 0.000 0 15,-6.000 22.000 0-15,6.000-22.000 0 0,0.000 0.000 0 0,0.000 0.000 0 0,-7.000 20.000 0 0,7.000-20.000 0 16,-3.000 10.000 0-16,3.000-10.000 0 0,0.000 0.000 0 0,-6.000 16.000 128 16,6.000-16.000-128-16,0.000 0.000 0 0,-8.000 25.000 128 0,8.000-25.000-128 15,-7.000 22.000 128-15,7.000-22.000-128 16,-6.000 24.000 128-16,6.000-24.000-128 0,-5.000 29.000 0 0,5.000-29.000 128 0,-8.000 32.000-128 0,8.000-32.000 0 15,-5.000 30.000 176-15,5.000-30.000-48 0,-4.000 28.000 0 0,4.000-28.000 0 16,-4.000 22.000-128-16,4.000-22.000 0 0,0.000 0.000 0 0,0.000 0.000 0 16,0.000 0.000 0-16,0.000 0.000 0 0,0.000 0.000 0 0,0.000 0.000 0 15,0.000 0.000 0-15,0.000 0.000 128 0,0.000 0.000-128 0,0.000 0.000 0 16,0.000 0.000 0-16,0.000 0.000 128 0,0.000 0.000-128 0,-3.000 18.000 0 16,3.000-18.000 0-16,0.000 0.000 0 0,3.000 25.000 0 0,-3.000-25.000 0 0,0.000 0.000 0 0,2.000 34.000 0 15,-2.000-34.000 0-15,2.000 22.000 0 0,-2.000-22.000 0 0,0.000 21.000 0 16,0.000-21.000 0-16,0.000 0.000 0 0,-2.000 23.000 0 0,2.000-23.000 0 15,0.000 0.000 0-15,0.000 0.000 0 0,-2.000 18.000 0 0,2.000-18.000 0 32,0.000 0.000 0-32,0.000 0.000 0 0,-6.000 10.000 0 0,6.000-10.000 0 0,0.000 0.000 0 0,-5.000 9.000 0 0,5.000-9.000 0 0,0.000 0.000 0 15,0.000 0.000 0-15,-5.000 13.000 0 16,5.000-13.000 0-16,0.000 0.000 0 0,-4.000 14.000 128 0,4.000-14.000-128 0,-4.000 9.000 0 0,4.000-9.000 0 16,-3.000 11.000 0-16,3.000-11.000 0 0,-6.000 8.000 0 0,6.000-8.000 0 15,0.000 0.000 0-15,-3.000 6.000 0 0,3.000-6.000 0 0,0.000 0.000 0 16,0.000 0.000 0-16,-4.000 3.000 0 0,4.000-3.000 0 0,-1.000-2.000 0 0,1.000 2.000 0 15,-3.000-5.000 0-15,1.000 3.000-256 0,0.000-3.000-16 0,1.000-1.000-16 0,-1.000-2.000-18016 32</inkml:trace>
  <inkml:trace contextRef="#ctx1" brushRef="#br2">7123.000 11608.000 9215 0,'0.000'-1.000'816'0,"2.000"-2.000"-656"0,-2.000 2.000-160 0,-2.000 1.000 0 0,4.000-2.000 752 0,-2.000 2.000 112 0,-2.000-2.000 32 0,2.000-1.000 0 0,0.000 1.000 1312 0,0.000 0.000 272 15,0.000 0.000 48-15,0.000 0.000 16 0,-2.000 1.000-288 0,4.000 1.000-48 16,-4.000 0.000-16-16,2.000-1.000 0 0,0.000 1.000-1024 0,0.000 0.000-208 16,0.000 1.000-32-16,0.000 2.000-16 0,-1.000 1.000-576 0,-1.000 2.000-112 15,-1.000-1.000-32-15,1.000 3.000 0 0,2.000-8.000 160 0,-7.000 25.000 32 16,7.000-25.000 0-16,-12.000 31.000 0 0,7.000-13.000-32 0,-4.000 1.000 0 31,2.000 0.000 0-31,-1.000 2.000 0 0,-1.000 1.000-192 0,2.000 1.000-32 16,-1.000 1.000-128-16,-1.000 1.000 192 0,-1.000 0.000-192 0,-1.000 1.000 128 15,1.000 3.000-128-15,-1.000-2.000 0 0,0.000 0.000 128 0,0.000-1.000-128 16,-2.000 1.000 0-16,0.000 2.000 0 0,-3.000 3.000 0 0,0.000 3.000 0 16,2.000 4.000 0-16,-4.000 3.000 0 0,-1.000 5.000 0 0,2.000 2.000 128 0,-1.000 4.000-128 15,0.000-4.000 0-15,2.000-9.000 0 0,3.000 1.000 0 0,-1.000-1.000 128 0,3.000-1.000-128 16,-2.000 2.000 0-16,2.000 1.000 0 0,-2.000 0.000 128 0,2.000 0.000-128 15,-2.000-1.000 0-15,2.000-4.000 0 0,-2.000 1.000 0 0,0.000 0.000 0 16,-3.000 2.000 0-16,-1.000 3.000 0 0,2.000 1.000 0 0,-2.000 3.000 0 16,-1.000 3.000 128-16,1.000-1.000-128 0,0.000-4.000 0 0,0.000-8.000 0 15,3.000-5.000 608-15,-1.000 2.000 32 0,-4.000 8.000 0 0,0.000 5.000 0 16,-2.000 4.000-384-16,5.000-3.000-80 0,-2.000-3.000-16 0,4.000-2.000 0 16,1.000-4.000-160-16,2.000-6.000 0 0,3.000-4.000 0 0,-2.000 0.000 0 15,-1.000 4.000 0-15,1.000 1.000 0 0,0.000 2.000 0 0,-2.000 1.000 0 0,1.000 1.000 0 16,0.000 0.000 0-16,-2.000 0.000 0 0,2.000-4.000 0 0,1.000-3.000 0 0,-3.000 0.000 0 15,2.000 0.000 128-15,-2.000-1.000-128 0,2.000-2.000 176 0,0.000-1.000 0 16,1.000 2.000 0-16,-1.000-4.000 0 0,3.000 0.000-176 0,-3.000 0.000 0 16,5.000 0.000 0-16,-3.000-1.000 128 0,3.000 0.000-128 0,-2.000-1.000 0 15,2.000 0.000 0-15,-1.000-5.000 0 0,7.000-18.000 0 0,-12.000 32.000 0 16,12.000-32.000 0-16,-12.000 30.000 0 0,12.000-30.000 0 0,-9.000 23.000 0 16,9.000-23.000 0-16,-8.000 26.000 0 0,8.000-26.000 0 0,-10.000 26.000 0 15,10.000-26.000 0-15,-8.000 25.000 0 0,8.000-25.000 0 0,-6.000 25.000 0 16,3.000-12.000 0-16,-1.000 1.000 0 0,1.000 1.000 0 0,-3.000 1.000 0 15,3.000-1.000 0-15,-1.000 1.000 0 0,1.000 0.000 0 0,3.000-16.000 0 16,-6.000 27.000 0-16,6.000-27.000 0 0,-8.000 23.000 0 0,8.000-23.000 0 16,-5.000 18.000 0-16,5.000-18.000 0 0,-5.000 19.000 0 0,5.000-19.000 0 0,-5.000 16.000 0 0,5.000-16.000 0 15,-3.000 13.000 0-15,3.000-13.000 0 0,0.000 0.000 0 0,-6.000 17.000 0 16,6.000-17.000 0-16,0.000 0.000 0 0,-5.000 25.000 0 0,5.000-25.000 0 16,-2.000 21.000 0-16,2.000-21.000 0 0,0.000 0.000 0 0,-3.000 30.000 0 15,3.000-30.000 0-15,0.000 0.000 0 0,-3.000 28.000 0 0,3.000-28.000 0 16,0.000 0.000 0-16,-3.000 21.000 0 0,3.000-21.000 0 0,0.000 0.000 0 15,0.000 0.000 0-15,-5.000 20.000 0 0,5.000-20.000 0 16,0.000 0.000 0-16,0.000 0.000 0 0,0.000 0.000 0 0,-5.000 22.000 0 0,5.000-22.000 0 16,0.000 0.000 0-16,-5.000 15.000 0 0,5.000-15.000 0 0,0.000 0.000 0 15,0.000 0.000 0-15,-3.000 20.000 0 0,3.000-20.000 0 0,0.000 0.000 0 16,-5.000 16.000 0-16,5.000-16.000 0 0,0.000 0.000 0 0,0.000 0.000 0 16,-3.000 17.000 0-16,3.000-17.000 0 0,0.000 0.000 0 0,0.000 0.000 0 15,0.000 0.000 0-15,0.000 0.000 0 0,-6.000 9.000 0 0,6.000-9.000 0 16,0.000 0.000 0-16,0.000 0.000 0 0,0.000 0.000 0 0,0.000 0.000 0 15,0.000 0.000 0-15,0.000 0.000 0 0,0.000 0.000 0 0,0.000 0.000 0 16,0.000 0.000 0-16,0.000 0.000 0 0,0.000 0.000 0 0,0.000 18.000 0 0,0.000-18.000 0 0,0.000 0.000 0 16,0.000 0.000 0-16,-2.000 18.000 0 0,2.000-18.000 0 0,0.000 0.000 0 15,-1.000 16.000 0-15,1.000-16.000 0 0,0.000 0.000 0 0,-2.000 20.000 0 16,2.000-20.000 0-16,0.000 0.000 0 0,-2.000 16.000 0 0,2.000-16.000 0 16,0.000 0.000 128-16,0.000 0.000-128 0,0.000 0.000 0 0,0.000 0.000 0 15,0.000 0.000 0-15,0.000 0.000 0 0,0.000 0.000 0 0,0.000 0.000 0 0,0.000 0.000 0 16,0.000 0.000 0-16,0.000 0.000 0 0,0.000 0.000 0 0,0.000 0.000-160 0,0.000 0.000 160 31,0.000 0.000-1152-31,0.000 0.000-128 0,0.000 0.000-16 0,0.000 0.000-15536 0</inkml:trace>
  <inkml:trace contextRef="#ctx1" brushRef="#br2">7209.000 12558.000 3679 0,'0.000'0.000'320'0,"0.000"0.000"-320"0,0.000 0.000 0 0,0.000 0.000 0 0,0.000 0.000 400 0,2.000-5.000 16 0,-2.000 5.000 0 0,0.000 0.000 0 0,0.000 0.000 1120 0,3.000-8.000 208 16,-3.000 8.000 48-16,0.000 0.000 16 0,0.000 0.000 368 0,0.000 0.000 64 16,0.000 0.000 0-16,0.000 0.000 16 0,0.000 0.000-128 0,0.000 0.000-16 15,0.000 0.000-16-15,0.000 0.000 0 0,0.000 0.000-368 0,-8.000 22.000-80 16,8.000-22.000-16-16,-6.000 26.000 0 0,6.000-26.000-736 0,-8.000 29.000-128 15,8.000-29.000-48-15,-8.000 31.000 0 0,0.000-10.000-336 0,3.000 3.000-64 16,0.000 0.000 0-16,-1.000 2.000-16 0,0.000-1.000-128 0,-1.000 1.000-32 16,-1.000 2.000 0-16,0.000 0.000 0 0,0.000 0.000 64 0,0.000-2.000 16 15,3.000 2.000 0-15,-6.000 3.000 0 0,3.000 6.000-224 0,-5.000 1.000 128 16,4.000 2.000-128-16,-2.000-3.000 0 0,-1.000 0.000 0 0,1.000-2.000 0 16,0.000-1.000 0-16,1.000-5.000 0 0,-1.000-4.000 0 0,1.000 0.000 0 0,-1.000 1.000 0 15,-2.000 2.000 0-15,2.000 5.000 0 0,-2.000 0.000 0 16,-1.000 4.000 0-16,3.000-3.000 0 0,0.000 1.000 0 0,1.000-3.000 0 0,-1.000 1.000 0 0,3.000-2.000 0 15,-2.000-2.000 128-15,2.000-4.000-128 16,2.000-3.000 0-16,-1.000-1.000 0 0,7.000-21.000 0 0,-14.000 39.000 0 0,8.000-18.000 0 0,-1.000 0.000 0 16,1.000 0.000 0-16,1.000 0.000 128 0,2.000 1.000-128 0,-2.000-1.000 0 15,5.000-21.000 0-15,-8.000 41.000 0 0,8.000-41.000 0 0,-8.000 39.000 0 16,8.000-39.000 0-16,-6.000 34.000 0 0,6.000-34.000 0 0,-7.000 33.000 0 16,7.000-33.000 0-16,-9.000 30.000 0 0,9.000-30.000 0 0,-10.000 30.000 0 15,10.000-30.000 0-15,-11.000 30.000 0 0,11.000-30.000 0 0,-10.000 31.000 0 16,10.000-31.000 0-16,-14.000 31.000 0 0,14.000-31.000 0 0,-10.000 31.000 0 15,10.000-31.000 0-15,-10.000 33.000 0 0,10.000-33.000 0 0,-10.000 33.000 0 16,10.000-33.000 0-16,-9.000 33.000 0 0,9.000-33.000 0 0,-9.000 30.000 0 0,9.000-30.000 528 0,-8.000 26.000 16 16,8.000-26.000 0-16,-7.000 24.000 0 0,7.000-24.000-544 0,-5.000 19.000 0 15,5.000-19.000 0-15,-7.000 21.000 0 0,7.000-21.000 128 0,-5.000 21.000-128 16,5.000-21.000 0-16,0.000 0.000 0 0,-10.000 27.000 0 0,10.000-27.000 0 16,0.000 0.000 0-16,-9.000 24.000 0 0,9.000-24.000 0 0,0.000 0.000 0 15,-7.000 20.000 0-15,7.000-20.000 0 0,0.000 0.000 0 0,-10.000 19.000 0 16,10.000-19.000 0-16,-9.000 11.000 0 0,9.000-11.000 0 0,0.000 0.000 0 15,-10.000 21.000 0-15,10.000-21.000 0 0,-7.000 14.000 144 0,4.000-7.000-16 16,-1.000-1.000-128-16,1.000 1.000 192 0,3.000-7.000-192 0,-5.000 14.000 144 16,5.000-14.000-144-16,-5.000 14.000 128 0,5.000-14.000-128 0,-4.000 14.000 0 15,4.000-14.000 0-15,0.000 0.000 0 0,-3.000 22.000 0 0,3.000-22.000 0 16,0.000 0.000 0-16,0.000 0.000 0 0,-2.000 30.000 0 0,2.000-30.000 0 0,0.000 0.000 0 0,0.000 0.000 0 16,0.000 0.000 0-16,0.000 0.000 0 0,0.000 0.000 0 0,-2.000 25.000 0 15,2.000-25.000 0-15,0.000 0.000 0 0,-1.000 0.000 0 0,1.000 0.000 0 16,0.000 0.000 0-16,0.000 0.000 160 0,0.000 0.000-160 0,0.000 0.000 160 15,0.000 0.000-160-15,0.000 0.000 0 0,0.000 0.000 0 0,0.000 0.000 128 16,0.000 0.000-128-16,0.000 0.000 0 0,0.000 0.000 0 0,0.000 0.000 0 16,0.000 0.000 0-16,0.000 0.000 0 15,0.000 27.000 0-15,0.000-27.000 0 0,0.000 0.000 0 0,0.000 0.000 0 0,0.000 0.000 0 0,-2.000 29.000 0 16,2.000-29.000 0-16,0.000 0.000 0 0,0.000 0.000 0 0,0.000 0.000 0 16,0.000 0.000 0-16,0.000 0.000 0 0,0.000 0.000 0 0,0.000 0.000 0 15,0.000 0.000 0-15,-3.000 0.000 0 0,3.000 0.000 0 0,0.000-3.000 128 16,0.000 3.000-128-16,-2.000-4.000 192 0,2.000 4.000-192 0,0.000-5.000 192 0,0.000 5.000-192 0,0.000 0.000-272 15,0.000 0.000 64-15,0.000 0.000 16 16,0.000 0.000-208-16,0.000 0.000-48 16,0.000 0.000 0-16,0.000 0.000 0 0,0.000 0.000-896 0,0.000 0.000-176 0,0.000 0.000-32 0,0.000 0.000-16 15,10.000 40.000 1104-15,-10.000-40.000 208 0,0.000 0.000 64 0,0.000 0.000 0 0,0.000 0.000 416 0,-3.000 24.000 96 16,3.000-24.000 0-16,0.000 0.000 16 0,0.000 0.000-80 0,0.000 0.000 0 16,0.000 0.000-16-16,0.000 0.000-10672 15,-2.000-8.000-2144-15</inkml:trace>
  <inkml:trace contextRef="#ctx1" brushRef="#br2">7665.000 13954.000 6447 0,'0.000'0.000'576'0,"0.000"0.000"-576"0,0.000 0.000 0 0,0.000 0.000 0 0,0.000 0.000 5696 0,0.000 0.000 1040 0,0.000 0.000 208 0,0.000 0.000 32 15,0.000 0.000-4912-15,0.000 0.000-976 0,0.000 0.000-208 0,0.000 0.000-48 16,0.000 0.000 416-16,0.000 0.000 80 0,0.000 0.000 16 0,0.000 0.000 0 15,22.000 31.000-992-15,-22.000-31.000-192 0,0.000 0.000-32 0,5.000 40.000-128 16,-5.000-40.000 320-16,-3.000 35.000-64 0,3.000-35.000 0 0,-8.000 32.000 0 16,8.000-32.000-64-16,-9.000 36.000-32 0,9.000-36.000 0 0,-11.000 32.000 0 0,11.000-32.000-160 0,-10.000 27.000 0 15,10.000-27.000 0-15,0.000 0.000 0 0,-7.000 23.000 0 0,7.000-23.000 0 16,0.000 0.000 0-16,0.000 0.000 0 0,0.000 0.000 0 0,0.000 0.000 0 16,0.000 0.000 0-16,0.000 0.000 0 0,4.000-10.000-272 0,-1.000 0.000-48 15,3.000-6.000 0-15,2.000-4.000 0 16,2.000-2.000-192-16,0.000-4.000-32 0,2.000-2.000-16 0,-2.000-3.000 0 15,4.000-2.000-464-15,-2.000-2.000-112 0,0.000 3.000-16 0,-2.000 2.000 0 16,1.000 2.000 272-16,-3.000 5.000 48 0,0.000 5.000 16 0,0.000 3.000 0 0,-1.000 5.000 816 0,-3.000 1.000 0 16,-2.000 4.000 0-16,-2.000 5.000 0 0,0.000 0.000 416 0,0.000 0.000 32 0,0.000 0.000 16 15,0.000 0.000 0-15,0.000 0.000 624 0,0.000 0.000 128 0,0.000 0.000 32 16,0.000 0.000 0-16,0.000 0.000-688 0,8.000 49.000-144 0,-8.000-49.000-32 0,-5.000 52.000 0 16,0.000-17.000 96-16,-1.000 1.000 16 0,-2.000 3.000 0 0,-2.000-1.000 0 15,2.000-2.000-240-15,-3.000 4.000-64 16,2.000 0.000 0-16,-3.000 4.000 0 0,1.000 1.000-16 0,1.000 3.000-16 0,1.000 0.000 0 0,1.000-5.000 0 15,1.000-5.000 32-15,2.000-7.000 0 0,5.000-31.000 0 0,-7.000 49.000 0 16,7.000-49.000-192-16,-2.000 36.000 0 0,2.000-36.000 0 0,0.000 0.000 0 16,0.000 0.000 0-16,5.000 35.000 0 0,-5.000-35.000 0 0,0.000 0.000 0 15,0.000 0.000 0-15,0.000 0.000 0 0,0.000 0.000-192 0,33.000-20.000 192 32,-20.000-2.000-768-32,7.000-10.000-16 0,2.000-10.000-16 0,2.000-15.000-17168 0</inkml:trace>
  <inkml:trace contextRef="#ctx1" brushRef="#br2">7950.000 13797.000 19343 0,'0.000'0.000'1728'0,"0.000"0.000"-1392"0,0.000 0.000-336 0,0.000 0.000 0 0,0.000 0.000 1808 0,0.000 0.000 304 0,0.000 0.000 48 0,0.000 0.000 16 0,0.000 0.000 448 0,0.000 0.000 80 0,0.000 0.000 32 0,0.000 0.000 0 0,0.000 31.000-1488 0,0.000-31.000-288 0,0.000 0.000-64 0,3.000 36.000-16 0,-3.000-36.000-528 0,0.000 0.000-96 0,3.000 41.000-32 0,-3.000-41.000 0 0,0.000 0.000-224 0,0.000 0.000 0 15,8.000 33.000 0-15,-8.000-33.000 0 0,0.000 0.000 0 0,0.000 0.000 0 16,0.000 0.000 0-16,0.000 0.000 0 15,29.000 2.000-352-15,-19.000-11.000-64 0,-1.000-1.000-16 0,0.000-2.000 0 16,0.000 2.000-1024-16,-1.000-1.000-208 0,-1.000 2.000-32 0,0.000 3.000-16 16,-7.000 6.000 160-16,0.000 0.000 16 0,0.000 0.000 16 0,0.000 0.000 0 0,0.000 0.000 1040 0,0.000 0.000 208 0,0.000 0.000 32 0,0.000 0.000 16 15,-1.000 40.000 992-15,1.000-40.000 192 0,-13.000 41.000 32 0,5.000-19.000 16 16,0.000 1.000-208-16,0.000 0.000-32 0,-2.000 1.000-16 0,1.000 1.000 0 16,-1.000 0.000-432-16,2.000-2.000-96 0,8.000-23.000-16 0,-19.000 44.000 0 15,6.000-22.000 192-15,2.000 0.000 48 0,-2.000 1.000 0 0,2.000-3.000 0 16,-2.000 3.000 96-16,-1.000-1.000 32 0,-2.000-2.000 0 0,3.000-2.000 0 15,-1.000-2.000-576-15,-1.000-2.000 0 0,2.000 0.000 0 0,-1.000-6.000 0 32,1.000-2.000-1696-32,2.000-4.000-240 0</inkml:trace>
  <inkml:trace contextRef="#ctx1" brushRef="#br2">7870.000 14090.000 14735 0,'0.000'0.000'1312'0,"0.000"0.000"-1056"0,0.000 0.000-256 0,0.000 0.000 0 0,0.000 0.000 2736 0,0.000 0.000 480 15,0.000 0.000 112-15,0.000 0.000 0 0,19.000 43.000 128 0,-19.000-43.000 0 16,19.000 47.000 16-16,-19.000-47.000 0 0,18.000 49.000-2192 0,-18.000-49.000-448 16,19.000 45.000-96-16,-19.000-45.000-16 0,16.000 45.000-480 0,-16.000-45.000-112 15,18.000 41.000 0-15,-18.000-41.000-128 0,16.000 31.000 0 0,-16.000-31.000 0 16,0.000 0.000 0-16,30.000 32.000 0 0,-30.000-32.000 0 0,0.000 0.000-272 16,32.000 14.000 48-16,-32.000-14.000-18336 0</inkml:trace>
  <inkml:trace contextRef="#ctx1" brushRef="#br2">8324.000 13790.000 39615 0,'0.000'0.000'1760'0,"0.000"0.000"352"0,0.000 0.000-1680 0,-5.000-1.000-432 0,5.000 1.000 0 0,0.000 0.000 0 15,0.000 0.000 368-15,0.000 0.000-16 0,0.000 0.000 0 0,0.000 0.000 0 16,0.000 0.000 176-16,-17.000 35.000 48 0,7.000-14.000 0 0,-2.000 4.000 0 15,-3.000 7.000-448-15,-4.000 3.000-128 0,1.000 1.000 0 0,-2.000-2.000 0 16,-1.000 1.000 0-16,0.000-4.000 0 0,5.000-2.000 0 0,-3.000-1.000 0 16,1.000 1.000 0-16,-1.000-2.000 0 0,3.000-1.000 0 0,0.000-1.000 0 15,0.000 0.000-288-15,6.000-4.000-64 0</inkml:trace>
  <inkml:trace contextRef="#ctx1" brushRef="#br2">8292.000 13790.000 37775 0,'0.000'0.000'1664'0,"0.000"0.000"368"0,0.000 0.000-1632 0,0.000 0.000-400 15,0.000 0.000 0-15,0.000 0.000 0 0,0.000 0.000 384 0,0.000 0.000-16 16,0.000 0.000 0-16,0.000 0.000 0 0,24.000 37.000 400 0,-24.000-37.000 96 16,24.000 31.000 16-16,-24.000-31.000 0 0,26.000 39.000-640 0,-26.000-39.000-240 15,25.000 36.000 176-15,-25.000-36.000-176 0,24.000 32.000 0 0,-24.000-32.000 128 16,0.000 0.000-128-16,26.000 32.000 0 0,-26.000-32.000 0 0,0.000 0.000 0 0,29.000 29.000 0 0,-29.000-29.000 0 15,0.000 0.000 0-15,0.000 0.000-192 0,0.000 0.000 48 0,0.000 0.000-18672 16</inkml:trace>
  <inkml:trace contextRef="#ctx1" brushRef="#br2">8220.000 14055.000 39615 0,'0.000'0.000'1760'0,"0.000"0.000"352"0,0.000 0.000-1680 0,0.000 0.000-432 0,0.000 0.000 0 0,0.000 0.000 0 0,0.000 0.000 224 0,0.000 0.000-32 16,0.000 0.000-16-16,0.000 0.000 0 0,36.000-5.000 96 0,-36.000 5.000 32 31,33.000-4.000 0-31,-33.000 4.000 0 0,34.000-6.000-304 0,-34.000 6.000 0 0,25.000-8.000 0 0,-25.000 8.000 0 0,26.000-8.000 0 0,-26.000 8.000 0 16,26.000-9.000 0-16,-26.000 9.000 0 15,0.000 0.000-752-15,0.000 0.000-208 0</inkml:trace>
  <inkml:trace contextRef="#ctx1" brushRef="#br2">8222.000 14087.000 26719 0,'0.000'0.000'1184'0,"-13.000"9.000"240"0,13.000-9.000-1136 0,0.000 0.000-288 0,0.000 0.000 0 0,-8.000 13.000 0 16,8.000-13.000 2560-16,0.000 0.000 448 0,-8.000 25.000 80 0,8.000-25.000 32 16,-6.000 37.000-1776-16,6.000-37.000-368 0,-2.000 41.000-64 0,2.000-41.000-16 15,4.000 33.000-640-15,-4.000-33.000-256 0,0.000 0.000 176 0,12.000 39.000-176 16,-12.000-39.000 0-16,0.000 0.000 0 0,0.000 0.000 0 0,0.000 0.000 0 31,19.000 32.000-512-31,-19.000-32.000-208 0</inkml:trace>
  <inkml:trace contextRef="#ctx1" brushRef="#br2">8295.000 14176.000 23039 0,'0.000'0.000'1024'0,"0.000"0.000"192"0,0.000 0.000-960 0,0.000 0.000-256 16,0.000 0.000 0-16,0.000 0.000 0 0,0.000 0.000 1824 0,0.000 0.000 320 0,0.000 0.000 64 0,0.000 0.000 16 0,0.000 0.000-784 0,-10.000 11.000-160 15,10.000-11.000-16-15,0.000 0.000-16 16,0.000 0.000-2176-16,0.000 0.000-432 16,0.000 0.000-96-16,0.000 0.000-16 0</inkml:trace>
  <inkml:trace contextRef="#ctx1" brushRef="#br2">8357.000 14121.000 21183 0,'0.000'0.000'1888'0,"0.000"0.000"-1504"16,0.000 0.000-384-16,0.000 0.000 0 0,0.000 0.000 1712 0,0.000 0.000 272 15,0.000 0.000 48-15,-2.000 29.000 16 0,2.000-29.000 896 0,-7.000 35.000 176 16,2.000-12.000 32-16,-4.000 1.000 16 0,-1.000 0.000-2304 0,1.000 1.000-464 0,-4.000 2.000-80 15,2.000-1.000-32-15,-2.000-2.000-288 0,2.000-3.000 0 0,-2.000-3.000 0 0,3.000-5.000 0 16,-1.000 0.000 0-16,11.000-13.000 0 0,-16.000 13.000-192 0,16.000-13.000 192 47,-11.000 4.000-1232-47,11.000-4.000-160 0,0.000 0.000-16 0,0.000 0.000-16 0,0.000 0.000-2880 0,3.000-13.000-576 0,-3.000 13.000-112 0,21.000-22.000-32 16,-21.000 22.000 1664-16,29.000-28.000 336 0,-10.000 10.000 64 0,-2.000-2.000 16 0,-2.000 0.000 4128 0,1.000 0.000 832 0,1.000 0.000 160 0,-2.000 0.000 48 15,1.000 1.000 1632-15,1.000-1.000 336 0,-2.000-1.000 64 0,3.000-1.000 16 16,-4.000 3.000-1408-16,1.000-6.000-288 0,2.000-6.000-48 0,0.000-1.000-16 15,0.000 2.000-1600-15,-3.000 4.000-320 0,0.000 6.000-64 0,-4.000 4.000-16 16,-3.000 3.000-352-16,-7.000 13.000-160 0,9.000-15.000 128 0,-9.000 15.000-128 16,0.000 0.000 208-16,0.000 0.000-32 0,0.000 0.000-16 0,0.000 0.000 0 15,0.000 0.000 176-15,0.000 0.000 48 0,0.000 0.000 0 0,-8.000 22.000 0 0,8.000-22.000-384 16,-6.000 31.000 0-16,6.000-31.000 0 0,-5.000 41.000 128 0,5.000-41.000-128 0,-2.000 37.000 0 16,2.000-37.000-176-16,7.000 33.000 176 0,-7.000-33.000 0 0,0.000 0.000 0 15,17.000 40.000-128-15,-17.000-40.000 128 0,0.000 0.000 0 0,26.000 38.000 0 16,-26.000-38.000 0-16,0.000 0.000 0 0,25.000 33.000 0 0,-25.000-33.000 0 31,0.000 0.000 0-31,18.000 29.000 0 0,-18.000-29.000 0 0,0.000 0.000 0 16,3.000 30.000 0-16,-3.000-30.000 0 0,-13.000 25.000 0 0,5.000-12.000 0 15,-6.000 4.000 0-15,1.000 0.000 0 0,-4.000 0.000 0 0,-1.000-2.000 0 16,3.000 0.000 0-16,-2.000-4.000 0 0,1.000-1.000 176 0,1.000-2.000-176 16,-2.000-3.000 160-16,3.000-4.000-160 15,1.000-1.000-320-15,-3.000-4.000-176 0,4.000-3.000-16 0,0.000-3.000-18304 0</inkml:trace>
  <inkml:trace contextRef="#ctx1" brushRef="#br2">8420.000 14226.000 13823 0,'0.000'0.000'608'0,"0.000"0.000"128"0,0.000 0.000-592 0,0.000 0.000-144 0,0.000 0.000 0 0,0.000 0.000 0 0,0.000 0.000 3392 0,34.000 7.000 640 0,-34.000-7.000 128 0,33.000 17.000 16 15,-33.000-17.000-848-15,34.000 27.000-192 0,-34.000-27.000-16 0,29.000 30.000-16 16,-29.000-30.000-2144-16,21.000 31.000-416 0,-21.000-31.000-96 0,14.000 31.000 0 16,-14.000-31.000-448-16,10.000 30.000 0 0,-10.000-30.000 128 0,0.000 0.000-128 15,7.000 33.000 0-15,-7.000-33.000 0 0,0.000 0.000 0 0,0.000 0.000 0 31,0.000 24.000-688-31,0.000-24.000-64 0</inkml:trace>
  <inkml:trace contextRef="#ctx1" brushRef="#br2">8878.000 13695.000 40543 0,'0.000'0.000'3600'0,"0.000"0.000"-2880"15,0.000 0.000-576-15,0.000 0.000-144 0,0.000 0.000 176 0,0.000 0.000 0 16,0.000 0.000 0-16,0.000 0.000 0 0,19.000 39.000-32 0,-19.000-39.000 0 16,11.000 46.000 0-16,-11.000-20.000 0 0,0.000 3.000 48 0,-1.000 1.000 16 15,-4.000 1.000 0-15,-2.000-2.000 0 0,-2.000-1.000-208 0,1.000-4.000 0 16,1.000-3.000 0-16,7.000-21.000 0 0,-14.000 33.000 0 0,14.000-33.000-208 16,-10.000 22.000 16-16,10.000-22.000-18512 0</inkml:trace>
  <inkml:trace contextRef="#ctx1" brushRef="#br2">8964.000 13821.000 36863 0,'0.000'0.000'1632'0,"0.000"0.000"336"0,0.000 0.000-1584 0,10.000-11.000-384 0,-10.000 11.000 0 0,0.000 0.000 0 16,0.000 0.000 848-16,0.000 0.000 96 0,0.000 0.000 16 0,45.000-7.000 0 15,-45.000 7.000-192-15,28.000-3.000-48 0,-28.000 3.000 0 0,0.000 0.000 0 16,0.000 0.000-512-16,0.000 0.000-208 0,31.000-1.000 176 0,-31.000 1.000-176 16,0.000 0.000 0-16,0.000 0.000 0 0,0.000 0.000 0 0,0.000 0.000-19168 15</inkml:trace>
  <inkml:trace contextRef="#ctx1" brushRef="#br2">8875.000 13978.000 35935 0,'0.000'0.000'1600'0,"0.000"0.000"320"0,0.000 0.000-1536 0,-10.000 15.000-384 16,10.000-15.000 0-16,0.000 0.000 0 0,0.000 0.000 832 0,-5.000 26.000 112 16,5.000-26.000 16-16,-9.000 42.000 0 0,4.000-17.000 64 0,-1.000-1.000 32 15,6.000-24.000 0-15,-9.000 42.000 0 0,9.000-42.000-736 0,-6.000 35.000-160 16,6.000-35.000-32-16,-3.000 28.000 0 0,3.000-28.000-128 0,0.000 0.000 0 15,-6.000 27.000 0-15,6.000-27.000 0 0,0.000 0.000-176 0,0.000 0.000-64 16,0.000 0.000-16-16,0.000 0.000-18880 0</inkml:trace>
  <inkml:trace contextRef="#ctx1" brushRef="#br2">8897.000 14065.000 28559 0,'0.000'0.000'1264'0,"0.000"0.000"272"0,0.000 0.000-1232 0,0.000 0.000-304 0,22.000-17.000 0 0,-22.000 17.000 0 15,0.000 0.000 1712-15,0.000 0.000 272 0,0.000 0.000 64 0,34.000-12.000 16 16,-34.000 12.000-480-16,0.000 0.000-112 0,0.000 0.000 0 0,38.000 2.000-16 15,-38.000-2.000-992-15,0.000 0.000-192 0,0.000 0.000-32 0,7.000 27.000-16 16,-7.000-27.000 64-16,-10.000 23.000 16 0,1.000-9.000 0 0,-1.000-1.000 0 16,-1.000 0.000-128-16,-2.000 1.000-32 0,0.000 1.000 0 0,-1.000-2.000 0 15,-4.000 2.000-144-15,4.000-2.000 0 0,1.000-1.000 0 0,0.000-2.000 0 16,13.000-10.000 0-16,-19.000 15.000-224 0,19.000-15.000 48 0,0.000 0.000 16 0,0.000 0.000 0 0,0.000 0.000 0 16,0.000 0.000 0-16,0.000 0.000 0 15,0.000 0.000 160-15,0.000 0.000 0 0,0.000 0.000 0 0,40.000 5.000-128 0,-40.000-5.000 128 0,27.000-5.000 0 16,-27.000 5.000 0-16,0.000 0.000 0 0,43.000-6.000 240 15,-43.000 6.000-32-15,0.000 0.000 0 0,0.000 0.000 0 16,33.000-4.000-32-16,-33.000 4.000-16 0,0.000 0.000 0 0,0.000 0.000 0 0,0.000 0.000-160 0,0.000 0.000 0 16,0.000 0.000 0-16,0.000 0.000 0 0,0.000 0.000-224 0,0.000 0.000-32 15,0.000 0.000 0-15,-23.000 17.000-18944 16</inkml:trace>
  <inkml:trace contextRef="#ctx1" brushRef="#br2">8718.000 14416.000 27935 0,'0.000'0.000'608'0,"0.000"0.000"128"0,0.000 0.000 32 0,0.000 0.000 16 0,0.000 0.000-624 0,0.000 0.000-160 0,0.000 0.000 0 0,0.000 0.000 0 32,0.000 0.000 2304-32,30.000 3.000 448 0,-30.000-3.000 64 0,31.000 4.000 32 0,-31.000-4.000-1600 0,30.000 5.000-320 0,-30.000-5.000-64 0,29.000 4.000-16 15,-29.000-4.000-400-15,0.000 0.000-96 0,35.000 6.000-16 0,-35.000-6.000 0 16,0.000 0.000-336-16,30.000 5.000 128 0,-30.000-5.000-128 0,0.000 0.000 0 16,33.000 2.000 0-16,-33.000-2.000 0 0,0.000 0.000 0 0,39.000-5.000 0 15,-39.000 5.000-272-15,33.000-5.000-32 0,-33.000 5.000 0 0,31.000-4.000 0 31,-31.000 4.000-1136-31,0.000 0.000-224 0,37.000 0.000-64 0,-37.000 0.000 0 0,0.000 0.000 1216 0,0.000 0.000 224 0,29.000 12.000 48 0,-29.000-12.000 16 16,0.000 0.000 848-16,0.000 0.000 160 0,19.000 26.000 48 0,-19.000-26.000 0 0,0.000 0.000 272 16,16.000 22.000 64-16,-16.000-22.000 16 0,0.000 0.000 0 0,10.000 21.000-496 15,-10.000-21.000-112-15,0.000 0.000 0 0,0.000 0.000-16 16,3.000 26.000-320-16,-3.000-26.000-64 0,-11.000 13.000-16 0,-7.000-5.000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09:16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14610.000 12556.000 20271 0,'0.000'0.000'1792'0,"0.000"0.000"-1424"0,0.000 0.000-368 0,0.000 0.000 0 0,0.000 0.000 1424 0,0.000 0.000 224 0,0.000 0.000 32 0,0.000 0.000 16 0,-7.000 3.000 960 0,7.000-3.000 192 16,-5.000 0.000 32-16,5.000 0.000 16 0,0.000 0.000-1552 0,0.000 0.000-320 15,0.000 0.000-64-15,0.000 0.000-16 0,0.000 0.000-640 0,0.000 0.000-128 16,0.000 0.000-32-16,0.000 0.000 0 0,0.000 0.000-144 0,0.000 0.000 0 16,0.000 0.000 0-16,0.000 0.000 0 0,0.000 0.000 144 0,0.000 0.000-144 15,0.000 0.000 160-15,0.000 0.000-160 0,0.000 0.000 192 0,0.000 0.000-64 16,0.000 0.000-128-16,0.000 0.000 192 0,0.000 0.000-192 0,0.000 0.000 144 16,0.000 0.000-144-16,0.000 0.000 128 0,0.000 0.000-128 0,0.000 0.000 0 15,32.000 12.000 0-15,-32.000-12.000 0 0,0.000 0.000 0 0,0.000 0.000 0 16,34.000 6.000 144-16,-34.000-6.000-144 0,0.000 0.000 128 0,0.000 0.000-128 15,37.000 2.000 160-15,-37.000-2.000-160 0,0.000 0.000 0 0,32.000 4.000 128 16,-32.000-4.000-128-16,0.000 0.000 0 0,36.000 3.000 0 0,-36.000-3.000 0 0,0.000 0.000 0 0,36.000-4.000 0 16,-36.000 4.000 0-16,0.000 0.000 0 0,33.000-2.000 0 0,-33.000 2.000 0 15,0.000 0.000 0-15,32.000-4.000 0 0,-32.000 4.000 0 0,0.000 0.000 0 16,31.000-4.000 0-16,-31.000 4.000 0 0,0.000 0.000 0 0,0.000 0.000 0 16,36.000 0.000 0-16,-36.000 0.000 0 0,0.000 0.000 0 0,0.000 0.000 0 15,34.000-3.000 0-15,-34.000 3.000 0 0,0.000 0.000 0 0,0.000 0.000 0 16,35.000 0.000 0-16,-35.000 0.000 0 0,0.000 0.000 0 0,32.000 2.000 0 15,-32.000-2.000 0-15,0.000 0.000 0 0,32.000-1.000 0 0,-32.000 1.000 0 0,0.000 0.000 0 0,29.000-1.000 0 16,-29.000 1.000 0-16,0.000 0.000 0 16,30.000-3.000 0-16,-30.000 3.000 0 0,0.000 0.000 0 0,29.000 1.000 0 0,-29.000-1.000 0 0,0.000 0.000 0 15,34.000-1.000 0-15,-34.000 1.000 0 0,30.000-3.000 0 0,-30.000 3.000 0 16,27.000-5.000 0-16,-27.000 5.000 0 16,29.000-4.000 0-16,-29.000 4.000 0 0,29.000-3.000 0 0,-29.000 3.000 0 0,31.000-3.000 0 0,-31.000 3.000 0 15,29.000-2.000 0-15,-29.000 2.000 0 0,0.000 0.000 0 0,41.000-3.000 0 16,-41.000 3.000 0-16,0.000 0.000 0 0,40.000-1.000 0 0,-40.000 1.000 0 15,0.000 0.000 0-15,35.000-5.000 0 0,-35.000 5.000 0 0,0.000 0.000 0 16,32.000 1.000 0-16,-32.000-1.000 0 0,0.000 0.000 0 0,30.000 1.000 0 16,-30.000-1.000 0-16,0.000 0.000 0 0,0.000 0.000 0 0,34.000 0.000 0 15,-34.000 0.000 0-15,0.000 0.000 0 0,0.000 0.000 0 0,32.000 0.000 0 16,-32.000 0.000 0-16,0.000 0.000 0 0,0.000 0.000 0 0,34.000-1.000 0 0,-34.000 1.000 0 0,0.000 0.000 0 16,0.000 0.000 0-16,33.000-1.000 0 0,-33.000 1.000 0 0,0.000 0.000 0 15,0.000 0.000 0-15,37.000-1.000 0 0,-37.000 1.000 0 0,0.000 0.000 0 16,0.000 0.000 0-16,40.000 3.000 0 0,-40.000-3.000 0 0,27.000 0.000 0 15,-27.000 0.000 0-15,37.000-2.000 0 0,-37.000 2.000 0 0,48.000-5.000 0 16,-18.000 1.000 0-16,-3.000 0.000 0 0,-27.000 4.000 0 0,45.000-7.000 0 16,-16.000 3.000 0-16,3.000 1.000 0 0,-1.000 0.000 0 0,-1.000 0.000 0 15,-3.000 1.000 0-15,-27.000 2.000 0 0,49.000-2.000 0 0,-49.000 2.000 0 16,47.000 0.000 0-16,-47.000 0.000 0 0,42.000 3.000 0 0,-42.000-3.000 0 0,48.000 4.000 0 16,-48.000-4.000 0-16,48.000 3.000 0 0,-48.000-3.000 0 15,48.000 4.000 0-15,-48.000-4.000 0 0,41.000 3.000 0 0,-41.000-3.000 0 0,47.000 1.000 0 0,-47.000-1.000 0 16,49.000-4.000 0-16,-49.000 4.000 0 0,50.000-4.000 0 0,-50.000 4.000 0 15,51.000-4.000 0-15,-51.000 4.000 0 16,50.000-3.000 0-16,-50.000 3.000 0 0,48.000-3.000 0 0,-48.000 3.000 0 0,41.000 0.000 0 0,-41.000 0.000 0 16,38.000 1.000 0-16,-38.000-1.000 0 0,31.000 2.000 0 0,-31.000-2.000 0 15,30.000 3.000 0-15,-30.000-3.000 0 0,29.000 1.000 0 0,-29.000-1.000 0 16,30.000 1.000 0-16,-30.000-1.000 0 0,32.000-1.000 0 0,-32.000 1.000 0 16,39.000-2.000 0-16,-39.000 2.000 0 0,40.000-3.000 0 0,-40.000 3.000 0 15,45.000-4.000 0-15,-45.000 4.000 0 0,48.000-6.000 0 0,-48.000 6.000 0 16,49.000-6.000 0-16,-23.000 3.000 0 0,-26.000 3.000 0 0,46.000-6.000 0 15,-46.000 6.000 0-15,47.000-7.000 0 0,-47.000 7.000 0 0,46.000-8.000 0 16,-46.000 8.000 0-16,46.000-6.000 0 0,-46.000 6.000 0 0,47.000-4.000 0 0,-47.000 4.000 0 0,48.000-1.000 0 16,-48.000 1.000 0-16,51.000-1.000 0 0,-51.000 1.000 0 0,51.000 0.000 0 15,-51.000 0.000 0-15,47.000-1.000 0 0,-47.000 1.000 0 0,44.000 1.000 0 16,-44.000-1.000 0-16,43.000 0.000 0 0,-43.000 0.000 0 0,45.000 0.000 0 16,-45.000 0.000 0-16,39.000 0.000 0 15,-39.000 0.000 0-15,44.000 0.000 0 0,-44.000 0.000 0 0,48.000-1.000 0 0,-48.000 1.000 0 0,52.000-1.000 0 16,-25.000-1.000 0-16,0.000 2.000 0 0,2.000-1.000 0 0,-29.000 1.000 0 15,51.000-1.000 0-15,-51.000 1.000 0 0,49.000-3.000 0 0,-23.000 1.000 0 16,1.000-1.000 0-16,-27.000 3.000 0 0,50.000-4.000 0 0,-50.000 4.000 0 16,51.000-2.000 0-16,-25.000 2.000 0 0,3.000 0.000 0 0,2.000-1.000 0 15,0.000 0.000 0-15,-1.000-2.000 0 0,2.000 2.000 0 0,-5.000-3.000 0 16,1.000 2.000 0-16,-1.000 0.000 0 0,0.000 0.000 0 0,2.000 0.000 0 0,1.000-1.000 0 0,-1.000 1.000 0 16,0.000 1.000 0-16,1.000-1.000 0 0,2.000 1.000 0 0,0.000 0.000 0 15,2.000 0.000 0-15,1.000-2.000 0 0,-3.000 2.000 0 0,-1.000 0.000 0 16,0.000-1.000 0-16,0.000-1.000 0 0,1.000 0.000 0 0,1.000 0.000 0 15,1.000 0.000 0-15,-2.000 0.000 0 0,3.000 1.000 0 0,-1.000 1.000 0 16,2.000 1.000 0-16,0.000-3.000 0 0,2.000 0.000 0 0,-2.000 0.000 0 16,-2.000 1.000 0-16,-5.000 1.000 0 0,2.000 0.000 0 0,0.000 1.000 0 15,-2.000 3.000 0-15,0.000-2.000 0 0,2.000-1.000 0 0,-1.000 0.000 0 16,2.000 0.000 0-16,3.000 1.000 0 0,4.000 2.000 0 0,-4.000-2.000 0 16,-2.000 1.000 0-16,-1.000-2.000 0 0,5.000-1.000 0 0,3.000 0.000 0 15,0.000 2.000 0-15,0.000-2.000 0 0,-3.000-1.000 0 0,3.000 1.000 0 16,0.000 1.000 0-16,0.000 0.000 0 0,0.000 1.000 0 0,-3.000-1.000 0 0,-4.000 0.000 0 0,-1.000 1.000 0 15,-3.000 0.000 0-15,-1.000 1.000 0 16,-28.000-2.000 0-16,53.000 4.000 0 0,-53.000-4.000 0 0,48.000 5.000-128 0,-48.000-5.000 128 0,48.000 7.000 0 16,-48.000-7.000 0-16,50.000 7.000 0 0,-50.000-7.000 0 0,51.000 6.000 0 15,-22.000-3.000 0-15,2.000-1.000 0 0,-2.000-1.000 0 0,-1.000 0.000 0 16,-28.000-1.000 0-16,50.000 1.000 0 0,-50.000-1.000 0 0,46.000 0.000 0 16,-46.000 0.000 0-16,37.000 0.000 0 0,-37.000 0.000 0 0,37.000 0.000 0 15,-37.000 0.000 0-15,33.000 2.000 0 0,-33.000-2.000 0 0,31.000 2.000 0 16,-31.000-2.000 0-16,33.000 2.000 0 0,-33.000-2.000 0 0,34.000 0.000 0 15,-34.000 0.000 0-15,32.000 3.000 0 0,-32.000-3.000 0 0,29.000 2.000 0 16,-29.000-2.000 0-16,28.000-1.000 0 0,-28.000 1.000 0 0,28.000 0.000 0 0,-28.000 0.000 0 16,0.000 0.000 0-16,34.000-1.000 0 0,-34.000 1.000 0 0,0.000 0.000 0 0,34.000-3.000 0 15,-34.000 3.000 0-15,24.000-2.000 0 0,-24.000 2.000 0 0,0.000 0.000 0 16,38.000-2.000 0-16,-38.000 2.000 0 0,27.000 0.000 0 0,-27.000 0.000 0 16,31.000 1.000 0-1,-31.000-1.000 0-15,29.000-1.000 0 0,-29.000 1.000 0 0,34.000 1.000 0 0,-34.000-1.000 0 0,38.000-1.000 0 0,-38.000 1.000 0 16,38.000 0.000 0-16,-38.000 0.000 0 0,34.000-1.000 0 0,-34.000 1.000 0 15,29.000-1.000 0-15,-29.000 1.000 0 0,0.000 0.000 0 0,37.000-1.000 0 16,-37.000 1.000 0-16,0.000 0.000 0 16,30.000 1.000 0-16,-30.000-1.000 0 0,0.000 0.000 0 0,0.000 0.000 0 0,29.000 2.000 0 0,-29.000-2.000 0 15,0.000 0.000 0-15,0.000 0.000 0 0,0.000 0.000 0 0,29.000 7.000 0 16,-29.000-7.000 0-16,0.000 0.000 0 0,0.000 0.000 0 0,0.000 0.000 0 0,33.000 7.000 0 0,-33.000-7.000 0 16,0.000 0.000 0-16,0.000 0.000 0 0,0.000 0.000 0 0,31.000 3.000 0 15,-31.000-3.000 0-15,0.000 0.000 0 0,0.000 0.000 0 0,0.000 0.000 0 16,29.000 3.000 0-16,-29.000-3.000 0 0,0.000 0.000 0 0,0.000 0.000 0 15,0.000 0.000 0-15,0.000 0.000 0 0,0.000 0.000 0 0,0.000 0.000 0 16,0.000 0.000 0-16,0.000 0.000 0 0,0.000 0.000 0 0,0.000 0.000 0 16,0.000 0.000 0-16,0.000 0.000 0 0,0.000 0.000 0 0,0.000 0.000 0 15,0.000 0.000 0-15,0.000 0.000 0 0,0.000 0.000 0 0,0.000 0.000 0 16,0.000 0.000-128-16,0.000 0.000 128 0,0.000 0.000 0 0,0.000 0.000 0 31,0.000 0.000-1472-31,0.000 0.000-192 0</inkml:trace>
  <inkml:trace contextRef="#ctx0" brushRef="#br0">21685.000 12379.000 34095 0,'0.000'0.000'1504'15,"0.000"0.000"320"-15,0.000 0.000-1456 0,0.000 0.000-368 0,0.000 0.000 0 0,0.000 0.000 0 0,0.000 0.000 0 0,0.000 0.000 0 0,0.000 0.000 0 0,0.000 0.000 0 0,0.000 0.000 1408 0,0.000 0.000 256 0,0.000 0.000 48 0,0.000 0.000 16 32,0.000 0.000-1296-32,0.000 0.000-256 0,0.000 0.000-48 0,0.000 0.000-128 15,0.000 0.000 176-15,0.000 0.000-176 0,0.000 0.000 160 0,0.000 0.000-160 0,0.000 0.000 176 0,0.000 0.000-176 0,0.000 0.000 192 0,0.000 0.000-192 32,0.000 0.000 128-32,0.000 0.000-128 0,27.000 15.000 0 0,-27.000-15.000 0 15,0.000 0.000 0-15,0.000 0.000 0 0,27.000 14.000 0 0,-27.000-14.000 0 16,0.000 0.000 0-16,26.000 11.000 0 0,-26.000-11.000 0 0,0.000 0.000 0 15,33.000 11.000 0-15,-33.000-11.000 0 0,0.000 0.000 0 0,37.000 10.000 0 16,-37.000-10.000 0-16,0.000 0.000 0 0,35.000 11.000 0 0,-35.000-11.000 0 16,0.000 0.000 0-16,26.000 8.000 0 0,-26.000-8.000 0 0,0.000 0.000 0 15,0.000 0.000 0-15,25.000 10.000 0 0,-25.000-10.000 0 0,0.000 0.000 0 16,0.000 0.000 352-16,0.000 0.000-32 0,0.000 0.000-16 0,0.000 0.000 0 0,0.000 0.000-80 0,0.000 0.000-16 16,0.000 0.000 0-16,0.000 0.000 0 0,0.000 0.000 64 0,-1.000 32.000 16 15,-17.000-20.000 0-15,-12.000 7.000 0 0,-12.000 7.000-288 0,-14.000 6.000 0 16,-14.000 8.000 0-16,-19.000 8.000-19616 15</inkml:trace>
  <inkml:trace contextRef="#ctx0" brushRef="#br0">17906.000 9121.000 12895 0,'0.000'-1.000'1152'0,"0.000"1.000"-928"0,0.000 0.000-224 0,0.000 0.000 0 0,0.000 0.000 704 0,0.000 0.000 80 0,0.000 0.000 32 0,0.000 0.000 0 0,0.000-1.000 784 0,0.000 1.000 176 16,0.000 0.000 16-16,0.000 0.000 16 0,0.000 0.000-336 0,0.000 0.000-80 15,0.000 0.000-16-15,0.000 0.000 0 0,0.000 1.000-944 0,0.000-1.000-192 16,0.000 1.000-48-16,0.000 0.000 0 0,0.000 0.000-192 0,0.000 0.000 0 16,0.000 4.000-192-16,0.000-2.000 192 0,0.000 2.000 0 0,-1.000 0.000 0 0,-1.000 0.000 160 15,2.000 2.000-32-15,0.000-7.000 704 0,0.000 0.000 160 0,0.000 0.000 32 0,0.000 0.000 0 16,-5.000 42.000-544-16,5.000-42.000-96 0,0.000 0.000-32 0,0.000 0.000 0 16,-3.000 50.000-144-16,3.000-50.000-16 0,0.000 0.000-16 0,0.000 49.000 0 15,0.000-49.000-176-15,0.000 0.000 0 0,0.000 55.000 0 0,0.000-55.000 0 16,2.000 44.000 0-16,-2.000-44.000 0 0,1.000 44.000 0 0,-1.000-44.000 0 15,0.000 42.000 0-15,0.000-42.000 0 0,0.000 49.000 0 0,0.000-49.000 0 16,0.000 53.000 0-16,0.000-53.000 0 0,-1.000 62.000 0 0,1.000-62.000 0 16,0.000 69.000 0-16,0.000-69.000 0 0,0.000 68.000 0 0,0.000-68.000 0 15,0.000 70.000 0-15,0.000-70.000 0 0,1.000 66.000 0 0,-1.000-66.000 0 0,0.000 65.000 0 16,0.000-65.000 0-16,0.000 74.000 0 0,-1.000-32.000 0 0,-1.000 2.000 0 0,-1.000-2.000 0 16,2.000 0.000 0-16,-1.000-1.000 0 0,0.000-3.000 0 0,2.000-38.000 0 15,-3.000 73.000 0-15,3.000-73.000 128 0,-2.000 70.000 96 0,2.000-70.000 16 16,-1.000 78.000 0-16,-1.000-38.000 0 0,2.000 2.000 784 0,0.000-1.000 144 15,0.000-41.000 48-15,0.000 77.000 0 16,0.000-35.000-960-16,0.000-3.000-256 0,-1.000 1.000 0 0,1.000 0.000 0 0,-2.000 1.000 0 0,2.000 0.000 0 16,0.000 1.000 0-16,0.000-3.000 0 15,0.000 0.000 0-15,0.000-39.000 0 0,0.000 68.000 128 0,0.000-68.000-128 0,0.000 69.000 0 0,0.000-69.000 0 16,2.000 71.000 0-16,-2.000-71.000 0 0,1.000 74.000 0 0,-1.000-74.000 0 16,3.000 68.000 128-16,-3.000-68.000-128 0,0.000 61.000 0 0,0.000-61.000 0 0,2.000 55.000 0 15,-2.000-55.000 0-15,2.000 50.000 0 0,-2.000-50.000 0 0,0.000 54.000 128 0,0.000-54.000-128 16,-2.000 58.000 0-16,2.000-58.000 0 0,-2.000 62.000 0 0,2.000-62.000 0 15,-3.000 61.000 464-15,3.000-61.000 16 0,-1.000 63.000 0 0,1.000-63.000 0 16,-4.000 62.000-256-16,4.000-26.000-48 0,-3.000 5.000-16 0,0.000-1.000 0 16,2.000 0.000 64-16,-1.000 0.000 16 0,0.000-2.000 0 0,2.000 0.000 0 15,-1.000 1.000 16-15,-1.000-5.000 0 0,2.000-34.000 0 0,0.000 56.000 0 16,0.000-56.000-256-16,0.000 44.000 0 0,0.000-44.000 128 0,0.000 39.000-128 16,0.000-39.000 0-16,0.000 36.000 0 0,0.000-36.000 0 0,-2.000 40.000 0 15,2.000-40.000 0-15,-1.000 44.000 0 0,1.000-44.000 0 0,-3.000 42.000 0 16,3.000-42.000 0-16,-4.000 45.000 0 15,4.000-45.000 0-15,-3.000 45.000 0 0,3.000-45.000 0 0,-3.000 43.000 0 0,3.000-43.000 0 0,-1.000 48.000 0 0,1.000-48.000 0 16,-4.000 48.000 0-16,4.000-48.000 0 0,-1.000 41.000 0 0,1.000-41.000 0 16,-4.000 42.000 0-16,4.000-42.000 0 0,-1.000 46.000 0 0,1.000-46.000 0 0,-2.000 48.000 128 15,2.000-48.000-128-15,0.000 47.000 0 0,0.000-47.000 0 0,-3.000 51.000 0 16,3.000-51.000 0-16,-2.000 47.000 0 0,2.000-47.000 0 0,-3.000 43.000 0 16,3.000-43.000 0-16,-3.000 39.000 0 0,3.000-39.000 0 0,-1.000 36.000 0 15,1.000-36.000 0-15,-4.000 36.000 0 0,4.000-36.000 0 0,-3.000 39.000 0 16,3.000-39.000 0-16,-3.000 43.000 0 0,3.000-43.000 912 0,-3.000 43.000 96 15,3.000-43.000 16-15,-2.000 44.000 0 16,2.000-44.000-1664-16,-3.000 40.000-320 0,3.000-40.000-64 0,-5.000 40.000 0 0,5.000-40.000 1648 0,-3.000 41.000 336 16,3.000-41.000 64-16,-3.000 40.000 0 15,3.000-40.000-1632-15,-5.000 39.000-336 0,5.000-39.000-64 0,-7.000 45.000-16 0,7.000-45.000 832 0,-9.000 48.000 192 16,9.000-48.000 0-16,-7.000 49.000 0 0,7.000-49.000 0 0,-6.000 52.000 0 0,4.000-25.000 0 0,2.000-27.000 0 16,-6.000 50.000 0-16,6.000-50.000 0 0,-5.000 48.000 0 0,5.000-48.000 0 15,-3.000 42.000 0-15,3.000-42.000 0 0,-5.000 43.000 0 0,5.000-43.000 0 16,-3.000 40.000 0-16,3.000-40.000 0 0,-5.000 42.000 0 0,5.000-42.000 0 15,-6.000 47.000 0-15,6.000-47.000 0 0,-3.000 51.000 0 0,1.000-22.000 0 16,-1.000 1.000 0-16,1.000-3.000 0 0,2.000-27.000 0 0,-3.000 49.000 0 16,3.000-49.000 0-16,-3.000 51.000 0 15,3.000-51.000 0-15,-5.000 50.000 0 0,5.000-50.000 0 0,-3.000 47.000 0 0,1.000-21.000 0 0,2.000-26.000 0 16,-1.000 50.000 0-16,-1.000-24.000 0 0,1.000 2.000 0 0,-1.000 2.000 0 16,2.000 1.000 0-16,-2.000-1.000 0 0,2.000 2.000 0 0,-1.000-3.000 0 15,1.000 0.000 0-15,-2.000 1.000 0 0,2.000-2.000 0 0,0.000-28.000 0 16,0.000 50.000 0-16,0.000-50.000 0 0,0.000 51.000 0 0,0.000-51.000 0 0,0.000 50.000 0 0,0.000-50.000 0 15,2.000 53.000 0-15,-2.000-24.000 0 0,0.000 3.000 0 0,0.000 1.000 0 16,-2.000 2.000 0-16,2.000-1.000 0 0,0.000-4.000 0 0,-2.000-3.000 0 16,2.000-1.000 0-16,-1.000 1.000 0 0,-1.000 3.000 0 0,-1.000 1.000 0 15,2.000 1.000 0-15,-1.000 0.000 0 0,0.000 0.000 0 0,1.000 0.000 0 16,-1.000 3.000 0-16,-1.000-2.000 0 0,1.000-2.000 0 0,-1.000 0.000 0 16,1.000 0.000 0-16,1.000-3.000 0 0,-1.000-1.000 0 0,-1.000 1.000 0 15,2.000 1.000 0-15,1.000 1.000 0 0,-2.000 0.000 0 0,2.000 2.000 0 16,2.000 2.000 0-16,-4.000-1.000 0 15,4.000-1.000 0-15,-1.000-1.000 0 0,-1.000-4.000 0 0,3.000 0.000 0 16,-3.000 0.000 0-16,0.000 0.000 0 0,2.000 0.000 0 0,-2.000-1.000 0 0,0.000-26.000 0 0,1.000 48.000 0 16,-1.000-48.000 0-16,0.000 42.000 0 0,0.000-9.000 0 0,0.000 3.000 0 0,-1.000-2.000 0 0,1.000-1.000 0 15,-2.000-4.000 0-15,2.000 0.000 0 0,-3.000 1.000 0 0,2.000 0.000 0 16,-1.000-4.000 0-16,0.000-2.000 0 0,2.000-24.000 0 0,-6.000 44.000 0 16,6.000-44.000 0-16,-3.000 48.000 0 15,-1.000-15.000 0-15,1.000-2.000 0 0,0.000-3.000 0 0,0.000-2.000 0 0,1.000 0.000 0 0,2.000-26.000 0 16,-6.000 38.000 0-16,6.000-38.000 0 0,-5.000 27.000 0 0,5.000-27.000 0 15,0.000 0.000 0-15,0.000 0.000-144 0,0.000 0.000 144 0,0.000 0.000-19472 16</inkml:trace>
  <inkml:trace contextRef="#ctx0" brushRef="#br0">17934.000 9108.000 24879 0,'1.000'0.000'2208'0,"-1.000"0.000"-1760"0,0.000 0.000-448 0,0.000 0.000 0 0,0.000 0.000 992 0,-1.000 0.000 112 0,1.000 0.000 32 0,0.000 0.000 0 16,0.000 1.000 1104-16,0.000-1.000 240 0,0.000 0.000 32 0,0.000 0.000 16 31,0.000 0.000-1568-31,-2.000 0.000-320 0,2.000 1.000-64 0,0.000-1.000-16 16,0.000 1.000-304-16,-2.000 0.000-64 0,-1.000 1.000-16 0,0.000 1.000 0 15,-2.000 1.000-176-15,-4.000 4.000 0 0,-1.000 0.000 144 0,-1.000 2.000-144 16,-2.000 5.000 0-16,-3.000 0.000 0 0,0.000 2.000 0 0,0.000 1.000 0 16,-3.000 0.000 0-16,1.000-1.000 0 0,2.000 0.000 0 0,0.000-1.000 0 15,0.000-1.000 0-15,3.000 0.000 0 0,-1.000 0.000 0 0,1.000-3.000 0 0,2.000 1.000-128 16,1.000-4.000 128-16,-1.000 2.000-128 0,3.000-3.000 128 16,2.000-1.000-1600-16,6.000-7.000-224 0</inkml:trace>
  <inkml:trace contextRef="#ctx0" brushRef="#br0">17862.000 9141.000 30399 0,'0.000'-1.000'1344'0,"0.000"1.000"288"0,0.000 0.000-1312 0,0.000 0.000-320 0,1.000 0.000 0 0,-1.000 0.000 0 16,0.000 0.000 544-16,0.000 0.000 32 0,0.000 0.000 16 0,2.000 1.000 0 15,-2.000 0.000 1200-15,0.000-1.000 224 0,0.000 0.000 48 0,0.000 0.000 16 16,0.000 0.000-1472-16,0.000 0.000-288 0,0.000 0.000-64 0,26.000 44.000-16 15,-26.000-44.000 0-15,0.000 0.000 0 0,19.000 42.000 0 0,-19.000-42.000 0 16,0.000 0.000-240-16,17.000 50.000 144 16,-17.000-50.000-144-16,0.000 0.000 128 0,13.000 46.000-128 0,-13.000-46.000 0 0,0.000 0.000 0 0,0.000 0.000 0 15,5.000 47.000-176-15,-5.000-47.000-16 0</inkml:trace>
  <inkml:trace contextRef="#ctx0" brushRef="#br1">19023.000 11466.000 4607 0,'0.000'0.000'400'0,"0.000"0.000"-400"0,0.000 0.000 0 0,0.000 0.000 0 0,0.000 0.000 752 0,0.000 0.000 64 0,0.000 0.000 16 0,0.000 0.000 0 0,0.000 0.000 640 0,0.000 0.000 144 16,0.000 0.000 32-16,0.000 0.000 0 0,0.000 0.000 480 0,0.000 0.000 112 16,0.000 0.000 0-16,0.000 0.000 16 0,0.000 0.000-288 0,0.000 0.000-64 15,0.000 0.000-16-15,0.000 0.000 0 0,0.000 0.000-576 0,0.000 0.000-112 16,0.000 0.000-32-16,0.000 0.000 0 0,0.000 0.000-64 0,0.000 0.000-16 16,0.000 0.000 0-16,0.000 0.000 0 0,0.000 0.000-528 0,0.000 0.000-112 15,0.000 0.000-32-15,0.000 0.000 0 0,0.000 0.000-64 0,0.000 0.000-16 16,0.000 0.000 0-16,0.000 0.000 0 0,0.000 0.000-48 15,0.000 0.000-16-15,0.000 0.000 0 0,0.000 0.000 0 0,0.000 0.000-272 0,0.000 0.000 0 0,0.000 0.000 0 0,0.000 0.000 0 16,0.000 0.000 0-16,0.000 0.000-192 0,0.000 0.000 48 0,0.000 0.000 16 31,0.000 0.000-736-31,0.000 0.000-144 0,0.000 0.000-16 0,0.000 0.000-16 16,0.000 0.000-48-16,0.000 0.000 0 0,0.000 0.000 0 0,0.000 0.000 0 0,0.000 0.000 832 0,0.000 0.000 256 0,0.000 0.000-160 0,0.000 0.000 160 16,0.000 0.000 0-16,0.000 0.000 0 0,0.000 0.000 144 0,0.000 0.000-144 15,0.000 0.000 560-15,0.000 0.000 0 0,0.000 0.000 0 0,0.000 0.000 0 16,0.000 0.000 544-16,0.000 0.000 112 0,0.000 0.000 32 0,0.000 0.000 0 15,-11.000 26.000-736-15,4.000-24.000-128 0,0.000 0.000-48 0,0.000 0.000 0 16,7.000-2.000-336-16,-11.000 1.000 0 0,5.000-1.000 0 0,2.000-1.000 128 16,4.000 1.000-128-16,-6.000-3.000 0 0,6.000 3.000-128 0,-4.000-5.000 128 15,4.000 5.000-752-15,-1.000-3.000-64 0,1.000 3.000-16 0,0.000 0.000 0 16,0.000 0.000-64 0,0.000 0.000 0-16,0.000 0.000-16 0,0.000 0.000 0 0,0.000 0.000 512 0,0.000 0.000 96 0,0.000 0.000 32 0,0.000 0.000 0 0,0.000 0.000 400 0,0.000 0.000 64 15,0.000 0.000 32-15,0.000 0.000 0 0,0.000 0.000 624 0,0.000 0.000 128 16,0.000 0.000 32-16,0.000 0.000 0 0,0.000 0.000-160 0,0.000 0.000-16 15,0.000 0.000-16-15,0.000 0.000 0 0,0.000 0.000-368 0,0.000 0.000-80 16,0.000 0.000-16-16,0.000 0.000 0 0,0.000 0.000-352 0,0.000 0.000 128 16,0.000 0.000-128-16,0.000 0.000 0 0,0.000 0.000 0 0,0.000 0.000-160 15,0.000 0.000 16-15,0.000 0.000-18048 0</inkml:trace>
  <inkml:trace contextRef="#ctx0" brushRef="#br1">19370.000 11209.000 38703 0,'0.000'0.000'3440'0,"0.000"0.000"-2752"0,0.000 0.000-560 0,0.000 0.000-128 0,0.000 0.000 0 0,0.000 0.000-272 0,0.000 0.000 64 0,0.000 0.000 16 0,0.000 0.000 512 0,0.000 0.000 96 15,0.000 0.000 32-15,0.000 0.000 0 16,0.000 0.000-256-16,31.000 6.000-64 0,-31.000-6.000 0 0,0.000 0.000 0 0,36.000 4.000-128 0,-36.000-4.000 0 15,27.000 3.000 0-15,-27.000-3.000 0 0,26.000 1.000 0 0,-26.000-1.000 0 16,24.000 0.000 0-16,-24.000 0.000 0 16,22.000-1.000-1216-16,-22.000 1.000-112 0,15.000-3.000-16 0,-15.000 3.000-16 15,0.000 0.000-864-15,0.000 0.000-160 0,0.000 0.000-48 0,0.000 0.000 0 16,0.000 0.000 1264-16,0.000 0.000 240 0,0.000 0.000 48 0,0.000 0.000 16 0,0.000 0.000 608 0,0.000 0.000 256 16,0.000 0.000-192-16,0.000 0.000 192 0,0.000 0.000 1088 0,0.000 0.000 320 0,0.000 0.000 80 15,0.000 0.000 16-15,0.000 0.000 128 0,0.000 42.000 32 0,0.000-42.000 0 0,-10.000 14.000 0 16,10.000-14.000-752-16,-14.000 16.000-144 0,14.000-16.000-16 0,-16.000 17.000-16 15,16.000-17.000-160-15,-23.000 18.000-48 0,11.000-10.000 0 0,0.000 0.000 0 16,-2.000 1.000-208-16,1.000-1.000-64 0,-3.000 2.000 0 0,-1.000 0.000 0 16,0.000 1.000-112-16,-2.000-1.000-16 0,2.000-1.000-128 0,3.000 1.000 192 15,1.000-2.000-192-15,0.000-2.000 0 0,13.000-6.000 0 0,-15.000 9.000 0 16,15.000-9.000 0-16,0.000 0.000 0 0,0.000 0.000 0 0,0.000 0.000 0 16,0.000 0.000 0-16,0.000 0.000 0 0,0.000 0.000 0 0,0.000 0.000 0 15,0.000 0.000 128-15,0.000 0.000 48 0,0.000 0.000 0 0,0.000 0.000 0 0,36.000 10.000-176 0,-36.000-10.000 0 16,0.000 0.000 144-16,33.000 4.000-144 0,-33.000-4.000 128 0,0.000 0.000-128 15,37.000 6.000 160-15,-37.000-6.000-160 0,0.000 0.000 192 0,37.000 8.000-64 16,-37.000-8.000-128-16,0.000 0.000 192 0,32.000 11.000-192 0,-32.000-11.000 128 16,0.000 0.000-128-16,32.000 16.000 0 0,-32.000-16.000 0 0,0.000 0.000 0 15,0.000 0.000 0-15,0.000 0.000 0 0,33.000 19.000 0 0,-33.000-19.000 0 16,0.000 0.000 0-16,0.000 0.000-18496 16</inkml:trace>
  <inkml:trace contextRef="#ctx0" brushRef="#br1">19332.000 11318.000 32255 0,'0.000'0.000'2864'0,"0.000"0.000"-2288"0,0.000 0.000-576 0,0.000 0.000 0 0,0.000 0.000 1232 0,0.000 0.000 144 0,0.000 0.000 32 0,0.000 0.000 0 0,0.000 0.000-704 0,0.000 0.000-128 0,0.000 0.000-16 0,0.000 0.000-16 15,0.000 0.000-304-15,33.000 14.000-64 0,-33.000-14.000-16 0,0.000 0.000 0 16,39.000 12.000-160-16,-39.000-12.000 0 0,29.000 5.000 0 0,-29.000-5.000 0 15,31.000 2.000-256-15,-31.000-2.000-96 0,29.000 1.000-16 0,-29.000-1.000-16976 16</inkml:trace>
  <inkml:trace contextRef="#ctx0" brushRef="#br1">19674.000 11335.000 2751 0,'0.000'0.000'256'0,"0.000"0.000"-256"0,0.000 0.000 0 0,0.000 0.000 0 0,0.000 0.000 5056 0,0.000 0.000 976 16,0.000 0.000 192-16,0.000 0.000 48 0,0.000 0.000-3232 0,0.000 0.000-640 15,-9.000 28.000-128-15,9.000-28.000-32 0,0.000 0.000-512 0,0.000 0.000-128 16,-4.000 35.000 0-16,4.000-35.000-16 0,0.000 0.000-896 0,0.000 0.000-176 16,4.000 38.000-48-16,-4.000-38.000 0 0,0.000 0.000-320 0,0.000 0.000-144 15,0.000 0.000 128-15,17.000 41.000-128 0,-17.000-41.000 272 0,0.000 0.000-16 16,0.000 0.000-16-16,32.000 30.000 0 0,-32.000-30.000-112 0,0.000 0.000 0 16,37.000 14.000-128-16,-37.000-14.000 192 0,27.000 1.000-192 0,-27.000-1.000 0 15,22.000-8.000 0-15,-22.000 8.000 0 0,21.000-16.000-160 0,-13.000 6.000-80 0,-3.000-1.000-16 16,0.000 0.000 0-1,1.000-2.000-304-15,-6.000 1.000-64 0,0.000-2.000-16 0,-6.000 1.000 0 0,3.000-1.000 288 0,-2.000 1.000 48 0,0.000 3.000 16 0,-3.000 1.000 0 16,2.000 1.000 288-16,-1.000 3.000 128 0,-1.000 0.000-128 0,-1.000 2.000 192 16,1.000 1.000 320-16,-2.000 1.000 64 0,2.000 2.000 16 0,-2.000-1.000 0 15,1.000 2.000-400-15,2.000 0.000-64 0,1.000 0.000-128 0,-2.000 1.000 176 16,8.000-3.000-176-16,-11.000 6.000 0 0,11.000-6.000 0 0,0.000 0.000-18176 16</inkml:trace>
  <inkml:trace contextRef="#ctx0" brushRef="#br1">20263.000 11587.000 45151 0,'0.000'0.000'4016'0,"0.000"0.000"-3216"15,0.000 0.000-640-15,0.000 0.000-160 16,0.000 0.000-352-16,0.000 0.000-96 0,0.000 0.000-32 0,0.000 0.000 0 0,0.000 0.000 1024 0,0.000 0.000 208 16,0.000 0.000 32-16,0.000 0.000-20880 0</inkml:trace>
  <inkml:trace contextRef="#ctx0" brushRef="#br2">19041.000 11487.000 911 0,'0.000'0.000'0'0,"0.000"0.000"0"0,0.000 0.000 0 0,0.000 0.000 0 0,-2.000-1.000 960 0,2.000 1.000 96 0,0.000 0.000 32 0,0.000 0.000 0 16,0.000 0.000-16-16,0.000 0.000 0 0,0.000 0.000 0 0,0.000 0.000 0 31,0.000 0.000 0-31,0.000 0.000 0 0,0.000 0.000 0 0,0.000 0.000 0 0,0.000 0.000-496 0,0.000 0.000-112 0,0.000 0.000-16 0,0.000 0.000 0 16,0.000 0.000 1024-16,0.000 0.000 192 0,0.000 0.000 32 0,0.000 0.000 16 15,0.000 0.000-176-15,0.000 0.000-48 0,0.000 0.000 0 0,0.000-2.000 0 16,0.000 2.000 304-16,0.000 0.000 48 0,0.000 0.000 16 0,0.000 0.000 0 15,0.000 2.000-496-15,0.000-2.000-80 0,0.000 0.000-32 0,0.000 0.000 0 16,0.000 0.000-432-16,0.000 0.000-96 16,0.000 0.000-16-16,0.000 0.000 0 0,0.000 0.000-256 0,0.000 0.000-48 0,0.000 0.000-16 0,0.000-2.000 0 15,0.000 2.000-96-15,0.000-1.000-32 0,-2.000 0.000 0 0,2.000 1.000 0 16,0.000-1.000-64-16,0.000 0.000 0 0,0.000 0.000-16 0,-1.000 0.000 0 16,1.000 0.000-176-16,-2.000 0.000 160 0,2.000 1.000-160 0,0.000-2.000 160 15,0.000 2.000-160-15,-2.000-3.000 192 0,2.000 3.000-192 0,-1.000-2.000 192 16,1.000 1.000-192-16,-2.000-1.000 192 0,2.000 2.000-192 0,-1.000-3.000 192 15,-1.000 0.000-64-15,2.000 3.000 0 0,-3.000-3.000 0 0,3.000 1.000 0 0,0.000 2.000 32 0,-3.000-4.000 0 32,1.000 2.000 0-32,2.000-1.000 0 0,-3.000 1.000-32 0,3.000 0.000 0 15,-2.000 0.000 0-15,-1.000 0.000 0 0,3.000-2.000 32 0,-3.000 1.000 0 16,1.000 1.000 0-16,1.000-1.000 0 0,-1.000 1.000-160 0,-1.000 0.000 128 16,3.000 0.000-128-16,-3.000-1.000 128 0,3.000 1.000-128 0,-2.000-1.000 0 15,-1.000 1.000 0-15,3.000-1.000 128 0,-2.000 1.000-128 0,-1.000-1.000 0 16,3.000 1.000 144-16,-3.000-1.000-144 0,1.000 0.000 0 0,1.000 1.000 144 15,-1.000-2.000-144-15,-1.000 1.000 0 0,2.000 0.000 160 0,-1.000 0.000-160 16,0.000-1.000 128-16,-1.000 1.000-128 0,1.000-1.000 128 0,-1.000 0.000-128 0,0.000 1.000 0 0,1.000-1.000 128 16,1.000 1.000-128-16,-4.000 0.000 0 0,2.000-1.000 144 0,1.000 1.000-144 15,-3.000-1.000 176-15,2.000 0.000-48 0,-2.000 1.000 0 0,2.000-1.000 0 16,-1.000 0.000-128-16,-1.000 0.000 128 0,1.000-1.000-128 0,0.000 1.000 128 16,0.000 1.000-128-16,1.000 0.000 0 0,-1.000-1.000 0 0,0.000 1.000 128 15,1.000 0.000-128-15,1.000-1.000 0 0,-1.000 1.000 0 0,0.000 0.000 0 16,0.000 1.000 0-16,-2.000 0.000 0 0,4.000 0.000 0 0,-3.000 0.000 0 15,1.000-1.000 0-15,0.000 0.000 0 0,-2.000-2.000 0 0,0.000 2.000 0 16,1.000 0.000 208-16,0.000 0.000-32 0,1.000 1.000-16 0,0.000-1.000 0 16,-2.000 0.000-160-16,0.000 0.000 128 0,-1.000-1.000-128 0,1.000 1.000 128 0,0.000 0.000-128 0,0.000 0.000 192 15,-1.000 0.000-192-15,1.000 1.000 192 0,2.000-1.000-192 0,-2.000 0.000 0 16,2.000 0.000 0-16,-2.000 0.000 0 0,-1.000 1.000 0 0,1.000-1.000 0 16,0.000 0.000 0-16,0.000 1.000 0 0,-1.000-1.000 0 0,0.000 0.000 0 15,1.000 0.000 0-15,-2.000-1.000 128 0,1.000 1.000-128 0,1.000 0.000 0 16,-1.000 0.000 144-16,1.000 0.000-144 0,-3.000 1.000 0 0,3.000-1.000 0 15,0.000 0.000 0-15,-1.000-1.000 0 0,1.000 1.000 0 0,-3.000 0.000 0 16,2.000 0.000 0-16,-1.000 0.000 0 0,0.000-1.000 0 0,0.000 1.000 0 16,-1.000-1.000 0-16,0.000 1.000 0 0,0.000 0.000 0 0,0.000 0.000 0 15,0.000 0.000 0-15,0.000 0.000 0 0,0.000 0.000 0 0,0.000 0.000 0 16,0.000 0.000 0-16,-2.000 0.000 0 0,1.000 1.000 0 0,1.000 1.000 0 0,1.000-1.000 0 16,-2.000 0.000 0-16,1.000 0.000 0 0,1.000 0.000 0 0,2.000 0.000 0 0,-4.000 0.000 0 15,3.000 0.000 0-15,-1.000 0.000 0 0,-2.000-1.000 0 0,2.000 1.000 0 16,2.000 0.000 0-16,-4.000 0.000 0 0,3.000-1.000 0 0,-3.000 1.000 0 15,2.000-1.000 0-15,-1.000 1.000 0 0,1.000-1.000 0 0,0.000 1.000 0 16,-2.000 0.000 0-16,1.000 0.000 0 0,-3.000 0.000 0 0,3.000 0.000 0 16,0.000 0.000 0-16,-1.000-1.000 0 0,0.000 2.000 0 0,1.000-1.000 0 15,-1.000-2.000 0-15,-1.000 1.000 0 0,3.000 0.000 0 0,0.000 2.000 0 16,-1.000-1.000 0-16,-1.000 1.000 0 0,0.000-1.000 0 0,1.000 0.000-128 16,-3.000-1.000 128-16,3.000 1.000 0 0,1.000 0.000 0 0,-2.000 0.000 0 15,1.000 0.000 0-15,0.000 1.000 0 0,-1.000-1.000 0 0,0.000-1.000 0 0,-1.000 1.000 0 16,1.000 0.000 0-16,1.000 1.000 0 0,0.000-1.000 0 0,-3.000 1.000 0 0,3.000-1.000 0 15,-3.000 0.000 0-15,1.000 0.000 0 0,2.000 0.000 0 0,-3.000 1.000 0 16,1.000-1.000 0-16,-1.000 1.000 0 0,0.000 0.000 0 0,-2.000-2.000 0 16,2.000 2.000 0-16,-2.000 0.000 0 0,0.000 0.000 0 0,-1.000-1.000 0 15,1.000 1.000 0-15,0.000-1.000 0 0,-1.000 2.000 0 0,1.000-1.000 0 16,-1.000 0.000 0-16,2.000 0.000 0 0,0.000 0.000 0 0,1.000 0.000 0 16,-2.000 0.000 0-16,3.000 1.000 0 0,-1.000-1.000 0 0,1.000 0.000 0 15,-1.000 0.000 0-15,0.000 1.000 0 0,1.000-1.000 0 0,-2.000 1.000 0 16,2.000-1.000 0-16,-3.000 1.000 0 0,2.000 0.000 0 0,-3.000 0.000 0 15,1.000 0.000 0-15,0.000-1.000 0 0,2.000 1.000 0 0,-2.000 0.000 0 16,2.000 0.000 0-16,-2.000 1.000-128 0,3.000-1.000 128 0,-1.000 0.000 0 0,0.000 0.000 0 0,0.000 0.000 0 16,0.000 0.000 0-16,-2.000 1.000 0 0,2.000-1.000 0 0,-4.000 1.000 0 15,2.000 0.000 0-15,-1.000 0.000 0 16,-2.000 1.000 0-16,2.000-1.000 0 0,-1.000 0.000 0 0,2.000 0.000 0 0,-1.000 0.000 0 0,-1.000 1.000 0 16,1.000-1.000 0-16,0.000 1.000 0 0,1.000-1.000 0 0,0.000 1.000 0 15,2.000 0.000 0-15,-1.000 0.000 0 0,0.000-2.000 0 0,0.000 1.000 0 16,0.000 2.000 0-16,0.000-2.000 0 0,0.000 1.000 0 0,1.000-1.000 0 15,-2.000 2.000 0-15,1.000-1.000 0 0,0.000 1.000 0 0,0.000 0.000 0 16,0.000 0.000 0-16,-2.000 2.000 0 0,2.000-1.000 0 0,-2.000 0.000-128 16,1.000 0.000 128-16,-3.000 1.000 0 0,2.000 1.000 0 0,1.000-1.000 0 15,-1.000-1.000 0-15,1.000 0.000 0 0,-3.000 0.000 0 0,3.000 1.000 0 0,0.000 0.000 0 16,-1.000 0.000 0-16,1.000 0.000 0 0,1.000 0.000-128 0,2.000 1.000 128 0,0.000-1.000 0 16,1.000-1.000 0-16,-1.000 1.000 0 0,1.000 0.000 0 0,-1.000 1.000 0 15,0.000 1.000 0-15,-1.000 0.000 0 0,1.000 2.000 0 0,-1.000-2.000 0 16,0.000 2.000 0-16,0.000 1.000 0 0,1.000-1.000 0 0,-1.000 1.000 0 15,0.000 2.000 0-15,-2.000 0.000 0 0,2.000 1.000 0 0,-2.000 1.000 0 16,0.000 0.000 0-16,2.000 0.000-128 0,-2.000-1.000 128 0,1.000 1.000 0 16,-3.000 2.000 0-16,1.000-1.000 0 0,1.000 2.000 0 0,-3.000 0.000 0 15,2.000 0.000 0-15,-1.000 0.000 0 0,1.000 0.000 0 0,-1.000-3.000 0 16,2.000 0.000 0-16,2.000-3.000 0 0,-1.000 1.000 0 0,0.000-3.000 0 16,1.000 2.000 0-16,3.000-2.000 0 0,-3.000-1.000 0 0,3.000 1.000 0 15,-2.000-1.000 0-15,1.000 0.000 0 0,-1.000 3.000 0 0,-1.000-2.000 0 16,3.000 1.000 0-16,0.000-2.000 0 0,-3.000 1.000 0 0,3.000 2.000 0 0,-5.000 1.000 0 0,3.000 0.000 0 15,0.000 0.000 0-15,-2.000 1.000 0 0,0.000-1.000 0 0,2.000 0.000 0 16,0.000 0.000 0-16,-1.000 0.000 0 0,3.000-1.000 0 0,-1.000 0.000 0 16,0.000-1.000 0-16,1.000 0.000 0 0,8.000-10.000 0 0,-16.000 23.000 0 15,8.000-12.000 0-15,-1.000 0.000 0 0,9.000-11.000 0 0,-15.000 24.000 0 16,4.000-10.000 0-16,11.000-14.000 0 0,-16.000 28.000 0 0,5.000-15.000 0 16,3.000 0.000 0-16,-3.000-1.000 0 0,3.000 0.000 0 0,-1.000 0.000 0 15,-1.000 1.000 0-15,1.000-1.000 0 0,1.000-1.000 0 0,-3.000 1.000 0 16,5.000-1.000 0-16,-1.000 0.000 0 0,-2.000 0.000 0 0,2.000 0.000 0 15,2.000-1.000 0-15,-2.000 0.000 0 0,2.000 1.000 0 0,0.000-2.000 0 16,5.000-9.000 0-16,-10.000 21.000 0 0,10.000-21.000 0 0,-9.000 25.000 0 16,9.000-25.000 0-16,-7.000 25.000 0 0,7.000-25.000 0 0,-11.000 30.000 0 15,11.000-30.000 0-15,-11.000 31.000 0 0,11.000-31.000 0 0,-10.000 32.000 0 16,10.000-32.000 0-16,-11.000 35.000 0 0,11.000-35.000 0 0,-10.000 32.000 0 0,10.000-32.000 0 0,-9.000 33.000 0 16,9.000-33.000 0-16,-5.000 29.000 0 0,5.000-29.000 0 0,-5.000 31.000 0 15,5.000-31.000 0-15,0.000 0.000 0 0,-3.000 44.000 0 0,3.000-44.000 0 16,0.000 0.000 0-16,-5.000 34.000 0 0,5.000-34.000 0 0,0.000 0.000 0 15,0.000 46.000 0-15,0.000-46.000 0 0,0.000 0.000 0 0,0.000 51.000 0 16,0.000-51.000 0-16,0.000 37.000 0 16,0.000-37.000 0-16,0.000 0.000 0 0,0.000 49.000 0 0,0.000-49.000 0 0,2.000 42.000 0 0,-2.000-42.000 0 15,1.000 42.000 0-15,-1.000-42.000 0 0,4.000 40.000 0 0,-4.000-40.000 0 16,0.000 0.000 0-16,3.000 51.000 0 0,-3.000-51.000 0 0,0.000 0.000 0 16,8.000 46.000 0-16,-8.000-46.000 0 0,0.000 0.000 0 0,9.000 45.000 0 15,-9.000-45.000 0-15,0.000 0.000 0 0,15.000 56.000 0 0,-15.000-56.000 0 0,11.000 45.000 0 0,-11.000-45.000 0 16,12.000 57.000 0-16,-12.000-57.000 0 0,15.000 63.000 0 0,-15.000-63.000 128 15,10.000 52.000-128-15,-10.000-52.000 0 0,11.000 37.000 0 0,-11.000-37.000 128 16,0.000 0.000-128-16,15.000 46.000 0 0,-15.000-46.000 0 0,0.000 0.000 0 16,17.000 38.000 0-16,-17.000-38.000 0 0,0.000 0.000 0 0,0.000 0.000 0 15,29.000 47.000 0-15,-29.000-47.000 0 0,0.000 0.000 0 0,24.000 34.000 0 16,-24.000-34.000 0-16,0.000 0.000 0 0,0.000 0.000 0 0,30.000 36.000 0 16,-30.000-36.000 0-16,0.000 0.000 0 0,0.000 0.000 0 0,29.000 36.000 0 15,-29.000-36.000 0-15,0.000 0.000 0 0,0.000 0.000 0 0,26.000 40.000 0 16,-26.000-40.000 0-16,0.000 0.000 0 0,0.000 0.000 0 0,27.000 39.000 0 15,-27.000-39.000 0-15,0.000 0.000 0 0,0.000 0.000 0 0,34.000 34.000 0 16,-34.000-34.000 0-16,0.000 0.000 0 0,0.000 0.000 0 0,33.000 31.000 0 0,-33.000-31.000 0 0,0.000 0.000 0 16,0.000 0.000 0-16,29.000 33.000-128 0,-29.000-33.000 128 0,0.000 0.000 0 15,0.000 0.000 0-15,29.000 36.000 0 0,-29.000-36.000 0 0,0.000 0.000 0 16,0.000 0.000 0-16,30.000 36.000 0 0,-30.000-36.000 0 0,0.000 0.000 0 16,0.000 0.000 0-16,32.000 31.000 0 0,-32.000-31.000 0 0,0.000 0.000 0 15,0.000 0.000 0-15,35.000 27.000 0 0,-35.000-27.000 0 0,0.000 0.000 0 16,39.000 22.000 0-16,-39.000-22.000 0 0,0.000 0.000 0 0,38.000 23.000 0 15,-38.000-23.000 0-15,0.000 0.000 0 0,40.000 21.000 0 0,-40.000-21.000 128 16,0.000 0.000-128-16,0.000 0.000 0 0,43.000 22.000 0 0,-43.000-22.000 0 16,0.000 0.000 0-16,40.000 23.000 0 0,-40.000-23.000 0 0,0.000 0.000 0 15,39.000 20.000 0-15,-39.000-20.000 128 0,0.000 0.000-128 0,38.000 17.000 0 16,-38.000-17.000 0-16,0.000 0.000 0 0,35.000 19.000 0 0,-35.000-19.000 0 0,0.000 0.000 0 0,0.000 0.000 0 16,43.000 23.000 0-16,-43.000-23.000 0 0,0.000 0.000 0 0,0.000 0.000 0 15,37.000 24.000 0-15,-37.000-24.000 0 0,0.000 0.000 0 0,0.000 0.000 0 16,40.000 23.000 0-16,-40.000-23.000 0 15,0.000 0.000 0-15,35.000 15.000 0 0,-35.000-15.000 0 0,0.000 0.000 0 0,37.000 13.000 0 0,-37.000-13.000 0 16,0.000 0.000 0-16,43.000 11.000 0 0,-43.000-11.000 0 0,0.000 0.000 0 16,43.000 8.000 0-16,-43.000-8.000 0 0,0.000 0.000 0 0,41.000 7.000 128 15,-41.000-7.000-128-15,0.000 0.000 0 0,43.000 0.000 0 0,-43.000 0.000 0 16,0.000 0.000 0-16,36.000 3.000 0 0,-36.000-3.000 0 0,0.000 0.000 0 16,38.000 5.000 0-16,-38.000-5.000 0 0,0.000 0.000 0 0,41.000 3.000 0 15,-41.000-3.000 0-15,0.000 0.000 0 0,45.000 5.000 0 0,-45.000-5.000 0 0,0.000 0.000 0 16,49.000 4.000 0-16,-49.000-4.000 0 0,34.000 2.000 0 0,-34.000-2.000 0 0,35.000 2.000 0 15,-35.000-2.000 0 1,34.000 0.000 0-16,-34.000 0.000 0 0,0.000 0.000 0 0,38.000-1.000 0 0,-38.000 1.000 0 0,0.000 0.000 0 0,37.000-1.000 0 16,-37.000 1.000 0-16,0.000 0.000 0 0,43.000-2.000 0 0,-43.000 2.000 0 15,0.000 0.000 0-15,40.000 3.000 0 0,-40.000-3.000 0 0,0.000 0.000 0 16,0.000 0.000 0-16,48.000 1.000 0 0,-48.000-1.000 0 0,0.000 0.000 0 16,34.000-3.000 0-16,-34.000 3.000 128 0,0.000 0.000-128 0,48.000-6.000 0 15,-48.000 6.000 0-15,41.000-11.000 0 0,-41.000 11.000 0 0,45.000-7.000 0 16,-45.000 7.000 0-16,40.000-4.000 0 0,-40.000 4.000 0 0,33.000-6.000 0 15,-33.000 6.000 0-15,0.000 0.000 0 0,42.000-10.000 0 0,-42.000 10.000 0 16,0.000 0.000 0-16,32.000-8.000 0 0,-32.000 8.000 0 0,0.000 0.000 0 16,36.000-10.000 0-16,-36.000 10.000 0 0,0.000 0.000 0 0,36.000-13.000 0 0,-36.000 13.000 0 15,29.000-11.000 0 1,-29.000 11.000 0-16,31.000-14.000 0 0,-31.000 14.000 0 0,34.000-14.000 128 0,-34.000 14.000-128 0,34.000-14.000 0 0,-34.000 14.000 0 0,35.000-15.000 0 16,-35.000 15.000 0-16,31.000-13.000 0 0,-31.000 13.000 0 0,25.000-12.000 0 15,-25.000 12.000 0-15,0.000 0.000 0 0,38.000-14.000 0 0,-38.000 14.000 0 16,26.000-14.000 0-16,-26.000 14.000 0 0,27.000-22.000 0 0,-27.000 22.000 0 15,29.000-23.000 0-15,-29.000 23.000 0 0,31.000-24.000 0 0,-31.000 24.000 0 16,27.000-21.000 0-16,-27.000 21.000 0 0,32.000-21.000 0 0,-32.000 21.000 0 16,32.000-22.000 0-16,-32.000 22.000 0 0,29.000-20.000 0 0,-29.000 20.000 0 15,25.000-20.000 0-15,-25.000 20.000 0 0,23.000-18.000 0 16,-23.000 18.000 0-16,20.000-18.000 0 0,-20.000 18.000 0 0,21.000-20.000 0 0,-21.000 20.000 128 16,23.000-21.000-128-16,-23.000 21.000 0 0,24.000-25.000 0 0,-24.000 25.000 0 15,25.000-27.000 0-15,-25.000 27.000 0 0,24.000-28.000 0 0,-14.000 14.000 0 0,-10.000 14.000 0 0,21.000-25.000 0 16,-21.000 25.000 0-16,15.000-22.000 0 0,-15.000 22.000 0 0,15.000-20.000 0 15,-15.000 20.000 0-15,11.000-20.000 128 0,-11.000 20.000 32 0,12.000-20.000 16 16,-12.000 20.000 0-16,12.000-20.000 0 0,-12.000 20.000-176 0,12.000-18.000 192 16,-12.000 18.000-192-16,14.000-21.000 192 0,-14.000 21.000-192 0,14.000-21.000 0 15,-14.000 21.000 0-15,15.000-23.000 0 0,-15.000 23.000 0 0,14.000-21.000 0 16,-14.000 21.000 0-16,13.000-25.000 0 0,-13.000 25.000 0 0,14.000-26.000 0 16,-9.000 11.000 0-16,3.000 1.000 0 0,0.000-2.000 0 0,-3.000 1.000 0 15,-5.000 15.000 0-15,8.000-22.000 0 0,0.000 8.000 0 0,-2.000 0.000 0 16,-1.000 1.000 0-16,2.000-1.000 0 0,0.000 1.000 0 0,-2.000-1.000 0 15,0.000 3.000 0-15,0.000-2.000 0 16,1.000 2.000 0-16,0.000-2.000 0 0,-2.000 1.000 0 0,-1.000 0.000 0 0,-3.000 12.000 0 0,8.000-19.000 128 0,-2.000 8.000-128 0,-3.000-1.000 0 16,-1.000 0.000 0-16,1.000-2.000 0 0,2.000 0.000 0 0,-3.000-1.000 0 15,3.000-2.000 0-15,-1.000 0.000 0 0,-1.000 0.000 0 0,1.000 0.000 0 16,-1.000 2.000 0-16,0.000-2.000 0 0,-1.000 1.000 0 0,1.000 1.000 0 16,-1.000-1.000 0-16,2.000 1.000 0 0,-1.000 2.000 0 0,-1.000-2.000 0 15,0.000 1.000-128-15,-1.000-1.000 128 0,-1.000 1.000 0 0,0.000 0.000 0 16,0.000 1.000 0-16,0.000 0.000 0 0,0.000 0.000 0 0,-1.000 1.000 0 15,1.000-1.000 0-15,-2.000 1.000 0 0,2.000-3.000 0 0,0.000 1.000 0 16,-2.000 1.000 0-16,2.000-1.000 0 0,0.000 0.000 0 0,0.000-1.000 0 16,0.000 3.000 0-16,0.000-1.000 0 0,-1.000 2.000 0 0,1.000-1.000 0 15,-2.000 3.000 0-15,2.000-3.000 0 0,-4.000 2.000 0 0,4.000 0.000 0 16,-2.000 3.000 0-16,1.000 1.000 0 0,-1.000 0.000 0 0,0.000-1.000 0 0,-1.000 1.000 0 16,1.000 0.000 0-16,-1.000 0.000 0 0,1.000-1.000 0 0,2.000 7.000 0 0,-3.000-12.000 0 15,-1.000 6.000 0-15,2.000-2.000 0 0,1.000 1.000 0 0,-1.000 1.000 0 16,0.000-2.000 0-16,2.000 1.000 0 0,0.000-1.000 0 0,-1.000-2.000 0 31,1.000 1.000 0-31,-2.000 0.000 0 0,2.000-1.000 0 0,0.000 1.000 0 0,0.000 0.000 0 0,0.000 1.000 0 0,0.000 1.000 0 0,0.000 1.000 0 16,0.000 0.000 0-16,0.000 1.000 0 0,0.000 1.000 0 0,0.000 0.000 0 15,0.000 0.000 0-15,2.000-2.000 0 16,-2.000 2.000 0-16,0.000 0.000 0 0,-2.000 0.000 0 0,2.000-1.000 0 0,0.000 1.000 0 0,0.000 0.000 0 16,-2.000 0.000 0-16,2.000 1.000 0 0,0.000-1.000 0 0,0.000 0.000 0 15,-1.000-1.000 0-15,-1.000 1.000 0 0,2.000-1.000 0 0,0.000-1.000 0 16,-2.000 1.000 0-16,2.000 0.000 0 0,0.000 1.000 0 0,-1.000-1.000 0 0,1.000 0.000 0 0,-2.000 1.000 0 15,2.000 1.000 0-15,0.000-2.000 0 0,0.000 2.000 0 0,-2.000-1.000 0 16,2.000 0.000 0-16,-2.000 0.000 0 0,2.000 0.000 0 0,-2.000 0.000 0 16,2.000 0.000 0-16,0.000 0.000 0 0,-1.000 0.000 0 0,-1.000-1.000 0 15,0.000-1.000 0-15,1.000 1.000 160 0,-1.000 0.000-160 0,0.000-1.000 160 16,2.000 1.000 96-16,-3.000-1.000 0 0,3.000 1.000 16 0,-2.000 0.000 0 16,1.000-1.000-272-16,-1.000-1.000 0 0,0.000 1.000 0 0,1.000 1.000 0 15,-2.000-1.000 0-15,3.000 0.000 0 0,-1.000 0.000 0 0,-1.000 1.000 0 16,0.000 0.000 0-16,1.000 1.000 0 0,-1.000-2.000 0 0,2.000 1.000 0 15,-2.000-1.000 0-15,2.000 1.000 0 16,-1.000 0.000 0-16,-1.000 1.000 0 0,2.000-1.000 0 0,0.000-3.000 0 0,-2.000 4.000 0 0,2.000-2.000 0 0,0.000 2.000 0 16,0.000 0.000 0-16,0.000 0.000 0 0,0.000 0.000 0 0,-1.000-1.000 0 0,1.000 1.000 0 15,0.000 0.000 0-15,0.000 1.000 0 0,-2.000-1.000 0 0,2.000 0.000 0 16,0.000 2.000 0-16,0.000-2.000 0 0,0.000 1.000 0 0,0.000-1.000 0 16,0.000 0.000 0-16,0.000 1.000 0 0,-1.000-1.000 0 0,2.000 1.000 0 15,-2.000-1.000 0-15,1.000 1.000 0 16,-2.000 0.000 0-16,2.000 3.000 0 0,0.000-7.000 0 0,-3.000 3.000 0 0,3.000-1.000 0 0,0.000 1.000 0 15,-1.000 1.000 0-15,-1.000-1.000 0 0,2.000 0.000 0 0,0.000-1.000 0 16,-2.000 0.000 0-16,2.000 0.000 0 0,0.000 1.000 0 0,-1.000-1.000 0 16,-1.000 1.000 0-16,2.000-2.000 0 0,0.000 3.000 0 0,-2.000-2.000 0 15,2.000 2.000 0-15,0.000 0.000 0 0,0.000 0.000 0 0,-1.000 0.000 0 16,1.000-1.000 0-16,0.000 1.000 0 0,-2.000 1.000 0 0,2.000-1.000 0 0,0.000 1.000 0 16,0.000-1.000 0-16,0.000 0.000 0 0,0.000 0.000 0 0,0.000 1.000 0 15,0.000-2.000 0-15,-2.000 1.000 0 0,2.000 0.000 0 0,0.000-1.000-128 0,0.000 1.000 128 16,-1.000 0.000 0-16,1.000-1.000 0 0,-2.000-1.000 0 0,2.000 1.000 0 15,-1.000 0.000 0-15,-1.000 0.000 0 0,2.000-1.000 0 0,-3.000 0.000 0 16,3.000 2.000 0-16,0.000 0.000 0 0,-1.000 1.000 0 0,1.000 0.000 0 16,-2.000 0.000 0-16,2.000 1.000 0 0,0.000-1.000 0 0,0.000 1.000 0 15,-2.000 0.000 0-15,2.000-1.000 0 16,0.000 1.000 0-16,-1.000-2.000 0 0,-1.000 2.000 0 0,2.000-1.000 0 0,-2.000 1.000 0 0,2.000 0.000 0 16,-1.000-1.000 144-16,-1.000 0.000-144 0,2.000 0.000 0 0,-2.000 0.000 144 15,2.000 0.000-144-15,-1.000 0.000 0 0,-1.000 0.000 0 0,1.000-1.000 0 16,-1.000-1.000 0-16,-1.000 0.000 0 0,2.000 1.000 0 0,-1.000 0.000 0 15,0.000-1.000 0-15,-1.000 1.000 0 0,3.000 1.000 0 0,-2.000-2.000 0 0,1.000 1.000 0 0,-1.000 1.000 0 16,0.000 0.000 0-16,1.000 0.000 0 16,-1.000-1.000 0-16,1.000 1.000 0 0,-1.000 0.000 0 0,-1.000-1.000 0 0,0.000 1.000 0 0,1.000-1.000-144 15,1.000 1.000 144-15,-3.000 0.000 0 0,1.000 0.000-304 0,-3.000-1.000 48 16,0.000 0.000 16-16,-1.000-1.000 0 16,-1.000 0.000-384-16,-3.000-2.000-80 0,3.000 2.000 0 15,0.000-1.000-16-15,0.000 0.000 112 0,1.000 0.000 32 0,1.000-2.000 0 0,1.000 0.000 0 16,-1.000 1.000-288-16,1.000-5.000-48 0,3.000 1.000-16 0,2.000-8.000-18496 0</inkml:trace>
  <inkml:trace contextRef="#ctx0" brushRef="#br2">18297.000 10946.000 23039 0,'0.000'0.000'2048'0,"0.000"0.000"-1648"0,0.000 0.000-400 0,0.000 0.000 0 0,0.000 0.000 1008 0,0.000 0.000 112 0,-2.000 1.000 32 0,2.000-1.000 0 15,0.000 0.000 880-15,0.000 0.000 176 0,-1.000 1.000 32 0,1.000 0.000 16 16,-2.000 0.000-1616-16,2.000-1.000-336 0,0.000 0.000-64 0,0.000 1.000-16 0,0.000-1.000-224 0,0.000 0.000 0 15,0.000 2.000 0-15,0.000-2.000 0 16,0.000 0.000 0-16,0.000 0.000-128 0,0.000 0.000 128 0,0.000 0.000 0 16,0.000 0.000 0-16,0.000 0.000 0 0,0.000 0.000 0 0,0.000 0.000 144 15,0.000 0.000 352-15,0.000 0.000 64 0,0.000 0.000 16 0,0.000 0.000 0 16,0.000 0.000-256-16,0.000 0.000-64 0,0.000 0.000 0 0,0.000 0.000 0 0,0.000 0.000-256 16,0.000 0.000 160-16,0.000 0.000-160 0,0.000 0.000 128 0,0.000 0.000-128 0,0.000 0.000 192 15,0.000 0.000-192-15,0.000 0.000 192 0,0.000 0.000 128 0,0.000 0.000 16 16,0.000 0.000 16-16,0.000 0.000 0 0,0.000 0.000-80 0,0.000 0.000-16 15,0.000 0.000 0-15,0.000 0.000 0 0,0.000 0.000-48 0,0.000 0.000-16 16,7.000-4.000 0-16,-4.000 0.000 0 0,4.000-1.000-192 0,2.000-6.000 144 16,5.000-4.000-144-16,4.000-6.000 128 0,8.000-4.000-128 0,2.000-4.000 0 15,2.000-2.000 0-15,2.000-1.000 128 0,0.000 0.000-128 0,0.000-2.000 0 16,0.000-2.000 0-16,0.000 1.000 0 0,-3.000 2.000 0 0,0.000-3.000 0 0,3.000 0.000 0 0,-2.000 2.000 0 16,-1.000 2.000 0-16,0.000 4.000 0 0,1.000 4.000 0 0,-1.000 2.000 0 15,1.000 1.000 0-15,-1.000-1.000 0 0,3.000-1.000 0 0,-3.000 0.000 0 16,0.000 3.000-144-16,-5.000 0.000 144 0,-2.000 3.000-192 0,-4.000 0.000 192 31,-1.000 4.000-448-31,-1.000 0.000 32 0,-3.000 2.000 0 0,0.000-1.000 0 0,-2.000 2.000-96 16,0.000 1.000-32-16,-3.000 0.000 0 0,-3.000 4.000 0 0,0.000 1.000-800 15,0.000 1.000-144-15,-2.000 2.000-48 0,-2.000 0.000 0 16,-1.000 0.000-832-16,0.000 1.000-192 0</inkml:trace>
  <inkml:trace contextRef="#ctx0" brushRef="#br2">18743.000 11064.000 14735 0,'0.000'0.000'1312'0,"0.000"0.000"-1056"0,0.000 0.000-256 0,0.000 0.000 0 0,0.000 0.000 3040 0,0.000 0.000 544 0,0.000 0.000 128 0,0.000 0.000 0 15,0.000 0.000-1408-15,0.000 0.000-304 0,0.000 0.000-48 0,0.000 0.000-16 0,0.000 0.000-240 0,0.000 0.000-48 16,0.000 0.000-16-16,0.000 0.000 0 16,0.000 0.000-992-16,0.000 0.000-208 0,0.000 0.000-48 0,0.000 0.000 0 15,0.000 0.000-192-15,21.000-9.000-64 0,-21.000 9.000 0 0,25.000-17.000 0 0,-2.000 2.000-128 0,4.000-6.000 0 16,5.000-4.000 0-16,6.000-3.000 0 0,1.000-2.000 0 0,1.000-1.000 0 15,1.000 1.000 0-15,0.000 1.000 0 0,3.000 1.000 0 0,9.000-2.000 0 16,13.000-2.000 0-16,2.000 1.000 0 0,-4.000 1.000 0 0,2.000 1.000 0 16,0.000 0.000 0-16,-1.000 1.000 0 0,-4.000 2.000 0 0,-5.000 2.000 0 15,-5.000 3.000 0-15,-8.000 3.000 0 0,-9.000 2.000 0 0,-2.000 1.000 0 16,-2.000 1.000 0-16,-4.000-1.000 0 0,-1.000 3.000 0 0,-4.000 1.000 0 16,0.000 1.000 0-16,0.000 0.000 0 0,-2.000 1.000 0 0,-5.000 2.000 0 15,-4.000 0.000 0-15,-2.000 3.000 0 16,-2.000 1.000-416-16,-4.000 2.000-64 0,-1.000 0.000-16 0,-2.000 1.000 0 15,1.000 0.000-272-15,-2.000 0.000-48 0,1.000 0.000-16 0,-5.000 3.000-16560 0</inkml:trace>
  <inkml:trace contextRef="#ctx0" brushRef="#br2">19229.000 11210.000 23951 0,'0.000'0.000'1056'0,"0.000"0.000"224"0,0.000 0.000-1024 0,0.000 0.000-256 0,0.000 0.000 0 0,0.000 0.000 0 0,0.000 0.000 272 0,0.000 0.000 0 0,0.000 0.000 0 0,0.000 0.000 0 0,0.000 0.000 1792 0,0.000 0.000 368 15,0.000 0.000 64-15,0.000 0.000 0 0,0.000 0.000-1408 0,0.000 0.000-272 16,29.000-2.000-64-16,-29.000 2.000-16 0,26.000-3.000-240 0,-26.000 3.000-48 0,36.000-5.000-16 0,-13.000 0.000 0 16,-1.000 2.000-48-16,0.000-2.000-16 0,2.000 1.000 0 0,2.000-2.000 0 15,5.000-1.000 48-15,4.000 0.000 16 0,8.000 1.000 0 16,5.000 1.000 0-16,5.000-1.000-432 0,4.000 1.000 0 0,-2.000 1.000 128 0,-1.000 0.000-128 15,-1.000 1.000 0-15,-2.000 1.000 0 0,-7.000 1.000 0 0,-3.000 1.000 0 16,0.000 1.000 0-16,-2.000 1.000 0 0,1.000 0.000 0 0,-5.000-1.000 0 16,-5.000 1.000 0-16,-30.000-2.000 0 0,50.000 2.000 0 0,-50.000-2.000 0 15,39.000 2.000 0-15,-39.000-2.000 0 0,0.000 0.000 0 0,38.000 4.000 0 16,-38.000-4.000-352-16,0.000 0.000 48 0,0.000 0.000 16 0,0.000 0.000-17632 16</inkml:trace>
  <inkml:trace contextRef="#ctx0" brushRef="#br2">19348.000 11947.000 23951 0,'0.000'-1.000'2128'0,"0.000"1.000"-1696"0,0.000-1.000-432 0,0.000 1.000 0 0,0.000 0.000 1120 0,0.000-1.000 144 15,0.000 1.000 16-15,0.000-1.000 16 0,0.000-1.000 640 0,0.000 1.000 128 0,0.000 1.000 32 0,0.000 0.000 0 0,0.000 0.000-496 0,0.000 0.000-112 16,-2.000 0.000-16-16,2.000 0.000 0 0,0.000 0.000-912 0,0.000 0.000-192 16,0.000 0.000-48-16,0.000 0.000 0 15,0.000 0.000-160-15,0.000 0.000-32 16,0.000 0.000-128-16,0.000 0.000 192 0,0.000 0.000-192 0,0.000 0.000 0 15,32.000 9.000 0-15,-32.000-9.000 0 0,31.000 8.000 0 0,-31.000-8.000 0 0,43.000 10.000 0 0,-43.000-10.000 0 16,51.000 11.000 0-16,-51.000-11.000 0 0,59.000 13.000 0 0,-24.000-7.000 0 16,2.000 2.000 0-16,6.000-1.000 0 0,1.000 1.000 0 0,2.000 0.000 0 15,4.000-1.000 0-15,2.000 2.000 0 0,1.000 0.000 0 0,0.000-1.000 0 16,1.000 3.000 0-16,-1.000-2.000 0 0,3.000 1.000 0 0,-5.000 0.000 0 16,-5.000-1.000 0-16,-7.000 1.000 0 0,-2.000-3.000 0 0,-3.000-1.000 0 15,-1.000 2.000 0-15,-1.000-2.000 0 0,-2.000 0.000 0 0,4.000 1.000 0 16,-4.000 0.000 0-16,1.000 1.000 0 0,-31.000-8.000 0 0,54.000 20.000 0 15,-54.000-20.000 0-15,43.000 15.000 0 0,-43.000-15.000 0 0,32.000 16.000 0 16,-32.000-16.000 0-16,0.000 0.000 0 0,0.000 0.000 0 0,34.000 28.000-12800 16,-34.000-28.000-2448-16</inkml:trace>
  <inkml:trace contextRef="#ctx0" brushRef="#br2">19565.000 12584.000 18431 0,'0.000'0.000'1632'0,"0.000"0.000"-1312"0,0.000 0.000-320 0,0.000 0.000 0 0,0.000 0.000 624 0,0.000 0.000 48 0,0.000 0.000 16 0,0.000 0.000 0 16,0.000 0.000 2304-16,0.000 0.000 464 0,0.000 0.000 80 0,0.000 0.000 32 16,0.000 0.000-1536-16,0.000 0.000-304 0,0.000 0.000-64 0,0.000 0.000-16 15,0.000 0.000-1008-15,0.000 0.000-192 0,0.000 0.000-32 0,0.000 0.000-16 16,0.000 0.000-400-16,0.000 0.000 128 0,0.000 0.000-128 0,0.000 0.000 0 15,0.000 0.000 0-15,36.000 35.000 0 0,-36.000-35.000 0 0,0.000 0.000 0 16,44.000 36.000 0-16,-44.000-36.000 0 0,45.000 32.000 0 0,-45.000-32.000 0 16,48.000 34.000 0-16,-48.000-34.000 0 0,51.000 31.000 0 0,-51.000-31.000 0 0,63.000 35.000 0 0,-63.000-35.000 0 15,62.000 34.000 0-15,-27.000-15.000 0 0,1.000 2.000 0 0,3.000 0.000 0 16,4.000 2.000 0-16,2.000-1.000 0 0,0.000 1.000 0 0,-1.000 0.000 0 16,-1.000 1.000 0-16,-4.000-2.000 0 0,-5.000-1.000 0 0,3.000 0.000 0 15,-2.000-2.000 0-15,-35.000-19.000 0 0,69.000 40.000 0 0,-35.000-21.000 0 16,1.000 0.000 0-16,-35.000-19.000 0 0,65.000 32.000 0 0,-65.000-32.000 0 15,55.000 28.000 0-15,-55.000-28.000 0 0,46.000 21.000 0 0,-46.000-21.000 0 16,37.000 18.000 0-16,-37.000-18.000 0 0,0.000 0.000 0 0,40.000 17.000 0 16,-40.000-17.000 0-16,0.000 0.000 0 15,0.000 0.000-816-15,0.000 0.000-192 0,0.000 0.000-32 0,-3.000-12.000-16208 0</inkml:trace>
  <inkml:trace contextRef="#ctx0" brushRef="#br2">19162.000 13257.000 2751 0,'0.000'0.000'256'0,"0.000"0.000"-256"0,0.000 0.000 0 0,0.000 0.000 0 0,0.000 0.000 2976 0,0.000 0.000 544 0,0.000 0.000 128 0,0.000 0.000 0 0,0.000 0.000-2656 0,0.000 0.000-544 16,0.000 0.000-96-16,0.000 0.000-32 0,0.000 0.000 1664 0,0.000 0.000 336 16,0.000 0.000 64-16,0.000 0.000 16 0,0.000 0.000-288 0,0.000 0.000-64 15,29.000 39.000-16-15,-29.000-39.000 0 0,0.000 0.000-400 0,0.000 0.000-80 16,26.000 44.000-16-16,-26.000-44.000 0 0,0.000 0.000-768 0,28.000 44.000-144 15,-28.000-44.000-48-15,24.000 37.000 0 0,-24.000-37.000-400 0,31.000 43.000-176 16,-31.000-43.000 128-16,32.000 52.000-128 0,-32.000-52.000 128 0,36.000 56.000-128 16,-36.000-56.000 0-16,36.000 55.000 128 0,-36.000-55.000-128 0,36.000 56.000 0 0,-36.000-56.000 144 0,36.000 57.000-144 15,-15.000-23.000 0-15,1.000 1.000 0 0,2.000 4.000 0 0,3.000 1.000 128 16,0.000 0.000-128-16,2.000-2.000 0 0,0.000-1.000 0 0,-2.000-4.000 0 16,0.000-3.000 0-16,-3.000-5.000 0 0,-24.000-25.000 0 0,40.000 44.000 0 15,-40.000-44.000 0-15,40.000 39.000 0 0,-40.000-39.000 0 0,35.000 35.000 0 16,-35.000-35.000 0-16,21.000 23.000 0 0,-21.000-23.000 0 0,0.000 0.000 0 15,0.000 0.000 0-15,0.000 0.000 0 0,0.000 0.000 0 0,0.000 0.000 0 16,0.000 0.000-384-16,0.000 0.000 16 0</inkml:trace>
  <inkml:trace contextRef="#ctx0" brushRef="#br2">18732.000 13923.000 18431 0,'0.000'0.000'1632'0,"0.000"0.000"-1312"0,0.000 0.000-320 0,0.000 0.000 0 0,0.000 0.000 1472 0,0.000 0.000 208 0,0.000 0.000 48 0,0.000 0.000 16 16,0.000 0.000 1328-16,0.000 0.000 272 0,0.000 0.000 48 0,0.000 0.000 16 15,0.000 0.000-1680-15,0.000 0.000-352 16,0.000 0.000-64-16,0.000 0.000-16 0,6.000 34.000-784 0,-6.000-34.000-144 0,0.000 0.000-48 0,0.000 0.000 0 16,13.000 48.000-160-16,-13.000-48.000-32 0,13.000 45.000-128 0,-13.000-45.000 192 15,13.000 53.000 192-15,-7.000-20.000 16 0,4.000 7.000 16 0,-4.000 6.000 0 16,1.000 3.000-48-16,0.000 2.000-16 0,-2.000 0.000 0 0,0.000-1.000 0 15,0.000 0.000-48-15,-2.000-3.000-16 0,2.000-5.000 0 0,-2.000 3.000 0 16,0.000 3.000-288-16,2.000 0.000 0 0,0.000-1.000 0 0,1.000-3.000 0 0,2.000-4.000 0 0,-1.000-5.000 0 16,2.000-1.000 0-16,-1.000-5.000 0 0,-8.000-29.000 0 0,18.000 49.000 0 15,-18.000-49.000 0-15,16.000 43.000-144 0,-16.000-43.000-48 0,14.000 38.000 0 16,-14.000-38.000 0-16,12.000 36.000 0 16,-12.000-36.000-640-16,9.000 30.000-128 0,-9.000-30.000-16 0,0.000 0.000-16 31,3.000 27.000-544-31,-3.000-27.000-96 0</inkml:trace>
  <inkml:trace contextRef="#ctx0" brushRef="#br2">18234.000 14246.000 27647 0,'0.000'0.000'1216'0,"0.000"0.000"256"0,0.000 0.000-1168 0,0.000 0.000-304 0,0.000 0.000 0 0,0.000 0.000 0 16,0.000 0.000 256-16,-6.000 1.000 0 0,6.000-1.000 0 0,0.000 0.000 0 16,0.000 0.000 1648-16,-3.000-4.000 320 0,3.000 4.000 64 0,0.000 0.000 16 15,0.000 0.000-848-15,0.000 0.000-176 0,0.000 0.000-16 0,0.000 0.000-16 16,0.000 0.000-528-16,0.000 0.000-96 15,0.000 0.000-32-15,0.000 0.000 0 0,0.000 0.000-272 0,0.000 0.000-48 0,-3.000 26.000-16 0,3.000-26.000 0 0,-9.000 40.000 0 0,2.000-12.000-16 16,0.000 6.000 0-16,-3.000 3.000 0 0,1.000 2.000-112 0,1.000-10.000-128 16,1.000-7.000 176-16,1.000 4.000-176 0,-5.000 5.000 336 0,0.000 8.000-32 15,-4.000 4.000-16-15,4.000 2.000 0 0,-3.000 6.000-288 0,0.000-1.000 0 16,0.000-1.000 0-16,0.000-3.000 0 0,3.000-2.000 0 0,-2.000-4.000 0 16,3.000-3.000 0-16,1.000-3.000 0 15,3.000 1.000 0-15,1.000 1.000 0 0,1.000-1.000 0 0,3.000 1.000 0 0,-1.000-2.000 0 0,2.000-2.000 0 16,0.000-5.000-160-16,0.000-27.000 160 0,2.000 46.000-176 0,-2.000-46.000 48 15,3.000 32.000 0-15,-3.000-32.000 0 16,0.000 0.000-736-16,0.000 0.000-144 0,0.000 0.000-16 0,0.000 0.000-11968 16,0.000 0.000-2368-16</inkml:trace>
  <inkml:trace contextRef="#ctx0" brushRef="#br2">17591.000 14170.000 24879 0,'0.000'0.000'2208'0,"0.000"0.000"-1760"0,0.000 0.000-448 0,0.000 0.000 0 0,0.000 0.000 1776 0,0.000 0.000 272 0,0.000 0.000 48 0,0.000 0.000 16 0,0.000 0.000 96 0,0.000 0.000 32 15,0.000 0.000 0-15,0.000 0.000 0 0,0.000 0.000-1152 0,0.000 0.000-240 0,0.000 0.000-32 0,0.000 0.000-16 16,0.000 0.000-208-16,-11.000 10.000-32 16,11.000-10.000-16-16,-11.000 16.000 0 0,1.000-1.000-416 0,-4.000 3.000-128 0,-2.000 6.000 0 0,-2.000 3.000 0 31,2.000 3.000 0-31,-3.000 0.000 0 0,2.000 1.000 0 0,-3.000 4.000 0 0,-1.000 1.000 0 0,-1.000 3.000 0 0,0.000 3.000 0 0,-1.000 1.000 0 16,-1.000 1.000 0-16,2.000 2.000 0 0,1.000-2.000 0 0,-1.000 0.000 0 15,3.000-1.000 0-15,1.000-6.000 0 0,-1.000-2.000 0 0,0.000-2.000 0 16,0.000-1.000 0-16,1.000-1.000 0 0,0.000-1.000 0 0,-1.000 2.000 0 15,0.000 0.000 0-15,1.000 0.000 0 0,-1.000 0.000 0 0,1.000 0.000 0 16,-1.000-3.000 0-16,0.000-2.000 0 0,6.000-4.000 0 0,-3.000-2.000 0 16,3.000-2.000 0-16,1.000-6.000 0 0,2.000-1.000 0 0,2.000-4.000 0 0,8.000-8.000 0 15,-8.000 9.000 0-15,8.000-9.000 0 0,0.000 0.000 0 0,0.000 0.000 0 16,0.000 0.000 0 0,0.000 0.000-128-16,0.000 0.000 128 0,0.000 0.000-912 0,0.000 0.000-144 15,3.000-10.000-32-15,-3.000-2.000-17920 0</inkml:trace>
  <inkml:trace contextRef="#ctx0" brushRef="#br2">16919.000 14157.000 26719 0,'0.000'0.000'1184'0,"0.000"0.000"240"0,0.000 0.000-1136 0,0.000 0.000-288 0,0.000 0.000 0 0,0.000 0.000 0 0,0.000 0.000 1856 0,0.000 0.000 320 0,0.000 0.000 64 0,0.000 0.000 16 15,0.000 0.000-368-15,0.000 0.000-80 0,-9.000 16.000-16 0,9.000-16.000 0 16,-16.000 15.000-1184-16,3.000-3.000-240 15,0.000 4.000-48-15,-4.000 3.000-16 0,-2.000 0.000-112 0,-4.000 1.000-32 0,-4.000 5.000 0 0,0.000 1.000 0 16,-4.000 0.000 96-16,1.000-2.000 32 0,-2.000-2.000 0 0,3.000-3.000 0 0,4.000-3.000 16 0,1.000 1.000 0 16,1.000-2.000 0-16,-2.000 3.000 0 15,-3.000 1.000-112-15,-1.000 4.000-32 0,-4.000 1.000 0 0,3.000 2.000 0 0,-1.000 1.000-160 0,-2.000 2.000 0 16,2.000 4.000 0-16,-3.000-10.000 0 0,0.000-11.000 0 0,1.000 6.000 0 16,4.000 6.000 0-16,-1.000 3.000 0 0,0.000 1.000 0 0,4.000-2.000 0 15,2.000-3.000 0-15,0.000 1.000 0 0,-1.000 0.000 0 0,-1.000-1.000 0 16,2.000-3.000 0-16,2.000-3.000 0 0,3.000-6.000 0 0,2.000-2.000 0 15,1.000 0.000 0-15,2.000-4.000 0 0,4.000-2.000-128 0,2.000-1.000 128 16,2.000-2.000 0-16,0.000-1.000 0 16,1.000-1.000-640-16,3.000-4.000-64 0,-4.000-4.000-16 0,-2.000-10.000-18768 0</inkml:trace>
  <inkml:trace contextRef="#ctx0" brushRef="#br2">16446.000 13868.000 26719 0,'0.000'0.000'2368'0,"0.000"0.000"-1888"0,0.000 0.000-480 0,-3.000 1.000 0 0,3.000-1.000 1984 0,0.000 0.000 288 0,-5.000 0.000 64 0,5.000 0.000 16 0,-10.000 3.000-1328 0,-2.000 1.000-272 16,-4.000 2.000-48-16,-4.000 2.000-16 0,-1.000 3.000-256 0,-3.000-1.000-48 15,-1.000 1.000-16-15,2.000-2.000 0 0,-1.000 0.000 208 0,5.000-2.000 32 16,0.000-1.000 16-16,3.000-1.000 0 0,-2.000-1.000-48 0,1.000 1.000-16 15,0.000-2.000 0-15,0.000 0.000 0 0,-2.000 0.000-192 0,0.000-1.000-48 16,-3.000 1.000 0-16,-1.000-1.000 0 0,-1.000 1.000 0 0,-1.000 0.000-16 16,-1.000 0.000 0-16,-4.000 0.000 0 0,-5.000-1.000-96 0,-2.000 1.000-16 15,-5.000-1.000 0-15,2.000 2.000 0 0,-2.000 2.000-192 0,-7.000 3.000 0 0,-7.000 4.000 0 0,-2.000 4.000 0 16,-4.000 3.000 0-16,3.000 0.000 0 0,-2.000-2.000 0 0,10.000-3.000 0 16,8.000-2.000 0-16,1.000 1.000 0 0,0.000 2.000 0 0,1.000-1.000 0 15,4.000-2.000 0-15,-3.000 1.000 0 0,3.000-1.000 0 0,0.000-1.000 0 16,2.000-4.000-128-16,2.000-2.000 128 0,7.000-2.000 0 0,5.000-3.000 0 15,5.000-1.000-160-15,2.000 0.000 160 0,6.000 0.000-128 0,0.000-3.000 128 32,3.000 1.000-816-32,2.000-3.000-80 0,0.000-1.000 0 0,1.000-1.000-12096 0,2.000 1.000-2400 0</inkml:trace>
  <inkml:trace contextRef="#ctx0" brushRef="#br2">15891.000 13582.000 25791 0,'0.000'0.000'2304'0,"-2.000"0.000"-1856"0,2.000-1.000-448 0,-1.000 1.000 0 0,1.000 0.000 1056 0,0.000 0.000 112 0,-5.000-2.000 32 0,2.000-1.000 0 0,-2.000 0.000 976 0,-3.000 0.000 192 0,3.000 0.000 32 0,-1.000 0.000 16 15,-1.000 0.000-1312-15,-1.000 0.000-256 0,0.000 0.000-48 0,-3.000-1.000-16 16,1.000 2.000-128-16,-1.000-1.000-16 0,0.000 0.000-16 0,-2.000 0.000 0 15,-1.000 1.000-96-15,-2.000-1.000-16 0,0.000 1.000 0 0,0.000 0.000 0 16,2.000-1.000-208-16,-3.000 1.000-48 0,-3.000 0.000-16 0,-4.000 0.000 0 16,-2.000-1.000-64-16,0.000 1.000-16 0,-1.000 0.000 0 0,-3.000-1.000 0 15,-2.000 0.000-16-15,-2.000-2.000 0 0,-2.000 2.000 0 0,2.000-1.000 0 16,1.000 1.000-144-16,2.000 0.000 0 0,0.000 2.000 144 0,-3.000-2.000-144 0,-2.000 1.000 0 0,-2.000-2.000 128 16,1.000 1.000-128-16,-1.000-2.000 0 0,-1.000 0.000 0 0,-3.000-1.000 0 15,3.000 0.000 0-15,2.000 1.000 0 16,3.000 0.000 0-16,4.000 0.000 0 0,1.000 0.000 0 0,7.000-1.000 0 0,1.000 2.000 0 0,-2.000-2.000 0 15,3.000 0.000 0-15,-3.000-1.000 0 0,4.000 2.000 0 0,0.000-1.000 0 16,0.000 2.000 0-16,0.000-1.000 0 16,1.000 0.000-608-16,3.000 2.000-96 0,1.000-1.000 0 0,-2.000 0.000-16 15,5.000 2.000-352-15,-1.000-3.000-64 0</inkml:trace>
  <inkml:trace contextRef="#ctx0" brushRef="#br2">15636.000 12918.000 12895 0,'-1.000'3.000'1152'0,"-1.000"-2.000"-928"0,-1.000 0.000-224 0,2.000 0.000 0 0,-1.000-1.000 1904 0,2.000 0.000 336 15,-2.000 1.000 64-15,1.000 0.000 0 0,-1.000 0.000 832 0,-1.000 0.000 176 0,-2.000 1.000 16 16,2.000 0.000 16-16,-2.000-1.000-1040 0,0.000-1.000-192 0,2.000 0.000-64 0,0.000 0.000 0 16,-2.000 0.000-1120-16,2.000-1.000-224 0,-3.000 1.000-64 15,1.000-1.000 0-15,-2.000 0.000-80 0,-1.000-2.000-32 16,0.000 1.000 0-16,0.000-1.000 0 0,-2.000 0.000-16 0,-2.000 0.000-16 0,0.000-1.000 0 0,-2.000 0.000 0 15,-5.000-3.000-96-15,-3.000 0.000-16 0,-2.000 0.000 0 0,-5.000-3.000 0 16,0.000 1.000-160-16,0.000 0.000-32 0,-1.000-3.000-16 0,-4.000 0.000 0 16,2.000-1.000-176-16,-1.000 0.000 192 0,-1.000-1.000-192 0,2.000 0.000 192 15,2.000 3.000-192-15,3.000 0.000 0 0,-1.000 1.000 0 0,1.000 0.000 0 16,-2.000-2.000 144-16,2.000 1.000-144 0,0.000-1.000 160 0,0.000-1.000-160 16,3.000 0.000 160-16,0.000 0.000-160 0,2.000-3.000 160 0,-1.000 0.000-160 15,2.000 1.000 0-15,0.000-2.000 0 0,-1.000 0.000 0 0,-2.000-2.000 0 0,2.000 0.000 0 0,-1.000 1.000 0 16,1.000 2.000 0-16,3.000 1.000 0 0,0.000 1.000-256 0,4.000 3.000 48 15,1.000 0.000 16-15,-1.000 1.000 0 0,-1.000-1.000-64 0,-1.000 0.000 0 16,2.000-1.000 0-16,-1.000 2.000 0 0,0.000 0.000 0 0,3.000 1.000 0 16,1.000 0.000 0-16,2.000 0.000 0 0,-1.000 2.000-80 0,1.000 0.000-32 15,2.000-1.000 0-15,-1.000 2.000 0 16,1.000 0.000-160-16,1.000 1.000-48 0,0.000-1.000 0 0,0.000 1.000 0 16,2.000 0.000-464-16,2.000 0.000-112 0</inkml:trace>
  <inkml:trace contextRef="#ctx0" brushRef="#br2">15773.000 12348.000 9215 0,'0.000'0.000'816'0,"0.000"0.000"-656"0,-4.000 7.000-160 0,3.000-7.000 0 0,-1.000 1.000 2368 0,2.000-1.000 432 0,0.000-1.000 80 0,-3.000 1.000 32 0,0.000-1.000 160 0,-2.000 0.000 16 16,-3.000 0.000 16-16,3.000-1.000 0 0,-1.000 0.000-480 0,-4.000 0.000-80 16,4.000 0.000-32-16,-4.000-2.000 0 0,2.000 1.000-1520 0,-1.000 0.000-304 15,0.000-1.000-64-15,-3.000-2.000-16 0,0.000 0.000-80 0,-2.000-1.000-16 16,-2.000 1.000 0-16,3.000-4.000 0 0,-4.000-1.000-32 0,-1.000-4.000-16 16,-1.000-1.000 0-16,-4.000-3.000 0 0,-1.000-6.000-176 0,2.000 3.000-32 15,1.000 4.000-16-15,-4.000-4.000 0 0,-6.000-8.000-240 0,-4.000-3.000 0 16,5.000 1.000 0-16,-1.000 0.000 0 0,3.000-1.000 0 0,2.000 0.000 0 0,2.000 0.000 0 0,3.000-3.000 0 15,0.000 4.000 0-15,2.000-2.000 0 0,2.000 2.000 0 0,2.000 1.000 0 16,-1.000 0.000 0-16,2.000 1.000 128 0,-1.000 2.000-128 0,1.000 1.000 0 16,-2.000-1.000 0-16,1.000 0.000 0 0,0.000-1.000 128 0,-3.000 0.000-128 15,3.000 0.000 0-15,-2.000 1.000 0 0,1.000 0.000 0 0,3.000 2.000 0 16,-1.000 2.000 0-16,1.000 1.000 0 0,2.000 2.000 0 0,1.000 1.000 0 16,-1.000 4.000 0-16,5.000 3.000 0 0,-1.000 1.000 0 0,2.000 3.000 0 15,2.000 2.000-176-15,-1.000 1.000 176 0,2.000 1.000-160 0,0.000 2.000 160 31,2.000 0.000-608-31,0.000 2.000-32 0,0.000 0.000 0 0,2.000 0.000 0 0,-2.000 0.000-240 0,3.000-1.000-48 0,2.000-1.000-16 16,1.000 0.000-17648-16</inkml:trace>
  <inkml:trace contextRef="#ctx0" brushRef="#br2">15945.000 11763.000 20271 0,'0.000'0.000'896'0,"-3.000"0.000"192"0,3.000 0.000-880 0,0.000 0.000-208 0,0.000 0.000 0 0,0.000 0.000 0 0,0.000 0.000 1152 0,0.000 0.000 176 0,0.000 0.000 32 0,0.000 1.000 16 15,-1.000-1.000 1328-15,1.000 0.000 272 0,-2.000 0.000 48 0,2.000 0.000 16 16,-2.000-1.000-1408-16,1.000 1.000-288 0,-3.000-2.000-48 0,3.000 0.000-16 16,-4.000 0.000-512-16,2.000-1.000-96 0,-3.000-2.000-32 0,-1.000-1.000 0 15,-1.000-1.000 0-15,0.000-4.000 0 0,-2.000 0.000 0 0,2.000-3.000 0 16,-3.000-1.000-304-16,0.000-5.000-64 0,-2.000-4.000-16 0,0.000-6.000 0 15,-1.000-6.000-256-15,-2.000-4.000 128 0,0.000-5.000-128 0,0.000-4.000 0 0,0.000-2.000 0 0,2.000-3.000 0 16,-1.000 2.000 0-16,1.000 0.000 0 0,0.000 2.000 0 0,2.000 1.000 0 16,1.000 4.000 0-16,1.000 0.000 0 0,1.000-2.000 0 0,3.000 1.000 0 15,1.000 1.000 0-15,1.000 5.000 0 0,3.000 3.000 0 0,1.000 5.000 0 16,1.000 2.000 0-16,1.000-1.000 0 0,3.000 2.000 0 0,0.000-1.000 0 16,4.000 1.000 0-16,-2.000-1.000 0 0,-1.000 1.000-192 0,2.000-1.000 0 15,0.000-2.000 0-15,0.000-1.000 0 16,0.000 2.000-240-16,0.000 4.000-32 0,0.000 3.000-16 0,-3.000 3.000 0 15,1.000 4.000-48-15,-1.000 3.000-16 0,-2.000 2.000 0 0,-1.000 4.000 0 16,-1.000 2.000-160-16,1.000 2.000-16 0,-2.000 3.000-16 0,0.000 1.000-11248 16,0.000 1.000-2256-16</inkml:trace>
  <inkml:trace contextRef="#ctx0" brushRef="#br2">15122.000 11081.000 25791 0</inkml:trace>
  <inkml:trace contextRef="#ctx0" brushRef="#br2">17291.000 10768.000 15663 0,'0.000'1.000'688'0,"-2.000"-1.000"144"0,2.000 1.000-656 0,0.000-1.000-176 0,0.000 0.000 0 0,0.000 0.000 0 0,0.000 1.000 384 0,-1.000-1.000 32 0,1.000 1.000 16 0,-2.000 0.000 0 15,2.000 0.000 2432-15,0.000 0.000 480 0,0.000 0.000 112 0,0.000-1.000 0 16,0.000 0.000-1200-16,0.000 0.000-240 0,0.000 0.000-48 0,0.000 0.000-16 16,0.000 0.000-688-16,0.000-1.000-144 0,0.000 1.000-32 0,2.000-1.000 0 15,-2.000 1.000-512-15,0.000-1.000-128 0,1.000 0.000 0 0,-1.000-1.000-16 16,2.000 0.000-128-16,-2.000-3.000-32 0,4.000-1.000 0 0,1.000-3.000 0 15,0.000-4.000-16-15,3.000-4.000-16 0,1.000-5.000 0 0,3.000-5.000 0 16,2.000-5.000-240-16,-1.000 0.000 144 0,0.000 3.000-144 0,2.000-7.000 128 0,2.000-6.000-128 0,4.000-1.000 0 16,-1.000 0.000 0-16,1.000 2.000 0 0,1.000 3.000 0 0,-1.000 3.000 0 15,-3.000 6.000 0-15,1.000 3.000 0 0,0.000 4.000 0 0,-3.000 1.000 0 16,-1.000 3.000 0-16,-1.000 1.000 0 0,-3.000 2.000 0 0,0.000 1.000 0 16,-1.000 3.000 0-16,-2.000-1.000 0 0,3.000 2.000 0 0,-3.000 1.000 0 15,0.000 0.000 0-15,2.000 0.000 0 0,-2.000-2.000 0 0,3.000 2.000 0 16,0.000-1.000 0-16,0.000 0.000 0 0,-1.000 1.000 0 0,1.000-2.000 0 15,-1.000 1.000 0-15,0.000-1.000 0 0,-1.000 0.000-224 0,-1.000 1.000 80 16,-1.000-1.000 16-16,0.000 1.000 0 16,-2.000-2.000-800-16,-3.000 2.000-160 0,1.000 0.000-16 0,-3.000 4.000-17184 0</inkml:trace>
  <inkml:trace contextRef="#ctx0" brushRef="#br2">16553.000 11047.000 11967 0,'-2.000'2.000'1072'0,"2.000"-1.000"-864"0,0.000 0.000-208 0,0.000-1.000 0 0,0.000 0.000 864 0,0.000 0.000 128 0,-1.000 2.000 32 0,-1.000-1.000 0 15,2.000 0.000 2016-15,-2.000 0.000 416 16,2.000-1.000 64-16,-2.000 0.000 32 0,2.000 0.000-736 0,0.000 0.000-160 0,0.000 0.000-32 0,0.000 0.000 0 16,0.000 0.000-1264-16,0.000-2.000-256 0,0.000-1.000-48 0,0.000-1.000-16 15,0.000-1.000-496-15,2.000-3.000-96 0,0.000-5.000-32 0,1.000-8.000 0 16,2.000-5.000-192-16,5.000-7.000-32 0,1.000-7.000-16 0,5.000-4.000 0 15,3.000-4.000-176-15,4.000-3.000 0 0,2.000-3.000 0 0,1.000-5.000 0 16,4.000-5.000 0-16,-3.000 0.000 0 0,-1.000 6.000 0 0,-4.000 1.000 0 16,2.000 4.000 0-16,-6.000 6.000 0 0,0.000 5.000 0 0,-4.000 5.000 0 0,-1.000 7.000 0 15,-2.000 4.000 0-15,-1.000 4.000 0 0,-1.000 2.000 0 0,2.000 2.000 0 0,-1.000 3.000 0 16,1.000 1.000 0-16,-1.000 1.000 0 0,1.000 3.000 0 0,0.000 1.000 0 16,3.000-1.000 0-16,-2.000 1.000 0 0,2.000 2.000-192 0,-4.000 0.000 48 15,2.000 2.000 0-15,-2.000-1.000 0 16,1.000 2.000-416-16,-3.000-1.000-80 0,-1.000 2.000 0 0,1.000 1.000-17888 15</inkml:trace>
  <inkml:trace contextRef="#ctx0" brushRef="#br2">17665.000 10894.000 28559 0,'0.000'-2.000'1264'0,"-2.000"0.000"272"0,2.000-1.000-1232 0,0.000 1.000-304 0,2.000-1.000 0 0,-2.000 1.000 0 0,0.000-1.000 1008 0,0.000-1.000 144 0,2.000-2.000 16 0,-1.000-3.000 16 0,2.000 0.000 656 0,1.000 0.000 128 16,2.000-1.000 16-16,-1.000 0.000 16 0,3.000-1.000-1360 0,1.000-1.000-288 15,4.000-3.000-48-15,1.000-1.000-16 16,7.000-4.000-288-16,3.000-4.000 0 0,2.000-2.000 128 0,3.000-1.000-128 0,1.000-3.000 0 0,5.000-1.000 0 16,0.000-3.000 0-16,2.000-2.000 0 0,2.000 0.000 0 0,-1.000 0.000 0 15,-4.000 5.000 0-15,-4.000 2.000 0 0,-1.000 0.000 0 0,-1.000 1.000 0 16,-2.000-1.000 0-16,1.000 1.000 0 0,-3.000 0.000 0 0,-1.000 2.000 0 15,-1.000 2.000 0-15,-1.000-1.000 0 0,1.000 2.000 0 0,2.000-2.000 0 16,0.000 1.000 0-16,2.000-1.000 0 0,1.000 1.000 128 0,-1.000 2.000-128 16,-1.000 2.000 0-16,-2.000 1.000 0 0,-1.000 2.000 0 0,-3.000 3.000 0 0,-1.000 0.000 0 15,-2.000 2.000 0-15,0.000-1.000 0 0,-3.000 4.000 0 0,-2.000 1.000 0 0,-3.000 1.000 0 16,2.000 2.000 208-16,-3.000 0.000-64 0,-2.000 1.000-16 0,0.000 0.000 0 16,-2.000 1.000 128-16,1.000 1.000 32 0,-3.000 1.000 0 0,2.000 1.000 0 15,-3.000 0.000-288-15,0.000 0.000 0 0,-3.000 0.000 0 0,3.000 0.000 0 16,-1.000 1.000-208-16</inkml:trace>
  <inkml:trace contextRef="#ctx0" brushRef="#br2">21459.000 10949.000 31327 0,'0.000'0.000'2784'0,"0.000"0.000"-2224"0,0.000 0.000-560 0,0.000 0.000 0 0,0.000 0.000 768 16,0.000 0.000 64-16,0.000 0.000 0 0,0.000 0.000 0 0,0.000 0.000 592 0,0.000 0.000 128 15,0.000 0.000 32-15,0.000 0.000 0 0,0.000 0.000-1008 0,0.000 0.000-208 16,0.000 0.000-48-16,0.000 0.000 0 0,0.000 0.000-192 0,-8.000 34.000-128 16,8.000-34.000 128-16,-11.000 43.000-128 15,2.000-14.000 160-15,-1.000 0.000-32 0,-2.000 2.000-128 0,-2.000-2.000 192 0,4.000-2.000-64 0,-2.000-3.000 0 16,2.000 0.000-128-16,10.000-24.000 192 0,-16.000 39.000-192 0,16.000-39.000 0 15,-8.000 29.000 128-15,8.000-29.000-128 0,0.000 0.000 0 0,0.000 0.000 0 0,0.000 0.000 0 0,3.000 39.000 0 16,-3.000-39.000 0-16,0.000 0.000 0 0,0.000 0.000 0 0,0.000 0.000 0 16,38.000 4.000 0-16,-23.000-8.000 0 0,1.000-1.000 0 0,4.000-4.000 0 15,2.000-3.000 128-15,4.000-5.000-128 16,-1.000-3.000 0-16,-1.000-2.000 144 0,0.000 0.000-304 0,-1.000-3.000-64 0,-3.000 1.000-16 0,-2.000-1.000 0 31,-2.000 3.000-400-31,-3.000 0.000-64 0,-1.000 0.000-32 0,-4.000 1.000 0 0,-1.000 5.000-512 0,-1.000 5.000-96 16,-3.000 3.000-32-16,-3.000 3.000 0 0,0.000 2.000 672 0,0.000 1.000 128 0,-1.000 1.000 16 0,1.000 1.000 16 15,0.000 0.000 1408-15,0.000 0.000 288 0,0.000 0.000 48 0,0.000 0.000 16 16,0.000 0.000-208-16,0.000 0.000-48 0,0.000 0.000 0 0,-13.000 23.000 0 16,13.000-23.000-704-16,-13.000 26.000-256 0,2.000-5.000 144 0,-2.000 3.000-144 0,-1.000 4.000 0 0,0.000-2.000 0 15,1.000-1.000 0-15,-3.000 4.000 0 0,-5.000 7.000 160 0,-3.000 3.000 0 16,0.000 3.000 0-16,-2.000 1.000 0 0,1.000 0.000 112 0,-1.000-5.000 32 16,1.000-2.000 0-16,1.000-6.000 0 0,3.000-4.000-80 0,2.000-3.000-16 15,2.000-3.000 0-15,3.000-3.000 0 0,1.000-1.000-208 0,1.000-2.000 176 16,2.000-2.000-176-16,10.000-12.000 160 0,-13.000 18.000-160 0,13.000-18.000 0 15,0.000 0.000 0-15,0.000 0.000-12736 32,0.000 0.000-2480-32</inkml:trace>
  <inkml:trace contextRef="#ctx0" brushRef="#br2">21488.000 11399.000 15663 0,'0.000'0.000'688'0,"8.000"-9.000"144"16,-8.000 9.000-656-16,8.000-8.000-176 0,-8.000 8.000 0 0,0.000 0.000 0 0,0.000 0.000 1920 0,13.000-6.000 336 0,-13.000 6.000 80 0,17.000-6.000 16 0,-17.000 6.000 336 0,0.000 0.000 64 0,29.000 1.000 0 0,-29.000-1.000 16 15,0.000 0.000-1568-15,0.000 0.000-320 0,23.000 37.000-64 0,-23.000-37.000-16 16,0.000 35.000-304-16,0.000-35.000-64 0,-11.000 43.000-16 0,11.000-43.000 0 16,-20.000 45.000-112-16,6.000-22.000-32 0,0.000 0.000 0 0,-3.000 0.000 0 15,-3.000-2.000-272-15,-1.000-1.000 0 0,-1.000-1.000-128 0,-1.000-5.000 128 32,2.000 0.000-656-32,3.000-4.000-48 0,-2.000-1.000 0 0,-1.000-5.000-16000 0</inkml:trace>
  <inkml:trace contextRef="#ctx0" brushRef="#br2">21394.000 11479.000 21183 0,'0.000'0.000'944'0,"0.000"0.000"192"0,0.000 0.000-912 0,0.000 0.000-224 0,0.000 0.000 0 0,0.000 0.000 0 16,0.000 0.000 1216-16,0.000 0.000 192 0,35.000 5.000 32 0,-35.000-5.000 16 0,32.000 14.000 1504 0,-32.000-14.000 304 15,35.000 21.000 64-15,-35.000-21.000 16 0,32.000 24.000-2080 0,-32.000-24.000-432 16,30.000 27.000-64-16,-30.000-27.000-32 0,0.000 0.000-288 0,37.000 39.000-48 16,-37.000-39.000-16-16,0.000 0.000 0 0,35.000 34.000-256 0,-35.000-34.000-128 15,0.000 0.000 0-15,0.000 0.000 128 0,31.000 32.000-128 0,-31.000-32.000 0 16,0.000 0.000 0-16,0.000 0.000-12672 15,0.000 0.000-2480-15</inkml:trace>
  <inkml:trace contextRef="#ctx0" brushRef="#br2">21728.000 10986.000 40543 0,'0.000'0.000'3600'0,"0.000"0.000"-2880"0,0.000 0.000-576 0,0.000 0.000-144 15,0.000 0.000 400-15,0.000 0.000 48 0,0.000 0.000 16 0,0.000 0.000 0 16,0.000 0.000-464-16,0.000 0.000 0 0,0.000 0.000 0 0,0.000 0.000 0 16,0.000 0.000 0-16,0.000 0.000 0 0,16.000 49.000 0 0,-16.000-49.000 0 15,0.000 0.000-256-15,8.000 57.000 48 0,-8.000-57.000 16 0,0.000 48.000-18288 16</inkml:trace>
  <inkml:trace contextRef="#ctx0" brushRef="#br2">21939.000 11092.000 7359 0,'0.000'0.000'656'0,"0.000"0.000"-528"0,0.000 0.000-128 0,0.000 0.000 0 0,0.000 0.000 7584 0,0.000 0.000 1488 16,0.000 0.000 288-16,0.000 0.000 64 0,0.000 0.000-7360 0,0.000 0.000-1472 15,0.000 0.000-288-15,11.000-6.000-64 0,-11.000 6.000-16 0,19.000-5.000 0 16,-19.000 5.000 0-16,31.000-9.000 0 0,-14.000 5.000-224 0,4.000 0.000 0 15,0.000 0.000 0-15,-1.000-1.000 0 0,0.000-1.000 0 0,-2.000 1.000 0 0,-18.000 5.000 0 16,32.000-8.000 0 0,-32.000 8.000-448-16,26.000-9.000 32 0,-26.000 9.000 0 0,15.000-7.000-18192 0</inkml:trace>
  <inkml:trace contextRef="#ctx0" brushRef="#br2">22040.000 10963.000 22111 0,'0.000'0.000'976'0,"0.000"0.000"208"0,0.000 0.000-944 0,0.000 0.000-240 0,0.000 0.000 0 0,0.000 0.000 0 16,0.000 0.000 512-16,0.000 0.000 48 0,-11.000 28.000 16 0,11.000-28.000 0 16,-7.000 29.000 784-16,7.000-29.000 176 0,-5.000 37.000 16 0,5.000-37.000 16 15,-4.000 33.000-1216-15,4.000-33.000-352 0,-5.000 32.000 144 0,5.000-32.000-144 16,0.000 0.000-208-16</inkml:trace>
  <inkml:trace contextRef="#ctx0" brushRef="#br2">22214.000 10905.000 34095 0,'0.000'0.000'1504'0,"0.000"0.000"320"0,0.000 0.000-1456 0,0.000 0.000-368 15,0.000 0.000 0-15,0.000 0.000 0 0,0.000 0.000 768 0,-10.000 36.000 64 16,10.000-36.000 32-16,-24.000 47.000 0 0,5.000-15.000-96 0,0.000 2.000 0 16,-1.000-1.000-16-16,-3.000-1.000 0 0,3.000 0.000-624 0,-3.000-4.000-128 0,2.000-1.000 0 15,0.000-2.000 0-15,-1.000-3.000 0 0,1.000 0.000 0 0,2.000-3.000 0 0,-2.000-3.000 0 16,2.000-2.000 0-16,3.000-3.000 0 0,-2.000-1.000-128 0,4.000-5.000 128 15,4.000-2.000-256-15,4.000-2.000 0 16,6.000-1.000 0-16,-5.000-1.000 0 0,5.000 1.000 48 0,0.000 0.000 16 0,5.000-5.000 0 0,-5.000 5.000 0 31,10.000-6.000-400-31,-10.000 6.000-80 0,19.000-10.000-16 0,-8.000 4.000 0 0,5.000 0.000 512 0,0.000-1.000 176 0,-1.000 1.000 0 0,0.000 1.000-144 16,-15.000 5.000 272-16,31.000-8.000 48 0,-31.000 8.000 16 0,26.000-7.000 0 16,-26.000 7.000 512-16,19.000-5.000 96 0,-19.000 5.000 32 0,0.000 0.000 0 15,19.000-3.000-608-15,-19.000 3.000-224 0,0.000 0.000 176 0,0.000 0.000-176 16,0.000 0.000 224-16,0.000 0.000-48 0,0.000 0.000-16 0,0.000 0.000 0 15,0.000 0.000 32-15,0.000 0.000 0 0,0.000 0.000 0 0,0.000 0.000 0 0,-10.000 31.000-368 16,10.000-31.000-64-16,-16.000 38.000-16 0,5.000-13.000 0 0,1.000 2.000 256 0,-4.000 1.000 0 16,3.000-1.000 0-16,-3.000 0.000 0 0,-1.000-1.000 0 0,2.000 0.000 256 15,0.000-1.000-16-15,-1.000-4.000-16 0,3.000-1.000 32 0,11.000-20.000 0 16,-21.000 34.000 0-16,21.000-34.000 0 0,-13.000 26.000-64 0,13.000-26.000 0 16,0.000 0.000 0-16,0.000 0.000 0 0,-5.000 31.000-192 0,5.000-31.000 0 15,0.000 0.000 0-15,0.000 0.000 0 0,0.000 0.000-160 0,0.000 0.000-32 16,24.000-10.000 0-16,-11.000-3.000 0 15,5.000-6.000-512-15,4.000-8.000-96 0,4.000-7.000-32 0,1.000-6.000 0 16,0.000-2.000-640-16,-6.000 4.000-128 0,-2.000 6.000-16 0,-5.000 7.000-16 16,-4.000 8.000-208-16,-2.000 4.000-32 0,-3.000 4.000-16 0,-2.000 4.000 0 0,-3.000 5.000 2688 0,0.000 0.000 544 15,0.000 0.000 96-15,0.000 0.000 32 0,0.000 0.000 928 0,0.000 0.000 192 0,0.000 0.000 32 16,0.000 0.000 16-16,0.000 0.000-1808 0,0.000 0.000-384 0,0.000 0.000-64 0,0.000 0.000 0 16,-6.000 36.000-384-16,6.000-36.000 144 0,0.000 0.000-144 0,-10.000 35.000 0 15,10.000-35.000 160-15,0.000 0.000-160 0,-8.000 33.000 128 0,8.000-33.000-128 16,0.000 0.000 0-16,0.000 0.000 0 0,0.000 0.000 0 0,-8.000 25.000 0 31,8.000-25.000-800-31,0.000 0.000-144 0,0.000 0.000-16 0,0.000 0.000-16 16,8.000-17.000-1712-16,0.000 0.000-320 0,6.000-11.000-80 0,1.000-3.000-16 15,6.000-2.000-112-15,0.000-1.000-32 0,1.000 2.000 0 0,0.000 3.000 0 16,1.000 5.000 2144-16,-3.000 5.000 416 0,-3.000 6.000 96 0,-3.000 5.000 16 0,-14.000 8.000 2384 0,24.000-7.000 496 0,-24.000 7.000 80 0,0.000 0.000 32 16,31.000 2.000 1344-16,-31.000-2.000 272 0,0.000 0.000 48 0,0.000 0.000 16 15,36.000 23.000-2432-15,-36.000-23.000-464 0,0.000 0.000-112 0,0.000 0.000 0 0,24.000 47.000-768 16,-24.000-47.000-128-1,0.000 0.000-48-15,7.000 51.000 0 0,-7.000-51.000 48 0,-2.000 41.000 0 0,2.000-41.000 0 0,-7.000 41.000 0 0,7.000-41.000-48 16,-14.000 40.000 0-16,14.000-40.000 0 0,-15.000 32.000 0 0,15.000-32.000-16 0,-22.000 30.000-128 16,22.000-30.000 192-16,-21.000 18.000-64 0,6.000-10.000-256 0,-1.000-3.000-64 15,-1.000-2.000-16-15,-2.000-3.000 0 16,0.000-2.000-880-16,0.000-4.000-192 0</inkml:trace>
  <inkml:trace contextRef="#ctx0" brushRef="#br2">22139.000 11403.000 4607 0,'3.000'-10.000'400'0,"-3.000"10.000"-400"0,0.000 0.000 0 0,0.000 0.000 0 0,4.000-6.000 1936 0,-4.000 6.000 304 0,0.000 0.000 64 0,8.000-6.000 16 0,-8.000 6.000 1072 0,22.000-5.000 224 16,-22.000 5.000 32-16,30.000 2.000 16 0,-30.000-2.000-320 0,32.000 12.000-64 16,-32.000-12.000-16-16,33.000 22.000 0 0,-33.000-22.000-1984 0,31.000 31.000-416 0,-31.000-31.000-80 0,26.000 32.000-16 15,-26.000-32.000-352-15,22.000 33.000-80 0,-22.000-33.000-16 0,18.000 33.000 0 16,-18.000-33.000-192-16,16.000 30.000-128 0,-16.000-30.000 128 0,14.000 30.000-128 16,-14.000-30.000 0-16,0.000 0.000 0 0,15.000 35.000 0 0,-15.000-35.000 0 15,0.000 0.000 0-15,0.000 0.000-128 0</inkml:trace>
  <inkml:trace contextRef="#ctx0" brushRef="#br2">22795.000 10917.000 32255 0,'0.000'0.000'1424'0,"0.000"0.000"304"0,0.000 0.000-1392 0,0.000 0.000-336 16,0.000 0.000 0-16,0.000 0.000 0 0,0.000 0.000 304 0,0.000 0.000-16 15,0.000 0.000 0-15,0.000 0.000 0 0,0.000 0.000 1120 0,0.000 0.000 208 16,-3.000 51.000 48-16,3.000-51.000 16 0,-7.000 51.000-928 0,7.000-51.000-192 16,-11.000 64.000-48-16,5.000-31.000 0 0,1.000 2.000 0 0,-3.000 0.000-16 15,3.000 1.000 0-15,-1.000-1.000 0 0,3.000 0.000-176 0,-1.000 1.000-48 16,1.000 0.000 0-16,-1.000-1.000 0 15,0.000-1.000-48-15,3.000 0.000-16 0,1.000-34.000 0 0,-7.000 58.000 0 0,7.000-58.000-208 0,-3.000 51.000 0 16,3.000-51.000 128-16,-5.000 43.000-128 0,5.000-43.000 0 0,-3.000 37.000 0 16,3.000-37.000 0-16,0.000 0.000 0 0,-5.000 39.000 0 0,5.000-39.000 0 0,0.000 0.000 0 0,0.000 0.000 0 15,0.000 0.000 0-15,0.000 0.000-160 0,0.000 0.000 160 0,0.000 0.000-128 32,0.000 0.000-976-32,0.000 0.000-192 0</inkml:trace>
  <inkml:trace contextRef="#ctx0" brushRef="#br2">22619.000 11198.000 31327 0,'0.000'0.000'1392'0,"0.000"0.000"272"0,0.000 0.000-1328 0,0.000 0.000-336 0,0.000 0.000 0 0,0.000 0.000 0 15,0.000 0.000 0-15,0.000 0.000 0 0,-5.000 35.000 0 0,5.000-35.000 0 16,-4.000 38.000 1184-16,4.000-38.000 160 0,-4.000 44.000 48 0,4.000-44.000 0 0,-3.000 42.000-896 0,3.000-42.000-176 16,0.000 36.000-48-16,0.000-36.000 0 0,0.000 0.000-272 0,0.000 40.000 128 15,0.000-40.000-128-15,0.000 0.000 0 16,0.000 0.000-400-16,0.000 0.000-192 15</inkml:trace>
  <inkml:trace contextRef="#ctx0" brushRef="#br2">22803.000 11268.000 25791 0,'0.000'0.000'2304'0,"0.000"0.000"-1856"16,0.000 0.000-448-16,0.000 0.000 0 0,0.000 0.000 432 0,0.000 0.000-16 15,0.000 0.000 0-15,0.000 0.000 0 0,0.000 0.000 112 0,0.000 0.000 32 16,0.000 0.000 0-16,0.000 0.000 0 0,0.000 0.000-416 0,0.000 0.000-144 0,0.000 0.000 0 0,0.000 0.000-12992 15</inkml:trace>
  <inkml:trace contextRef="#ctx0" brushRef="#br2">22941.000 11126.000 37775 0,'0.000'0.000'3360'0,"0.000"0.000"-2688"0,0.000 0.000-544 0,0.000 0.000-128 16,0.000 0.000 192-16,0.000 0.000 16 15,0.000 0.000 0-15,0.000 0.000 0 0,0.000 0.000 464 0,0.000 0.000 96 0,17.000 45.000 0 0,-17.000-45.000 16 0,0.000 0.000-512 0,0.000 0.000-96 16,29.000 42.000-32-16,-29.000-42.000 0 0,0.000 0.000-144 0,32.000 23.000 0 16,-32.000-23.000 0-16,30.000 7.000 0 0,-30.000-7.000 0 0,29.000-2.000 0 15,-13.000-1.000 128-15,0.000-3.000-128 0,2.000-3.000-128 0,-1.000-4.000-64 16,1.000-2.000-16-16,-2.000-1.000 0 31,0.000-1.000-1456-31,-5.000 0.000-304 0,0.000 2.000-48 0,-3.000-1.000-16 0,-1.000 3.000-1520 0,-4.000 1.000-304 0,-1.000 2.000-64 0,-2.000 0.000-16 16,0.000 3.000 2432-16,-2.000 0.000 480 0,-3.000 0.000 112 0,2.000 2.000 16 0,-2.000 1.000 3792 0,5.000 4.000 768 15,-9.000-5.000 160-15,9.000 5.000 16 0,-10.000-4.000-784 0,10.000 4.000-176 16,-8.000 0.000-16-16,8.000 0.000-16 0,-9.000 2.000-1952 0,9.000-2.000-400 16,0.000 0.000-80-16,-14.000 11.000-16 0,14.000-11.000-224 0,0.000 0.000-48 0,-17.000 27.000-128 15,17.000-27.000 192-15,-10.000 31.000-64 0,10.000-31.000-128 0,-11.000 37.000 176 16,11.000-37.000-176-16,-8.000 40.000 240 0,8.000-40.000-64 0,-6.000 44.000-16 0,6.000-44.000 0 16,-6.000 45.000-160-16,6.000-45.000 0 0,-4.000 48.000 0 0,4.000-48.000 0 31,-3.000 47.000 0-31,3.000-47.000 0 0,-5.000 43.000 0 0,5.000-43.000 0 0,-2.000 37.000 0 0,2.000-37.000 0 0,0.000 0.000 0 0,-12.000 34.000 0 31,12.000-34.000-512-31,0.000 0.000-64 0,-15.000 16.000-32 0,15.000-16.000 0 16,-17.000 1.000-2368-16,7.000-5.000-480 0,-3.000-3.000-80 0,2.000-2.000-32 15,0.000-1.000-1200-15,3.000-2.000-240 0,0.000 1.000-48 0,0.000 1.000-16 0,3.000 2.000 4880 0,2.000 1.000 992 0,3.000 7.000 192 0,-5.000-8.000 32 16,5.000 8.000 4016-16,0.000 0.000 784 0,0.000 0.000 176 0,0.000 0.000 16 16,0.000 0.000-3616-16,0.000 0.000-736 0,0.000 0.000-128 0,0.000 0.000-48 0,0.000 0.000-1184 15,0.000 0.000-304 1,0.000 0.000 0-16,0.000 0.000 0 0,35.000 28.000 0 0,-35.000-28.000 0 15,0.000 0.000 0-15,24.000 27.000 0 0,-24.000-27.000 0 0,0.000 0.000 0 0,21.000 32.000 0 0,-21.000-32.000 0 16,0.000 0.000 0-16,0.000 0.000 0 0,5.000 40.000 0 0,-5.000-40.000 0 16,0.000 0.000-592-16,-17.000 29.000-32 0,17.000-29.000 0 0,-23.000 20.000 0 15,10.000-8.000-416-15,-3.000-2.000-96 0,16.000-10.000-16 0,-30.000 20.000 0 0,30.000-20.000 1152 0,-26.000 16.000 0 16,26.000-16.000 128-16,-17.000 11.000 0 0,17.000-11.000 1088 0,0.000 0.000 192 16,0.000 0.000 64-16,0.000 0.000 0 0,0.000 0.000-640 0,0.000 0.000-128 15,0.000 0.000-32-15,0.000 0.000 0 0,0.000 0.000-240 0,0.000 0.000-48 16,38.000 17.000-16-16,-38.000-17.000 0 15,43.000 3.000-368-15,-43.000-3.000 128 0,50.000 1.000-128 0,-50.000-1.000 0 0,46.000 0.000 0 0,-46.000 0.000 128 16,35.000 0.000-128-16,-35.000 0.000 0 0,33.000 1.000 0 0,-33.000-1.000 0 0,39.000 1.000 0 16,-39.000-1.000 0-16,53.000 5.000 0 0,-24.000-3.000-128 0,1.000 0.000 0 0,-3.000 0.000-19360 15</inkml:trace>
  <inkml:trace contextRef="#ctx0" brushRef="#br2">23721.000 11681.000 33167 0,'0.000'0.000'2944'0,"0.000"0.000"-2352"0,0.000 0.000-464 0,0.000 0.000-128 0,0.000 0.000 3344 0,0.000 0.000 656 0,0.000 0.000 128 0,0.000 0.000 32 16,0.000 0.000-2576-16,0.000 0.000-512 0,0.000 0.000-112 0,0.000 0.000 0 0,0.000 0.000-336 0,0.000 0.000-64 15,0.000 0.000-16-15,0.000 0.000-16144 16,0.000 0.000-3216-16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14:36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4832.000 12887.000 19343 0,'0.000'0.000'1728'0,"0.000"0.000"-1392"0,0.000 0.000-336 15,0.000 0.000 0-15,0.000 0.000 256 0,0.000 0.000-32 0,0.000 0.000 0 0,0.000 0.000 0 0,0.000 0.000-224 0,0.000 0.000 0 16,0.000 0.000-144-16,0.000 0.000 144 0,0.000 0.000 1088 0,0.000 0.000 304 15,0.000 0.000 64-15,0.000 0.000 16 0,0.000 0.000-272 0,0.000 0.000-48 16,0.000 0.000-16-16,0.000 0.000 0 0,0.000 0.000-384 0,0.000 0.000-80 16,0.000 0.000-16-16,0.000 0.000 0 0,0.000 0.000-496 0,0.000 0.000-160 15,0.000 0.000 0-15,0.000 0.000 0 16,37.000 6.000 0-16,-37.000-6.000 0 0,0.000 0.000 0 0,0.000 0.000 0 0,40.000 2.000 128 0,-40.000-2.000-128 16,0.000 0.000 0-16,31.000 1.000 0 0,-31.000-1.000 0 0,0.000 0.000 0 15,33.000 0.000 0-15,-33.000 0.000 0 0,0.000 0.000 0 0,37.000 1.000 0 16,-37.000-1.000 0-16,0.000 0.000 0 0,41.000 2.000 0 0,-41.000-2.000 0 15,34.000 3.000 0-15,-34.000-3.000 0 0,38.000 3.000 0 0,-38.000-3.000 0 0,48.000 3.000 0 0,-48.000-3.000 0 16,52.000 3.000 0-16,-52.000-3.000 0 0,54.000 2.000 0 0,-24.000-2.000 0 16,-30.000 0.000 0-16,50.000 1.000 0 0,-50.000-1.000 0 0,53.000 0.000 0 15,-53.000 0.000 0-15,51.000 0.000 0 0,-51.000 0.000 0 0,51.000 2.000 0 16,-51.000-2.000 0-16,57.000 2.000 0 0,-57.000-2.000 0 0,57.000 2.000 0 16,-25.000 1.000 0-16,1.000 0.000 0 0,-1.000 1.000 0 0,0.000-1.000 0 15,2.000 1.000 0-15,-4.000 0.000 0 0,-30.000-4.000 0 0,64.000 9.000 0 16,-64.000-9.000 0-16,63.000 10.000 0 0,-63.000-10.000 0 0,65.000 7.000 0 15,-31.000-3.000 0-15,1.000-1.000 0 0,2.000 1.000 0 0,-2.000-1.000 0 16,-3.000 0.000 0-16,0.000-1.000 0 0,3.000 1.000 0 0,-4.000-1.000 0 16,2.000-1.000 736-16,-1.000 0.000 240 0,0.000 1.000 48 0,-1.000-1.000 16 15,5.000 1.000-1664 1,-2.000-1.000-336-16,4.000 2.000-64 0,-2.000-2.000 0 0,2.000 1.000 816 0,-2.000 1.000 208 0,0.000-1.000 0 0,0.000 0.000 0 0,-3.000-2.000 0 0,2.000 0.000 0 16,3.000 0.000 0-16,2.000-2.000 0 0,0.000 1.000 0 0,3.000-1.000 0 15,4.000 1.000 0-15,-4.000-1.000 0 0,-6.000 1.000 0 0,1.000 0.000 0 16,-2.000-1.000 128-16,0.000 1.000-128 0,1.000 1.000 0 0,-2.000 0.000 0 15,-6.000 0.000 0-15,8.000 0.000 0 0,3.000-2.000 0 0,5.000 1.000 0 16,-1.000 1.000 0-16,-4.000 1.000 0 0,-4.000 0.000 0 0,-2.000 0.000 0 16,0.000 0.000 0-16,0.000 1.000 0 0,1.000 0.000 704 0,-1.000 0.000 256 15,2.000 0.000 32-15,1.000-1.000 16 16,3.000 1.000-1632-16,0.000 1.000-320 0,-5.000 1.000-64 0,2.000-1.000-16 0,-6.000 0.000 1664 0,-1.000 1.000 320 0,-30.000-4.000 64 16,56.000 6.000 0-1,-56.000-6.000-1632-15,61.000 6.000-336 0,-31.000-4.000-64 0,4.000 0.000-16 0,-1.000 0.000 832 0,4.000-1.000 192 0,0.000 0.000 0 0,1.000-1.000 0 16,-2.000 2.000 0-16,-2.000-2.000 0 0,0.000 0.000 0 0,-1.000 0.000 0 15,0.000 1.000 880-15,-3.000 0.000 160 0,-1.000 0.000 48 0,2.000 0.000 0 32,5.000 0.000-1600-32,4.000 0.000-304 0,0.000 1.000-64 0,0.000 0.000-16 0,-4.000 0.000 896 0,-3.000 0.000 0 0,-2.000-1.000 0 0,1.000 1.000 192 15,3.000-1.000-192-15,0.000-2.000 0 0,0.000 1.000 0 0,2.000 0.000 0 16,4.000 0.000 0-16,-1.000 0.000 0 0,-1.000 0.000 0 0,4.000-1.000 128 16,-3.000 2.000-128-16,-1.000-1.000 0 0,-5.000-2.000 144 0,2.000 1.000-144 15,0.000 2.000 0-15,0.000 0.000 144 0,2.000 1.000-144 0,3.000 0.000 0 16,2.000-1.000 144-16,1.000 0.000-144 0,-1.000 1.000 0 0,0.000-2.000 144 15,-4.000 1.000-144-15,-1.000 0.000 0 0,-1.000-2.000 0 0,2.000 0.000 128 16,0.000 1.000-128-16,0.000 0.000 0 0,4.000-3.000 0 0,0.000 3.000 0 16,2.000 0.000 0-16,-5.000-1.000 0 0,3.000 1.000 0 0,-3.000 0.000 0 0,0.000-1.000 0 0,0.000 0.000 0 15,2.000-1.000 0-15,1.000 0.000 0 0,3.000 0.000 0 0,4.000 1.000 0 16,-1.000 0.000 0-16,-2.000 0.000 0 0,-5.000 1.000 0 0,-1.000 0.000 0 16,2.000 0.000 0-16,-1.000 1.000 0 0,-2.000-1.000 0 0,5.000 0.000 0 15,1.000 1.000 0-15,0.000 0.000 0 0,1.000 1.000 0 0,-4.000 1.000 0 16,-3.000-1.000 0-16,0.000 0.000 0 0,0.000 1.000-128 0,-3.000 0.000 128 15,-4.000-1.000 0-15,6.000 1.000 0 0,7.000 1.000 0 0,2.000 0.000 0 16,0.000 0.000 0-16,-3.000 0.000 0 0,1.000-2.000 0 0,-4.000 0.000 0 16,-2.000-1.000 0-16,3.000 1.000 0 0,2.000 0.000 0 0,-4.000 0.000 0 15,-4.000 0.000 0-15,7.000 0.000 0 0,4.000 0.000 0 0,0.000-1.000 0 0,-4.000 1.000 0 0,-1.000-1.000 0 16,-1.000 3.000 0-16,-2.000-1.000 0 16,0.000 1.000 0-16,3.000 0.000 0 0,1.000 1.000 0 0,2.000-1.000 0 0,-1.000 1.000 0 0,-1.000-3.000 0 15,-4.000 0.000-160-15,-3.000 0.000 160 0,5.000-1.000 0 0,-1.000-1.000-144 16,0.000 3.000 144-16,5.000-1.000 0 0,7.000-1.000 0 0,-1.000-1.000 0 15,-8.000-2.000 0-15,-1.000 0.000 0 0,3.000 0.000 0 0,1.000-1.000 0 16,-1.000 2.000 0-16,0.000 0.000 0 0,1.000 3.000 0 0,-1.000-1.000 0 16,2.000 0.000 0-16,-3.000-2.000 0 0,-3.000 1.000 0 0,-3.000-2.000 0 15,1.000 3.000 0-15,-3.000 0.000 0 0,1.000-1.000 0 0,0.000 2.000 0 16,3.000 1.000 0-16,-5.000-1.000 0 0,-2.000-1.000 0 0,2.000 1.000 0 16,5.000-2.000 0-16,2.000-1.000 0 0,0.000 1.000 0 0,-4.000 0.000 0 15,-1.000 0.000 0-15,-1.000 1.000 0 0,0.000 0.000 0 16,1.000 0.000 0-16,2.000 1.000 0 0,0.000-1.000 0 0,-3.000-1.000 0 0,0.000 2.000 0 0,-3.000-4.000 0 0,-3.000 4.000 0 15,0.000-2.000 0-15,-4.000 0.000 0 0,2.000 1.000 0 0,-2.000 0.000 0 16,3.000 1.000 0-16,-1.000 0.000 0 0,3.000 1.000 0 0,0.000-1.000 0 16,0.000 0.000 0-16,2.000-1.000 0 0,-1.000 1.000 0 0,-4.000-3.000 0 15,0.000 0.000 0-15,0.000 1.000 0 0,0.000 0.000 0 0,1.000-1.000 0 16,-3.000 1.000 0-16,2.000-1.000 0 0,-2.000 1.000 0 0,0.000 0.000 0 16,3.000 0.000 0-16,1.000 0.000 0 0,1.000 0.000 0 0,-1.000 0.000 0 15,-1.000-1.000 0-15,-3.000 0.000 0 0,-3.000 1.000 0 0,3.000 1.000 0 16,-27.000-1.000 0-16,47.000-1.000 0 0,-22.000 0.000 0 0,-25.000 1.000 0 15,48.000 0.000 0-15,-48.000 0.000 0 0,45.000 1.000 0 0,-45.000-1.000 0 16,48.000 2.000 0-16,-21.000 0.000 0 0,-1.000-1.000 0 0,1.000 0.000 0 16,0.000 0.000 0-16,1.000-1.000 0 0,-3.000-1.000 0 0,2.000 2.000 0 0,-3.000-2.000 0 15,-24.000 1.000-128-15,45.000 0.000 128 0,-45.000 0.000 0 0,43.000 0.000 0 0,-43.000 0.000 0 16,43.000-1.000 0-16,-43.000 1.000 0 0,43.000-1.000 0 0,-43.000 1.000 0 16,43.000 1.000 0-16,-43.000-1.000 0 0,44.000 1.000 0 0,-18.000-1.000 0 15,0.000 1.000 0-15,-26.000-1.000 0 0,36.000 1.000 0 0,-36.000-1.000 0 16,38.000-1.000 0-16,-14.000 0.000 0 0,-3.000-1.000 0 0,3.000 1.000 0 15,0.000 0.000 0-15,0.000-1.000 0 0,0.000 1.000 0 0,-1.000 0.000 0 16,-23.000 1.000 0-16,44.000-2.000 0 0,-20.000 1.000 0 16,0.000 1.000 0-16,0.000-1.000 0 0,0.000 1.000 0 0,2.000 0.000 0 0,-4.000-1.000 0 15,-22.000 1.000 0-15,43.000-1.000 0 0,-43.000 1.000 0 0,39.000-2.000 0 16,-39.000 2.000 0-16,33.000-2.000-128 0,-33.000 2.000 128 0,37.000 0.000 0 16,-37.000 0.000 0-16,34.000 0.000 0 0,-34.000 0.000 0 0,32.000-2.000 0 0,-32.000 2.000 0 0,38.000-2.000 0 15,-38.000 2.000 0-15,42.000-2.000 0 0,-20.000 1.000 0 0,1.000-1.000 0 16,3.000 1.000 0-16,2.000-1.000 0 0,-1.000 0.000 0 0,-1.000 0.000 0 15,-2.000 0.000 0-15,-24.000 2.000 128 0,39.000-3.000-128 0,-39.000 3.000 0 16,31.000-4.000 0-16,-31.000 4.000 0 0,29.000-2.000 0 0,-29.000 2.000 0 16,27.000-1.000 0-16,-27.000 1.000 0 0,23.000-1.000 0 0,-23.000 1.000 0 15,0.000 0.000 0-15,27.000-1.000 0 0,-27.000 1.000 0 0,0.000 0.000 0 16,0.000 0.000 0-16,24.000 0.000 0 0,-24.000 0.000 0 0,0.000 0.000 0 16,0.000 0.000 0-16,0.000 0.000 0 0,0.000 0.000 0 0,0.000 0.000 0 15,0.000 0.000 0-15,0.000 0.000 0 16,0.000 0.000 0-16,0.000 0.000-128 0,0.000 0.000 128 0,0.000 0.000 0 0,0.000 0.000-336 0,0.000 0.000 16 15,0.000 0.000 0-15,0.000 0.000-13952 0</inkml:trace>
  <inkml:trace contextRef="#ctx0" brushRef="#br0">16507.000 12969.000 31327 0,'0.000'0.000'1392'0,"0.000"0.000"272"0,0.000 0.000-1328 0,0.000 0.000-336 0,0.000 0.000 0 0,0.000 0.000 0 0,0.000 0.000 256 0,0.000 0.000 0 0,0.000 0.000-16 0,0.000 0.000 0 0,0.000 0.000 544 0,0.000 0.000 112 16,0.000 0.000 32-16,0.000 0.000 0 0,0.000 0.000-400 0,0.000 0.000-80 15,0.000 0.000 0-15,0.000 0.000-16 0,0.000 0.000-192 0,0.000 0.000-48 16,0.000 0.000 0-16,22.000 38.000 0 0,-22.000-38.000 0 0,0.000 0.000-16 15,27.000 23.000 0-15,-27.000-23.000 0 0,26.000 18.000 32 0,-26.000-18.000 16 16,30.000 22.000 0-16,-30.000-22.000 0 16,35.000 22.000-224-16,-35.000-22.000 0 0,34.000 22.000 128 0,-34.000-22.000-128 0,32.000 24.000 0 0,-32.000-24.000 0 15,29.000 16.000 0-15,-29.000-16.000 0 0,0.000 0.000 0 0,30.000 21.000 0 16,-30.000-21.000 0-16,0.000 0.000 0 0,0.000 0.000 0 0,0.000 0.000 0 16,0.000 0.000 0-16,26.000 20.000 0 0,-26.000-20.000 128 0,0.000 0.000-128 15,0.000 0.000 0-15,0.000 0.000 0 0,0.000 0.000 208 0,0.000 0.000-48 16,0.000 0.000-16-16,-31.000 26.000 0 0,9.000-12.000 304 0,-10.000 6.000 48 0,-3.000 0.000 16 0,-10.000 6.000 0 15,-13.000 7.000-672-15,-17.000 5.000-128 0</inkml:trace>
  <inkml:trace contextRef="#ctx0" brushRef="#br0">9852.000 9317.000 23039 0,'0.000'1.000'2048'0,"0.000"-1.000"-1648"0,0.000 0.000-400 0,0.000-1.000 0 0,0.000 1.000 176 0,0.000 1.000-48 16,0.000 0.000-128-16,0.000 0.000 192 0,0.000-1.000 368 0,0.000 0.000 64 0,0.000 2.000 16 0,0.000-2.000 0 15,0.000 0.000-512-15,0.000 0.000-128 16,0.000 0.000 0-16,0.000 1.000 0 0,0.000-1.000 208 0,0.000 0.000-16 0,0.000 1.000-16 0,0.000 0.000 0 16,3.000 3.000 64-16,-3.000 0.000 16 0,0.000-4.000 0 0,0.000 0.000 0 15,0.000 0.000-256-15,0.000 0.000 0 0,10.000 51.000 0 0,-10.000-51.000 0 16,0.000 0.000 144-16,6.000 48.000-144 0,-6.000-48.000 128 0,0.000 0.000-128 16,5.000 52.000 448-16,-5.000-52.000 16 0,0.000 0.000 0 15,3.000 63.000 0-15,-3.000-63.000 496 0,3.000 42.000 112 0,-3.000-42.000 16 0,5.000 52.000 0 16,-5.000-52.000-864-16,8.000 65.000-224 0,-8.000-65.000 0 0,10.000 69.000 0 15,-10.000-69.000 144-15,11.000 70.000-144 0,-11.000-70.000 160 0,11.000 60.000-160 16,-11.000-60.000 192-16,11.000 68.000-64 0,-11.000-68.000-128 0,15.000 78.000 192 16,-9.000-33.000-64-16,1.000 1.000 0 0,-1.000 3.000-128 0,0.000 0.000 192 0,-1.000-5.000 192 15,-2.000-1.000 48-15,2.000 4.000 0 0,0.000 2.000 0 0,1.000 4.000 480 0,-1.000 2.000 112 16,2.000 1.000 0-16,-4.000-3.000 16 0,3.000-3.000-848 0,-3.000-7.000-192 16,-3.000-43.000 0-16,5.000 84.000 0 0,0.000-33.000 0 0,-2.000 4.000 0 15,-1.000 4.000 0-15,1.000-5.000 0 0,0.000-1.000 0 0,0.000-10.000 0 16,-3.000-43.000 0-16,5.000 77.000 0 0,0.000-22.000 0 0,0.000 11.000 0 15,1.000 8.000 0-15,-1.000-2.000 0 0,1.000-2.000 192 0,-2.000-5.000 96 16,1.000-5.000 16-16,2.000 0.000 0 0,-2.000 0.000-64 0,2.000 1.000-16 16,-1.000 2.000 0-16,-1.000 3.000 0 0,-2.000-3.000-224 0,0.000 5.000 0 15,0.000 9.000 0-15,1.000-1.000 0 0,-1.000-1.000 176 0,0.000-11.000-16 16,3.000-15.000 0-16,-1.000-1.000 0 0,0.000 0.000-160 0,0.000 4.000 160 16,3.000 4.000-160-16,-2.000 2.000 160 0,-1.000 2.000-160 0,0.000 3.000 0 15,1.000 5.000 0-15,-1.000-2.000 0 0,-2.000 1.000 0 0,2.000-6.000 0 0,0.000-6.000 0 0,1.000 0.000 0 16,-1.000 1.000 0-16,-2.000 0.000 0 0,2.000 4.000 0 0,-2.000 5.000 0 15,-1.000 4.000 0-15,1.000-12.000 0 0,2.000-13.000 0 0,-4.000 4.000 0 16,2.000 7.000 0-16,-1.000 7.000 0 0,1.000 4.000 0 0,-3.000 2.000 0 16,2.000-1.000 0-16,0.000-11.000 0 0,-1.000-13.000 0 0,-1.000 5.000 0 15,0.000 9.000 0-15,0.000 8.000 0 16,0.000 3.000 0-16,0.000-1.000 0 0,-1.000-1.000 0 0,-1.000-7.000 0 0,2.000-15.000 0 0,-2.000 4.000 0 16,1.000 10.000 0-16,-1.000 6.000 0 0,2.000 0.000 0 0,-2.000-3.000 0 15,2.000-2.000 0-15,0.000-7.000 0 0,0.000-7.000 0 0,0.000 2.000 0 0,2.000 3.000 0 16,0.000 3.000 0-16,1.000 1.000 0 0,-1.000 0.000 0 0,1.000-3.000 0 15,0.000 0.000 0-15,2.000 2.000 0 0,-1.000 1.000 0 0,0.000 6.000 0 0,-1.000-2.000 0 16,0.000 2.000 0-16,-1.000-7.000 0 0,1.000-3.000 0 0,0.000-12.000 0 16,-3.000-38.000 0-16,5.000 66.000 0 0,-2.000-21.000 0 0,0.000 9.000 0 15,1.000 7.000 0-15,-1.000-3.000 0 0,0.000-2.000 0 0,0.000-4.000 0 16,0.000-3.000 0-16,-1.000-3.000 0 0,-1.000-2.000 0 0,1.000 1.000 0 16,-2.000-1.000 0-16,0.000 3.000 0 0,2.000 2.000-128 0,-2.000-2.000 128 15,1.000-4.000 0-15,-1.000-4.000 0 0,2.000-2.000 0 0,-2.000-1.000 0 16,0.000-2.000 0-16,0.000 4.000 0 0,0.000 2.000 0 0,0.000 2.000 0 15,-2.000 1.000 0-15,2.000-1.000 0 0,-1.000-2.000 0 0,-1.000-3.000 0 16,0.000-7.000 0-16,-1.000 1.000 0 0,1.000 3.000 0 0,1.000 0.000 0 16,-3.000 4.000 0-16,2.000-1.000 0 15,0.000 0.000 0-15,2.000-3.000 0 0,0.000-1.000 0 0,0.000-33.000 0 0,2.000 56.000 0 0,-2.000-56.000 0 0,0.000 49.000 0 16,0.000-49.000 0-16,2.000 44.000 0 0,-2.000-44.000 0 0,1.000 41.000 0 0,-1.000-41.000 0 16,3.000 37.000 0-16,-3.000-37.000 0 0,3.000 34.000 0 0,-3.000-34.000 0 15,2.000 34.000 0-15,-2.000-34.000 0 16,0.000 0.000 0-16,5.000 45.000 0 0,-5.000-45.000 0 0,0.000 0.000 0 0,6.000 32.000 0 0,-6.000-32.000-18800 15</inkml:trace>
  <inkml:trace contextRef="#ctx0" brushRef="#br0">9841.000 9341.000 19343 0,'0.000'0.000'1728'0,"0.000"0.000"-1392"0,0.000 0.000-336 0,0.000 0.000 0 0,0.000 0.000 496 0,0.000 0.000 16 0,0.000 0.000 16 0,-2.000 0.000 0 0,2.000 0.000 1264 0,0.000 1.000 256 0,0.000 0.000 64 0,-1.000 0.000 0 15,-1.000 1.000-1024-15,0.000 0.000-208 0,2.000 1.000-48 0,-3.000 0.000 0 16,0.000 1.000-448-16,0.000 1.000-112 0,-2.000 2.000-16 0,5.000-7.000 0 16,-8.000 17.000 272-16,0.000-6.000 48 0,0.000 1.000 16 0,0.000 2.000 0 15,8.000-14.000-208-15,-16.000 26.000-32 16,6.000-13.000-16-16,10.000-13.000 0 0,-17.000 28.000-176 0,17.000-28.000-32 16,-13.000 19.000-128-16,13.000-19.000 192 0,-11.000 17.000-192 0,11.000-17.000 0 0,0.000 0.000 0 0,-13.000 16.000 0 0,13.000-16.000 0 0,-8.000 7.000 0 15,5.000-5.000 0-15,1.000-1.000 0 0,-1.000 0.000-160 16,1.000 0.000-32-16,-1.000 0.000 0 0,-3.000 0.000-15808 15</inkml:trace>
  <inkml:trace contextRef="#ctx0" brushRef="#br0">9828.000 9366.000 36863 0,'0.000'0.000'3264'0,"0.000"0.000"-2608"16,0.000 0.000-528-16,0.000 0.000-128 0,0.000 0.000 0 0,0.000 0.000 0 0,3.000-1.000 0 0,-3.000 1.000 0 15,0.000-1.000 960-15,2.000 1.000 144 0,-1.000 0.000 48 0,-1.000 1.000 0 16,0.000-1.000-640-16,2.000 0.000-128 0,1.000 1.000-32 0,-1.000 1.000 0 16,-2.000-2.000-352-16,0.000 0.000 0 0,0.000 0.000 0 0,0.000 0.000 0 15,32.000 15.000 0-15,-32.000-15.000 0 0,0.000 0.000 0 0,35.000 21.000 0 16,-35.000-21.000 0-16,0.000 0.000 0 0,39.000 23.000 0 0,-39.000-23.000 0 31,0.000 0.000 0-31,35.000 25.000 0 0,-35.000-25.000 0 0,0.000 0.000 0 16,35.000 26.000 0-16,-35.000-26.000 0 0,0.000 0.000 0 0,33.000 24.000 0 15,-33.000-24.000 0-15,0.000 0.000 0 0,0.000 0.000 0 0,31.000 24.000-128 0,-31.000-24.000-16 0,0.000 0.000 0 16,0.000 0.000 0-16</inkml:trace>
  <inkml:trace contextRef="#ctx0" brushRef="#br1">7910.000 13047.000 15663 0,'0.000'0.000'1392'0,"0.000"0.000"-1120"0,0.000 0.000-272 0,0.000 0.000 0 0,0.000 0.000 1280 0,0.000 0.000 208 0,0.000 0.000 48 0,0.000-2.000 0 0,0.000 2.000 512 0,0.000 0.000 96 15,3.000-3.000 32-15,-3.000 3.000 0 0,0.000 0.000-960 0,0.000-3.000-192 16,0.000 3.000-48-16,0.000 0.000 0 0,0.000 0.000-656 0,0.000 0.000-144 15,0.000 0.000-32-15,0.000 0.000 0 0,0.000 0.000-144 0,0.000 0.000 0 16,0.000 0.000 0-16,0.000 0.000 0 0,0.000 0.000 272 0,0.000 0.000 32 0,0.000 0.000 0 0,0.000 0.000 0 16,18.000 36.000 192-16,-18.000-36.000 32 0,0.000 0.000 16 0,0.000 0.000 0 15,0.000 0.000-128-15,0.000 0.000-32 0,0.000 0.000 0 0,6.000 37.000 0 16,-6.000-37.000-240-16,0.000 0.000-144 0,0.000 0.000 160 0,0.000 0.000-160 16,0.000 0.000 128-16,0.000 0.000-128 0,0.000 0.000 0 0,0.000 0.000 0 15,0.000 0.000 320-15,0.000 0.000-48 0,-1.000-2.000 0 0,1.000 2.000 0 16,-2.000-6.000 176-16,0.000-2.000 16 0,2.000-2.000 16 0,-1.000-2.000 0 15,-1.000-3.000-480-15,2.000-2.000 0 0,2.000-1.000 0 0,-1.000 3.000 0 16,1.000 1.000-528 0,1.000 3.000-48-16,-1.000 1.000-16 0,-1.000 3.000 0 15,1.000 3.000 96-15,0.000 1.000 32 0,-2.000 3.000 0 0,0.000 0.000 0 0,0.000 0.000 464 0,0.000 0.000 0 0,0.000 0.000 0 0,0.000 0.000 0 0,0.000 0.000 240 0,0.000 0.000 32 16,0.000 0.000 16-16,0.000 0.000 0 0,0.000 0.000-48 0,0.000 0.000-16 16,0.000 0.000 0-16,0.000 0.000 0 15,0.000 0.000-96-15,0.000 0.000-128 0,3.000 36.000 176 0,-3.000-36.000-176 0,0.000 0.000 128 16,0.000 0.000-128-16,0.000 0.000 0 0,-2.000 33.000 0 0,2.000-33.000 128 0,0.000 0.000-128 15,0.000 0.000 0-15,0.000 0.000 0 0,0.000 0.000 0 0,0.000 0.000 0 16,0.000 0.000 0-16,0.000 0.000 0 0,0.000 0.000 0 0,0.000 0.000 0 16,0.000 0.000 0-16,0.000 0.000-192 0,0.000 0.000 0 0,0.000 0.000 0 15,0.000 0.000 0-15,0.000 0.000 0 0,-6.000 2.000 64 0,6.000-10.000 128 16,0.000 0.000-208-16,1.000-3.000 80 16,1.000-1.000-944-16,1.000 0.000-176 0,-1.000 1.000-32 0,1.000 2.000-16 31,0.000 4.000 480-31,-1.000 1.000 112 0,-1.000 2.000 0 0,-1.000 2.000 16 0,0.000 0.000 928 0,0.000 0.000 176 0,0.000 0.000 32 0,0.000 0.000 16 15,0.000 0.000 496-15,0.000 0.000 112 0,0.000 0.000 16 0,0.000 0.000 0 0,0.000 0.000-240 0,-3.000 34.000-32 0,3.000-34.000-16 0,0.000 0.000 0 16,0.000 0.000-368-16,-6.000 28.000-80 0,6.000-28.000-16 0,0.000 0.000 0 16,0.000 0.000-192-16,-8.000 26.000-144 0,8.000-26.000 192 0,0.000 0.000-192 15,0.000 0.000 128-15,0.000 0.000-128 0,0.000 0.000 0 0,0.000 0.000 0 16,0.000 0.000 0-16,0.000 0.000 0 0,0.000 0.000 0 0,0.000 0.000 0 16,-8.000 21.000 0-16,8.000-21.000-256 15,0.000 0.000 64-15,0.000 0.000-17696 0</inkml:trace>
  <inkml:trace contextRef="#ctx0" brushRef="#br1">7118.000 13523.000 34095 0,'0.000'0.000'3024'0,"0.000"0.000"-2416"0,0.000 0.000-480 0,0.000 0.000-128 0,0.000 0.000 384 0,0.000 0.000 48 0,0.000 0.000 16 0,0.000 0.000 0 0,0.000 0.000 896 0,0.000 0.000 176 16,0.000 0.000 32-16,0.000 0.000 16 0,0.000 0.000-1104 0,0.000 0.000-208 16,0.000 0.000-64-16,0.000 0.000 0 0,0.000 0.000-64 0,0.000 0.000 0 15,0.000 0.000-128-15,32.000 2.000 192 0,-32.000-2.000-192 0,0.000 0.000 0 16,40.000-3.000 0-16,-40.000 3.000 0 0,0.000 0.000 0 0,36.000-1.000 128 15,-36.000 1.000-128-15,0.000 0.000 0 0,33.000 3.000 0 0,-33.000-3.000 0 16,0.000 0.000 0-16,0.000 0.000 0 0,32.000 4.000 0 0,-32.000-4.000 0 16,0.000 0.000 0-16,0.000 0.000 0 0,0.000 0.000 0 0,32.000 5.000 0 0,-32.000-5.000 0 0,0.000 0.000 0 15,0.000 0.000 0-15,0.000 0.000 0 0,0.000 0.000 0 0,0.000 0.000 0 16,0.000 0.000-192-16,0.000 0.000-48 0,0.000 0.000 0 0,0.000 0.000-18416 16</inkml:trace>
  <inkml:trace contextRef="#ctx0" brushRef="#br1">7419.000 13365.000 31327 0,'0.000'-1.000'1392'0,"0.000"1.000"272"0,0.000 0.000-1328 0,0.000 0.000-336 0,0.000 0.000 0 0,0.000 0.000 0 0,0.000 0.000 0 0,0.000 0.000 0 16,0.000 0.000 0-16,0.000 0.000 0 0,0.000 0.000 1024 0,0.000 0.000 224 15,0.000 0.000 48-15,38.000 27.000 16 16,-38.000-27.000-976-16,0.000 0.000-192 0,0.000 0.000-144 0,0.000 0.000 192 0,26.000 38.000-192 0,-26.000-38.000 0 15,0.000 0.000 0-15,0.000 0.000 128 0,10.000 41.000 16 0,-10.000-41.000 0 16,0.000 0.000 0-16,-2.000 43.000 0 0,2.000-43.000 96 0,-8.000 31.000 16 16,8.000-31.000 0-16,-10.000 32.000 0 0,10.000-32.000-256 0,-12.000 31.000 0 15,12.000-31.000 0-15,-16.000 28.000-160 0,16.000-28.000 160 0,-15.000 23.000 0 16,15.000-23.000 0-16,-14.000 17.000 0 0,6.000-9.000 192 0,-3.000 1.000 64 0,-1.000-1.000 0 16,2.000-1.000 16-16,-2.000-2.000 240 0,1.000 0.000 32 0,-2.000 1.000 16 0,3.000-3.000 0 15,-2.000 1.000-176-15,3.000-2.000-48 0,3.000 0.000 0 0,0.000-1.000 0 16,1.000-1.000-32-16,2.000 1.000-16 0,3.000-1.000 0 15,-5.000 0.000 0-15,5.000 0.000 16 0,-2.000-1.000 0 0,2.000 1.000 0 0,0.000 0.000 0 16,0.000 0.000-32-16,0.000-2.000 0 16,0.000 2.000 0-16,0.000 0.000 0 0,0.000 0.000-64 0,0.000 0.000-16 0,0.000 0.000 0 0,0.000 0.000 0 15,0.000 0.000-192-15,0.000 0.000 128 0,0.000 0.000-128 0,0.000 0.000 0 16,0.000 0.000 0-16,15.000-6.000 0 0,-15.000 6.000 0 0,0.000 0.000 0 16,30.000-9.000 0-16,-30.000 9.000 0 0,24.000-5.000 0 0,-24.000 5.000 0 15,29.000-4.000 0-15,-29.000 4.000 0 0,30.000-5.000 0 0,-30.000 5.000 0 16,28.000-4.000 0-16,-28.000 4.000 0 0,0.000 0.000 0 0,36.000-6.000 0 0,-36.000 6.000 0 15,0.000 0.000 0-15,0.000 0.000 0 0,29.000-4.000 0 0,-29.000 4.000 0 0,0.000 0.000 0 16,0.000 0.000 0-16,0.000 0.000 0 0,0.000 0.000 0 0,27.000-2.000 0 16,-27.000 2.000 0-16,0.000 0.000 0 0,0.000 0.000 0 0,0.000 0.000 0 15,0.000 0.000 0-15,0.000 0.000 0 0,0.000 0.000 0 0,0.000 0.000 0 16,0.000 0.000 0-16,0.000 0.000 0 16,0.000 0.000-128-16,0.000 0.000-80 0,0.000 0.000-16 0,0.000 0.000-19872 15</inkml:trace>
  <inkml:trace contextRef="#ctx0" brushRef="#br1">7905.000 13762.000 40543 0,'0.000'0.000'1792'0,"0.000"0.000"384"0,0.000 0.000-1744 0,0.000 0.000-432 0,0.000 0.000 0 0,0.000 0.000 0 0,0.000 0.000 176 0,-14.000 2.000-48 0,14.000-2.000-128 0,0.000 0.000-18048 16</inkml:trace>
  <inkml:trace contextRef="#ctx0" brushRef="#br1">7961.000 13084.000 3679 0,'0.000'1.000'320'0,"0.000"-1.000"-320"0,0.000 0.000 0 0,0.000 0.000 0 0,-1.000 0.000 912 0,1.000 0.000 112 0,-2.000 1.000 32 0,2.000 0.000 0 0,-2.000 0.000 624 0,2.000 0.000 128 15,-1.000 0.000 32-15,1.000 0.000 0 0,-2.000-1.000-784 0,2.000 0.000-160 16,0.000 0.000-16-16,0.000 0.000-16 0,0.000 0.000 80 0,0.000 0.000 16 15,-3.000 0.000 0-15,3.000 0.000 0 16,0.000-1.000 48-16,0.000 1.000 16 16,-1.000 0.000 0-16,1.000 0.000 0 0,-2.000 0.000-176 0,2.000 0.000-16 0,-2.000-1.000-16 0,2.000 1.000 0 0,-1.000 0.000-80 0,-1.000 0.000-16 15,2.000-1.000 0-15,0.000 1.000 0 0,-2.000-1.000 0 0,2.000 1.000 0 16,-1.000-1.000 0-16,1.000 0.000 0 0,0.000 0.000-192 0,0.000-1.000-32 16,-2.000 0.000-16-16,2.000 0.000 0 0,0.000 0.000-304 0,0.000-2.000-176 15,-1.000 1.000 192-15,1.000 0.000-192 0,-2.000-1.000 176 0,2.000 0.000-176 16,0.000 1.000 160-16,-2.000 0.000-160 15,2.000-2.000 144-15,0.000 1.000-144 16,0.000 1.000 128-16,0.000-1.000-128 0,0.000 0.000 144 0,0.000-1.000-144 0,0.000 0.000 160 16,0.000 0.000-160-16,2.000-1.000 128 0,-2.000 1.000-128 0,2.000-2.000 0 0,-1.000 0.000 144 0,-1.000 2.000-144 0,2.000-1.000 0 0,-2.000-1.000 0 0,1.000 1.000 0 15,1.000 1.000 0-15,-2.000 1.000 0 0,2.000-1.000 0 0,-1.000-2.000 0 16,-1.000 2.000 400-16,0.000 0.000 0 0,2.000-1.000 0 0,-2.000-1.000 0 16,3.000 1.000-32-16,-3.000-1.000-16 0,3.000-1.000 0 0,-3.000 2.000 0 15,2.000 0.000-352-15,-1.000 0.000 144 0,-1.000-2.000-144 0,0.000 1.000 0 31,2.000-1.000 144-31,-2.000-1.000-144 0,2.000 2.000 0 0,-1.000-2.000 144 16,1.000 0.000-144-16,-2.000 1.000 192 0,1.000 0.000-192 0,1.000-1.000 192 16,0.000 0.000-192-16,-1.000 1.000 0 0,1.000-1.000 0 0,-2.000 1.000 128 15,2.000-2.000-128-15,-1.000 2.000 0 0,-1.000-1.000 0 0,0.000-1.000 128 0,3.000 2.000-128 16,-3.000 0.000 160-16,2.000-2.000-160 0,-1.000 1.000 160 0,1.000 1.000-32 16,-2.000-1.000-128-16,3.000 2.000 192 0,-3.000-1.000-64 0,2.000-3.000-128 0,-2.000 1.000 128 15,3.000-1.000-128-15,-1.000 0.000 128 0,-1.000 1.000-128 0,3.000-1.000 0 16,0.000 0.000 0-16,-1.000 0.000 0 0,-3.000-2.000 0 0,4.000 2.000 0 15,-1.000-1.000 0-15,0.000 1.000 0 0,0.000 2.000 0 0,-1.000 0.000 0 16,1.000 1.000 0-16,0.000 0.000 0 0,0.000-1.000 0 0,-1.000 1.000 0 16,1.000 0.000 0-16,-3.000-1.000 0 0,3.000 1.000 0 0,-1.000 0.000 128 15,1.000-3.000-128-15,-1.000 1.000 0 0,4.000-1.000 192 0,-3.000 0.000-64 16,1.000 0.000 0-16,0.000 0.000 0 0,0.000-1.000-128 0,-1.000 1.000 0 16,3.000-1.000 0-16,-3.000 2.000 0 0,1.000 0.000 0 0,0.000-1.000 0 15,0.000 2.000 0-15,-1.000-2.000 0 0,3.000 2.000 0 0,-1.000-4.000 0 16,1.000-1.000 0-16,1.000-1.000 0 0,2.000 3.000 0 0,-1.000-4.000 0 0,1.000-2.000 0 0,0.000 2.000 0 15,2.000-2.000 0-15,-1.000 0.000 0 0,1.000 1.000 0 0,0.000 1.000 0 16,-3.000 2.000 0-16,2.000-1.000 0 0,1.000 0.000 0 0,0.000 0.000 0 16,0.000 1.000 0-16,-1.000 0.000 0 0,1.000 0.000 0 0,-1.000 1.000 0 15,-2.000 0.000 0-15,0.000 3.000 0 0,-2.000 1.000 0 0,-1.000-1.000 0 16,2.000 3.000 0-16,-3.000 0.000 0 0,2.000 0.000 0 0,-2.000-1.000 0 16,1.000 0.000 0-16,0.000-2.000 0 0,2.000 0.000 0 0,-2.000 0.000 0 15,2.000 0.000 0-15,-1.000 0.000 0 0,2.000-3.000 0 0,0.000-1.000 0 16,0.000 0.000 0-16,1.000-1.000 0 0,-2.000 0.000 0 0,3.000 0.000 0 15,2.000 0.000 0-15,-3.000 1.000 0 0,1.000-1.000 0 0,-3.000 2.000 0 16,1.000 2.000 0-16,0.000 0.000 0 0,0.000 0.000 0 0,-1.000 1.000 0 0,0.000 0.000 0 16,0.000 2.000 0-16,-1.000 1.000 0 0,-1.000-2.000 0 0,3.000 2.000 0 0,-2.000 0.000 0 15,-1.000 0.000 0-15,2.000-2.000 0 0,0.000 2.000 0 0,-2.000 0.000 0 16,2.000-1.000 0-16,0.000 1.000 0 0,-2.000 0.000 0 0,2.000-1.000 0 16,1.000 1.000 0-16,0.000-1.000 0 0,0.000 0.000 0 0,-2.000 1.000 0 15,2.000 0.000 0-15,0.000-2.000 0 0,2.000-1.000 0 0,1.000 0.000 0 16,-3.000-1.000 0-16,3.000 1.000 0 0,-1.000 0.000 0 0,0.000 1.000 0 15,-1.000 1.000 0-15,-1.000-2.000 0 0,0.000 2.000 0 0,0.000 0.000 0 16,-1.000-1.000 0-16,-1.000 1.000 0 0,3.000-1.000 0 0,-4.000 1.000 0 16,2.000 0.000 0-16,-1.000-1.000 0 0,2.000 1.000 0 0,-3.000 0.000 0 15,1.000 0.000 0-15,2.000 1.000 0 0,0.000-1.000 0 0,0.000-1.000 0 16,0.000 2.000 0-16,0.000-1.000 0 0,0.000-2.000 0 0,3.000 1.000 0 0,-1.000 1.000 0 16,-2.000-1.000 0-16,3.000 2.000 0 0,-1.000-1.000 0 0,-1.000 1.000 0 0,-2.000 1.000 0 15,1.000 0.000 0-15,1.000 1.000 0 0,-1.000-2.000 0 0,1.000 1.000 0 16,0.000 0.000 0-16,1.000 1.000 0 0,1.000-2.000 0 0,0.000 0.000 0 15,0.000 2.000 0-15,0.000-2.000 0 0,4.000-1.000 0 0,-1.000 1.000 0 16,-1.000 0.000 0-16,2.000 0.000 0 0,0.000 1.000 0 0,1.000 0.000 0 16,-3.000 1.000 0-16,1.000-3.000 0 0,1.000 2.000 0 0,-1.000-1.000 0 15,-1.000 1.000 0-15,0.000-1.000 0 0,0.000 1.000 0 0,-2.000 1.000 0 16,0.000-1.000 0-16,-1.000 0.000 0 0,0.000 0.000 0 0,0.000 0.000 0 16,0.000 1.000 0-16,1.000-2.000 0 0,-1.000 2.000 0 0,1.000 0.000 0 15,0.000 0.000 0-15,2.000-2.000 0 0,-2.000 2.000 0 0,-1.000-1.000 0 16,4.000 0.000 0-16,-4.000 0.000 0 0,1.000 1.000 0 0,1.000 0.000 0 0,0.000 1.000 0 0,-2.000-1.000 0 15,1.000 0.000 0-15,-1.000 0.000 0 0,-2.000 1.000 0 0,4.000 0.000 0 16,-12.000 4.000 0-16,21.000-7.000 0 0,-11.000 2.000 0 0,-10.000 5.000 0 16,22.000-8.000 0-16,-11.000 4.000 0 0,-11.000 4.000 0 0,24.000-7.000 0 15,-24.000 7.000 0-15,24.000-9.000 0 0,-24.000 9.000 0 0,24.000-8.000 0 16,-12.000 4.000 0-16,0.000 0.000 0 0,0.000-1.000 0 0,-12.000 5.000 0 16,24.000-7.000 0-16,-12.000 3.000 0 0,-12.000 4.000 0 0,24.000-7.000 0 15,-12.000 2.000 0-15,0.000 2.000 0 0,-2.000 0.000 0 0,1.000-1.000 0 16,2.000 1.000 128-16,-2.000-1.000-128 0,0.000 1.000 0 0,1.000 0.000 0 15,-12.000 3.000 0-15,22.000-6.000 0 0,-22.000 6.000 0 0,26.000-6.000 0 16,-12.000 2.000 0-16,-14.000 4.000 0 0,30.000-6.000 0 0,-30.000 6.000 0 16,34.000-7.000 0-16,-34.000 7.000 0 0,37.000-6.000 0 0,-37.000 6.000 0 0,38.000-6.000 0 0,-38.000 6.000 0 15,35.000-5.000 0-15,-35.000 5.000 128 0,40.000-6.000-128 0,-40.000 6.000 0 16,37.000-6.000 0-16,-37.000 6.000 0 0,35.000-5.000 128 0,-35.000 5.000-128 16,34.000-4.000 0-16,-34.000 4.000 0 0,33.000-6.000 0 0,-33.000 6.000 0 15,29.000-2.000 0-15,-29.000 2.000 0 16,0.000 0.000 0-16,40.000 0.000 0 0,-40.000 0.000 0 0,0.000 0.000 0 0,34.000 3.000 0 0,-34.000-3.000 0 15,0.000 0.000 0-15,0.000 0.000 0 0,48.000 12.000 0 0,-48.000-12.000 0 16,0.000 0.000 0-16,44.000 11.000 0 0,-44.000-11.000 0 0,0.000 0.000 0 16,45.000 12.000 0-16,-45.000-12.000 0 0,0.000 0.000 0 0,39.000 11.000 0 15,-39.000-11.000 0-15,0.000 0.000 0 0,38.000 12.000 0 0,-38.000-12.000 0 16,0.000 0.000 0-16,0.000 0.000 0 0,46.000 19.000 0 0,-46.000-19.000 0 16,0.000 0.000 0-16,0.000 0.000 0 0,48.000 21.000 0 0,-48.000-21.000 0 0,0.000 0.000 0 0,37.000 14.000 0 15,-37.000-14.000 0-15,0.000 0.000 0 0,39.000 15.000 0 0,-39.000-15.000 0 16,0.000 0.000 0-16,37.000 12.000 0 0,-37.000-12.000 0 0,0.000 0.000 0 15,36.000 12.000 0-15,-36.000-12.000 0 0,0.000 0.000 0 0,0.000 0.000 0 16,47.000 16.000 0-16,-47.000-16.000 0 0,0.000 0.000 0 0,0.000 0.000 0 16,46.000 19.000 0-16,-46.000-19.000 0 0,0.000 0.000 0 0,0.000 0.000 0 15,43.000 20.000 0-15,-43.000-20.000 0 0,0.000 0.000 0 0,0.000 0.000 0 16,37.000 15.000 0-16,-37.000-15.000 0 0,0.000 0.000 0 0,0.000 0.000 0 16,0.000 0.000 0-16,40.000 14.000 0 0,-40.000-14.000 0 0,0.000 0.000 0 15,0.000 0.000 0-15,0.000 0.000 0 0,0.000 0.000 0 0,40.000 18.000 0 16,-40.000-18.000 0-16,0.000 0.000 0 0,0.000 0.000 0 0,0.000 0.000 0 0,38.000 18.000 0 15,-38.000-18.000 0-15,0.000 0.000 0 0,0.000 0.000 0 0,0.000 0.000 0 0,37.000 17.000 0 16,-37.000-17.000 0-16,0.000 0.000 0 0,0.000 0.000 0 16,0.000 0.000 0-16,37.000 17.000 0 0,-37.000-17.000 0 0,0.000 0.000 0 0,0.000 0.000 0 15,0.000 0.000 0-15,38.000 17.000 0 0,-38.000-17.000 0 0,0.000 0.000 0 16,0.000 0.000 0-16,0.000 0.000 0 0,39.000 19.000 0 0,-39.000-19.000 0 16,0.000 0.000 0-16,0.000 0.000 0 0,0.000 0.000 0 0,36.000 18.000 0 15,-36.000-18.000 0-15,0.000 0.000 0 0,0.000 0.000 0 0,39.000 16.000 0 16,-39.000-16.000 0-16,0.000 0.000 0 0,0.000 0.000 0 0,35.000 13.000 0 15,-35.000-13.000 0-15,0.000 0.000 0 0,0.000 0.000 0 0,34.000 12.000 0 16,-34.000-12.000 0-16,0.000 0.000 0 0,0.000 0.000 0 0,0.000 0.000 0 16,40.000 18.000 0-16,-40.000-18.000 0 0,0.000 0.000 0 0,0.000 0.000 0 0,0.000 0.000 0 15,32.000 19.000 0-15,-32.000-19.000 0 0,0.000 0.000 0 0,0.000 0.000 0 16,41.000 20.000 0-16,-41.000-20.000 0 0,0.000 0.000 0 0,0.000 0.000 0 0,40.000 23.000 0 16,-40.000-23.000 0-16,0.000 0.000 0 0,0.000 0.000 0 0,36.000 20.000 0 15,-36.000-20.000 0-15,0.000 0.000 0 16,0.000 0.000 0-16,36.000 24.000 0 0,-36.000-24.000 0 0,0.000 0.000 0 0,0.000 0.000 0 0,0.000 0.000 0 15,39.000 34.000 0-15,-39.000-34.000 0 0,0.000 0.000 0 0,0.000 0.000 0 16,33.000 32.000 0-16,-33.000-32.000 0 0,0.000 0.000 0 0,0.000 0.000 0 16,40.000 31.000 0-16,-40.000-31.000 0 0,0.000 0.000 0 0,0.000 0.000 0 15,37.000 25.000 0-15,-37.000-25.000 0 0,0.000 0.000 0 0,0.000 0.000 0 16,0.000 0.000 0-16,34.000 30.000 0 0,-34.000-30.000 0 0,0.000 0.000 0 16,0.000 0.000 0-16,0.000 0.000 0 0,33.000 28.000 0 0,-33.000-28.000 0 0,0.000 0.000 0 0,0.000 0.000 0 15,0.000 0.000-128-15,34.000 31.000 128 0,-34.000-31.000 0 0,0.000 0.000 0 16,0.000 0.000 0-16,0.000 0.000 0 0,38.000 34.000 0 0,-38.000-34.000 0 15,0.000 0.000 0-15,0.000 0.000 0 0,0.000 0.000 0 0,31.000 32.000 0 16,-31.000-32.000 0-16,0.000 0.000 0 0,0.000 0.000 0 0,0.000 0.000 0 16,27.000 35.000 0-16,-27.000-35.000 0 0,0.000 0.000 0 0,0.000 0.000 0 15,0.000 0.000 0-15,29.000 42.000 0 0,-29.000-42.000 0 0,0.000 0.000 0 16,0.000 0.000 0-16,0.000 0.000 0 0,30.000 43.000 0 0,-30.000-43.000 0 16,0.000 0.000 0-16,0.000 0.000 0 0,0.000 0.000 0 0,30.000 44.000 0 15,-30.000-44.000 0-15,0.000 0.000 0 0,0.000 0.000 0 0,21.000 37.000 0 16,-21.000-37.000 0-16,0.000 0.000 0 0,0.000 0.000 0 0,0.000 0.000 0 15,24.000 45.000 0-15,-24.000-45.000 0 0,0.000 0.000 0 0,0.000 0.000 0 0,0.000 0.000 0 16,21.000 41.000 0-16,-21.000-41.000 0 0,0.000 0.000 0 16,0.000 0.000 0-16,0.000 0.000 0 0,23.000 42.000 0 0,-23.000-42.000 0 0,0.000 0.000 0 0,0.000 0.000 0 15,0.000 0.000 0-15,15.000 42.000 0 0,-15.000-42.000 0 0,0.000 0.000 0 16,0.000 0.000 0-16,0.000 0.000 0 0,0.000 0.000 0 0,21.000 47.000 0 16,-21.000-47.000 0-16,0.000 0.000 0 0,0.000 0.000 0 0,22.000 45.000 0 15,-22.000-45.000 0-15,0.000 0.000 0 0,0.000 0.000 0 0,23.000 42.000 0 16,-23.000-42.000 0-16,0.000 0.000 0 0,0.000 0.000 0 0,19.000 41.000 0 15,-19.000-41.000 0-15,0.000 0.000 0 16,0.000 0.000 0-16,16.000 38.000 0 0,-16.000-38.000 0 0,0.000 0.000 0 0,0.000 0.000 0 0,18.000 44.000 0 16,-18.000-44.000 0-16,0.000 0.000 0 0,0.000 0.000 0 0,14.000 43.000 0 15,-14.000-43.000 0-15,0.000 0.000 0 0,0.000 0.000 0 0,15.000 41.000 0 0,-15.000-41.000 0 0,0.000 0.000 0 16,0.000 0.000 0-16,0.000 0.000 0 0,12.000 48.000 0 0,-12.000-48.000 0 16,0.000 0.000 0-16,0.000 0.000 0 0,0.000 0.000 0 0,12.000 50.000 0 15,-12.000-50.000 0-15,0.000 0.000 0 16,0.000 0.000 0-16,0.000 0.000 0 0,14.000 51.000 0 0,-14.000-51.000 0 0,0.000 0.000 0 0,0.000 0.000 0 15,10.000 41.000 0-15,-10.000-41.000 0 0,0.000 0.000 0 0,0.000 0.000 0 16,11.000 47.000 0-16,-11.000-47.000 0 0,0.000 0.000 0 0,0.000 0.000 0 16,8.000 44.000 0-16,-8.000-44.000 0 0,0.000 0.000 0 0,0.000 0.000 0 15,3.000 40.000 0-15,-3.000-40.000 0 0,0.000 0.000 0 0,0.000 0.000 0 16,0.000 0.000 0-16,5.000 44.000 0 0,-5.000-44.000 0 0,0.000 0.000 0 16,0.000 0.000 0-16,0.000 0.000 0 0,0.000 0.000 0 0,3.000 45.000 0 15,-3.000-45.000 0-15,0.000 0.000 0 0,0.000 0.000 0 0,0.000 0.000 0 0,0.000 0.000 0 0,3.000 41.000 0 16,-3.000-41.000 0-16,0.000 0.000 0 0,0.000 0.000 0 0,0.000 0.000 0 15,0.000 0.000 0-15,5.000 41.000 0 0,-5.000-41.000 0 0,0.000 0.000 0 16,0.000 0.000 0-16,0.000 0.000 0 0,0.000 0.000 0 0,0.000 0.000 0 16,-4.000 44.000 0-16,4.000-44.000 0 0,0.000 0.000 0 0,0.000 0.000 0 15,0.000 0.000 0-15,0.000 0.000 0 16,-1.000 40.000 240-16,1.000-40.000-48 0,0.000 0.000 0 0,0.000 0.000 0 0,0.000 48.000-192 0,0.000-48.000 0 16,0.000 0.000 0-16,0.000 0.000 0 0,-3.000 47.000 0 0,3.000-47.000 0 15,0.000 0.000 0-15,0.000 0.000 0 0,-3.000 47.000 0 0,3.000-47.000 0 16,0.000 0.000 0-16,0.000 0.000 0 0,-5.000 47.000 0 0,5.000-47.000 0 15,0.000 0.000 0-15,0.000 0.000 0 0,0.000 0.000 0 0,-3.000 45.000 0 16,3.000-45.000 0-16,0.000 0.000 0 0,0.000 0.000 0 0,-2.000 40.000 0 16,2.000-40.000 0-16,0.000 0.000 0 0,0.000 0.000 0 0,0.000 0.000 0 0,-5.000 45.000 0 0,5.000-45.000 0 15,0.000 0.000 0-15,0.000 0.000 0 0,-7.000 41.000 0 0,7.000-41.000 0 16,0.000 0.000 0-16,0.000 0.000 0 0,-7.000 42.000 0 0,7.000-42.000 0 16,0.000 0.000 0-16,-5.000 36.000 0 0,5.000-36.000 0 0,0.000 0.000 0 15,0.000 0.000 0-15,-6.000 40.000 0 0,6.000-40.000 0 0,0.000 0.000 0 16,-8.000 38.000 0-16,8.000-38.000 0 0,0.000 0.000 0 0,-7.000 33.000 0 15,7.000-33.000 0-15,0.000 0.000 0 0,0.000 0.000 0 0,-8.000 40.000 0 16,8.000-40.000 0-16,0.000 0.000 0 0,0.000 0.000 0 0,-9.000 33.000 0 16,9.000-33.000 0-16,0.000 0.000 144 0,0.000 0.000-144 0,0.000 0.000 128 15,-10.000 36.000-128-15,10.000-36.000 192 0,0.000 0.000-192 0,0.000 0.000 192 16,0.000 0.000-192-16,-14.000 33.000 0 0,14.000-33.000 0 0,0.000 0.000 0 0,0.000 0.000 0 0,-10.000 31.000 0 16,10.000-31.000 0-16,0.000 0.000 0 0,0.000 0.000 0 0,-11.000 32.000 0 15,11.000-32.000 0-15,0.000 0.000 0 16,-10.000 27.000 0-16,10.000-27.000 0 0,0.000 0.000 0 0,0.000 0.000 0 0,-15.000 31.000 0 0,15.000-31.000 0 15,0.000 0.000 0-15,-15.000 30.000 0 0,15.000-30.000 0 0,0.000 0.000 0 16,-16.000 32.000 0-16,16.000-32.000 0 0,0.000 0.000 0 0,-13.000 28.000 0 16,13.000-28.000 0-16,0.000 0.000 0 0,-13.000 29.000 0 0,13.000-29.000 0 15,0.000 0.000 0-15,-14.000 29.000 0 0,14.000-29.000 0 0,0.000 0.000 0 16,-13.000 35.000 0-16,13.000-35.000 0 0,0.000 0.000 0 0,-14.000 35.000 0 16,14.000-35.000 0-16,0.000 0.000 0 0,-13.000 35.000 0 0,13.000-35.000 0 15,-13.000 23.000 0-15,13.000-23.000 0 0,-13.000 25.000 0 0,13.000-25.000 0 0,-14.000 26.000 0 16,14.000-26.000 0-16,-13.000 21.000 0 0,13.000-21.000 0 0,0.000 0.000 0 0,-17.000 29.000 0 15,17.000-29.000 0-15,-13.000 17.000 0 0,13.000-17.000 0 0,0.000 0.000 0 16,-13.000 26.000 0-16,13.000-26.000 0 0,-13.000 21.000 0 0,13.000-21.000 0 16,-13.000 24.000 0-16,13.000-24.000 0 0,-16.000 25.000 0 0,16.000-25.000 0 15,-14.000 22.000 0-15,14.000-22.000 0 16,-13.000 23.000 128-16,13.000-23.000-128 0,-16.000 22.000 0 0,16.000-22.000 0 0,-13.000 20.000 0 0,13.000-20.000 128 16,-17.000 19.000 112-16,17.000-19.000 16 0,-13.000 19.000 0 0,13.000-19.000 0 15,-13.000 18.000-256-15,13.000-18.000 0 0,-12.000 20.000 0 0,12.000-20.000 0 16,-15.000 19.000 0-16,15.000-19.000 0 15,-13.000 20.000 0-15,13.000-20.000 0 0,-13.000 18.000 0 0,13.000-18.000 0 16,-14.000 16.000 0-16,14.000-16.000 0 0,-16.000 18.000 0 0,16.000-18.000 0 0,-14.000 19.000 0 0,14.000-19.000 0 16,-16.000 18.000 0-16,16.000-18.000 0 0,-18.000 16.000 0 0,18.000-16.000 0 0,-18.000 18.000 0 15,18.000-18.000 0-15,-19.000 15.000 0 0,19.000-15.000 0 0,-17.000 13.000 0 0,17.000-13.000 128 16,-17.000 16.000-128-16,5.000-8.000 0 0,12.000-8.000 0 0,-18.000 17.000 0 16,18.000-17.000 0-16,-16.000 15.000 0 0,16.000-15.000 0 0,-16.000 15.000 0 15,16.000-15.000 0-15,-17.000 17.000 0 0,9.000-9.000 0 0,-1.000 0.000 0 16,-1.000 2.000 0-16,1.000-1.000 0 0,-3.000 2.000 0 0,2.000-1.000 0 15,-1.000 1.000 0-15,1.000-1.000 0 0,-2.000 0.000 0 0,-1.000 1.000 0 16,0.000 0.000 0-16,2.000 0.000 0 0,-2.000 0.000 0 0,2.000 0.000 0 16,-2.000-1.000 0-16,2.000-1.000 0 0,-2.000 1.000 0 0,2.000-1.000 0 15,-2.000 1.000 0-15,3.000-3.000 0 0,-1.000 0.000 0 0,-2.000 1.000 0 16,-1.000-2.000 0-16,3.000 1.000 0 0,-3.000 1.000 256 0,4.000-1.000-32 0,10.000-7.000-16 16,-19.000 9.000 0-16,7.000-1.000-208 0,-4.000 1.000 0 0,-1.000 0.000 0 0,2.000 0.000 0 15,1.000 0.000 0-15,-2.000-1.000 0 16,5.000 0.000 0-16,-2.000-2.000 0 0,5.000-1.000 0 0,-2.000 0.000 0 0,1.000 2.000 0 0,-1.000-2.000 0 15,2.000 0.000 0-15,-1.000-1.000 0 0,-1.000 1.000 0 0,1.000 0.000 0 16,0.000 1.000 0-16,-2.000-1.000 0 0,0.000 1.000 0 0,0.000 0.000 0 16,0.000-1.000 0-16,-1.000 0.000 0 0,1.000 0.000 0 0,0.000 0.000 0 15,-2.000 1.000 0-15,0.000-1.000 0 0,1.000-1.000 0 0,0.000 0.000 0 16,0.000 0.000 0-16,0.000 1.000 0 16,0.000-2.000 0-16,0.000 1.000 0 15,0.000-1.000 0-15,0.000 0.000 0 0,0.000 1.000 0 0,-1.000-1.000 0 16,0.000 1.000 0-16,0.000-1.000 0 0,-1.000 0.000 0 0,0.000 1.000 0 0,1.000 0.000 0 15,-2.000 0.000 0-15,2.000 2.000 0 0,-1.000-2.000 0 0,1.000 1.000 0 0,-3.000 0.000 0 16,2.000 0.000 0-16,-1.000 1.000 0 0,1.000-1.000 0 0,1.000 0.000 0 16,1.000 0.000 0-16,-2.000-1.000 0 0,2.000 1.000 0 0,0.000-1.000 0 15,2.000 0.000 0-15,0.000-1.000 0 0,-1.000 0.000 192 0,1.000 0.000-48 16,1.000-1.000-16-16,1.000 0.000 0 0,-1.000 1.000 32 0,-1.000 0.000 0 16,0.000-1.000 0-16,-1.000 0.000 0 0,-1.000 1.000-160 0,-2.000-1.000 192 15,1.000 1.000-192-15,-4.000 0.000 192 0,-1.000-1.000-192 0,0.000 2.000 0 16,-3.000-2.000 0-16,1.000 1.000 0 0,-1.000-1.000 0 0,2.000 0.000 0 15,1.000 0.000 0-15,-1.000-1.000 0 0,1.000 1.000 0 0,1.000-1.000 0 16,2.000 1.000 0-16,1.000-1.000 0 0,3.000-1.000 0 0,-2.000 0.000 0 16,3.000 0.000 0-16,-2.000 0.000 0 0,2.000-1.000 0 0,-1.000 0.000 0 0,1.000 0.000 128 15,-1.000 0.000-128-15,1.000-1.000 0 0,-1.000 1.000 0 0,0.000 0.000 0 0,-2.000 0.000 0 16,0.000 1.000 0-16,2.000-1.000 0 0,-3.000 1.000 0 0,-2.000-1.000 0 16,1.000 1.000 0-16,-4.000-1.000 0 0,2.000 1.000 0 0,-2.000-2.000 0 15,-1.000 1.000 128-15,1.000-1.000-128 0,0.000-1.000 128 0,3.000 1.000-128 16,0.000-1.000 144-16,-2.000-2.000-144 0,4.000 1.000 160 0,-1.000 0.000-160 15,1.000 0.000 0-15,3.000-2.000 0 0,-3.000 1.000 0 0,-1.000 1.000 0 16,4.000-1.000 0-16,-2.000 0.000 0 0,0.000-1.000 0 0,3.000 2.000 0 16,-4.000-1.000 0-16,4.000 1.000 0 0,-4.000 0.000 0 0,2.000-1.000 0 15,0.000 1.000 0-15,0.000 0.000 0 0,0.000 1.000 0 0,-2.000-1.000 0 16,3.000 1.000 0-16,-2.000-3.000 0 0,0.000 2.000 0 0,1.000-1.000 0 16,0.000 1.000 0-16,1.000 0.000 0 0,-2.000-1.000 128 0,2.000 0.000-128 15,1.000 1.000 208-15,-2.000-1.000 0 0,2.000-1.000 0 0,0.000 0.000 0 0,-1.000 0.000-80 0,3.000 1.000 0 16,-3.000 1.000-128-16,3.000 0.000 192 0,-2.000-2.000-192 0,1.000 1.000 0 15,-1.000 1.000 0-15,1.000-1.000 0 0,1.000 1.000 0 0,-1.000-1.000 0 16,3.000 1.000 0-16,-2.000 0.000 0 0,0.000-1.000 0 0,0.000 1.000 0 16,2.000-2.000 0-16,-1.000 2.000 0 0,-1.000-1.000 192 0,-1.000-1.000-64 15,2.000 1.000-128-15,-1.000-2.000 192 0,1.000 0.000-192 0,-2.000 0.000 128 16,3.000-2.000-128-16,-5.000 1.000 0 0,4.000 0.000 0 0,-2.000-1.000 0 16,-2.000 2.000 0-16,1.000-1.000 0 0,-1.000 0.000 0 0,-1.000 0.000 128 15,2.000 0.000-128-15,-2.000-1.000 0 0,1.000 2.000 0 0,-2.000-1.000 0 16,2.000-1.000 0-16,-2.000 1.000 0 0,2.000 0.000 0 0,1.000 0.000 0 15,-1.000 0.000 0-15,0.000-1.000 0 0,1.000 0.000 0 0,-1.000 0.000 0 16,3.000-1.000 0-16,-3.000 0.000 0 0,3.000 1.000 0 0,-2.000-2.000 0 0,1.000 1.000 0 0,1.000-1.000 0 16,-2.000 1.000 0-16,1.000 1.000 0 0,-1.000-1.000 0 0,2.000 0.000 0 15,-2.000 0.000 0-15,2.000 0.000 0 0,1.000-1.000 0 0,0.000 2.000 0 16,-3.000 0.000 0-16,3.000-1.000 0 0,-3.000 0.000 0 0,3.000-1.000 0 16,-2.000 2.000 0-16,1.000 0.000 0 0,1.000-1.000 0 0,-2.000 2.000 0 15,1.000 0.000 0-15,1.000-1.000 0 0,-2.000 2.000 0 0,3.000 0.000 0 16,-1.000-1.000 0-16,-2.000 0.000 0 0,1.000 1.000 0 0,1.000-1.000 0 15,-2.000 1.000 0-15,2.000 1.000 0 0,-1.000-2.000 0 0,0.000 0.000 0 16,0.000 1.000 0-16,0.000-2.000 0 0,3.000 2.000 0 0,-1.000-1.000 0 16,0.000-1.000 0-16,-1.000-1.000 0 0,2.000 1.000 0 0,-3.000 0.000 0 15,2.000 0.000 0-15,-1.000-3.000 0 0,2.000 1.000-128 0,-4.000-1.000 128 16,4.000 0.000 0-16,-1.000-1.000-192 0,0.000 0.000 192 0,-1.000 0.000-160 0,2.000 1.000 160 0,0.000 0.000-128 16,0.000 2.000 128-16,-1.000 1.000-128 0,2.000 1.000 128 0,-1.000 1.000 0 15,1.000 0.000 0-15,1.000-1.000 0 0,-3.000 2.000 0 0,1.000-1.000 0 16,2.000 0.000 0-16,-2.000 2.000 0 0,3.000 0.000 0 0,-1.000 0.000 0 15,-3.000 0.000 0-15,3.000-1.000 0 0,-2.000 1.000 0 0,0.000 0.000 0 16,0.000 0.000 0-16,1.000 0.000 0 0,-1.000-1.000 0 0,0.000 1.000 0 16,0.000-1.000 0-16,0.000 0.000 0 0,-1.000-1.000 0 0,1.000 1.000 0 15,0.000 0.000 0-15,0.000 0.000 0 0,0.000 0.000 0 0,1.000 1.000 0 16,-1.000 1.000 0-16,2.000-1.000 0 0,0.000 1.000 0 0,-1.000-1.000 0 16,1.000 1.000 0-16,-1.000 1.000 0 0,2.000-1.000 0 0,-1.000 0.000 0 15,0.000 0.000 0-15,-1.000-1.000 0 0,1.000 1.000 0 0,1.000 0.000 0 16,-3.000-1.000 0-16,1.000 0.000 0 0,1.000-2.000 0 0,-2.000 2.000 0 15,-2.000-1.000 0-15,2.000 0.000 0 0,0.000-1.000 0 0,-2.000 0.000 0 0,2.000 1.000 0 16,0.000-1.000 0-16,-2.000 1.000 0 0,0.000 0.000 0 0,4.000 0.000 0 0,-2.000 0.000 0 16,-1.000 1.000 0-16,1.000 0.000 0 0,0.000 0.000 0 0,2.000 0.000 0 15,-2.000-1.000 0-15,-1.000 0.000 0 0,1.000 1.000 0 0,0.000-1.000 0 16,0.000-1.000 0-16,-1.000 0.000 0 0,0.000 1.000 0 0,1.000-1.000 0 16,0.000 0.000 0-16,0.000 1.000 0 0,0.000 0.000 0 0,-1.000-1.000 0 15,3.000 2.000 0-15,-1.000 0.000 0 0,1.000 1.000 0 0,0.000 0.000 0 16,0.000 0.000 0-16,1.000 0.000 0 0,-2.000 0.000 0 0,0.000 1.000 0 15,1.000 0.000 0-15,1.000 0.000 0 0,-1.000-1.000 0 0,0.000 1.000 0 16,0.000-2.000 0-16,-2.000 0.000 0 0,2.000 2.000 0 0,0.000-1.000 0 16,-1.000 0.000 0-16,1.000 0.000 0 0,-2.000-2.000 0 0,-1.000 1.000 0 15,1.000-2.000 0-15,2.000 2.000 0 0,-2.000-2.000 0 0,-1.000 0.000 0 0,0.000 0.000 0 0,1.000-1.000 0 16,-2.000 1.000 0-16,2.000 0.000 0 0,-1.000-1.000 0 0,1.000 2.000 0 16,0.000 0.000 0-16,0.000 0.000 0 0,2.000 0.000 0 0,-3.000 0.000 0 15,3.000 1.000 0-15,-2.000-1.000 0 0,3.000-1.000 0 0,-3.000 1.000 0 16,2.000 1.000 0-16,-3.000-1.000 0 0,3.000-1.000 0 0,0.000 1.000 0 15,-1.000 1.000 0-15,1.000-1.000-128 0,0.000-1.000 128 0,1.000 1.000 0 16,-1.000 0.000 0-16,-3.000 0.000 0 0,4.000-2.000 0 0,-3.000 1.000 0 16,2.000 0.000 0-16,0.000-1.000 0 0,0.000 0.000 0 0,-2.000 1.000 0 15,2.000-2.000 0-15,-2.000 1.000 0 0,3.000 0.000 0 0,-2.000-1.000 0 16,0.000 2.000 0-16,1.000-1.000 0 0,0.000 2.000 0 0,0.000-2.000 0 16,1.000 1.000 0-16,-1.000 0.000 0 0,1.000 0.000 0 0,-1.000 1.000 0 0,0.000 0.000 0 0,1.000 1.000 0 15,2.000-1.000 0-15,-3.000 0.000 0 0,3.000 1.000 0 0,-3.000 0.000 0 16,2.000-1.000 0-16,-1.000 1.000 0 0,2.000 1.000 0 0,-2.000-1.000 0 15,2.000 0.000 0-15,-1.000-1.000 0 16,1.000 0.000 0-16,-2.000 0.000 0 0,2.000 0.000 0 0,-2.000-1.000 0 0,2.000 1.000 0 0,-1.000 1.000 0 16,-1.000-1.000 0-16,1.000-1.000 0 0,-1.000-1.000 0 0,0.000 2.000-128 15,-1.000 1.000 128-15,0.000-2.000 0 0,2.000 2.000 0 0,-3.000 0.000 0 16,3.000 0.000 0-16,-1.000-1.000 0 0,-1.000 1.000 0 0,1.000 1.000 0 16,2.000 0.000 0-16,-3.000 0.000 0 0,3.000 1.000 0 0,-2.000-2.000 0 15,1.000 1.000 0-15,-1.000 1.000 0 0,-1.000-1.000 0 0,2.000 1.000 0 16,-1.000-1.000 0-16,0.000-1.000 0 0,1.000 0.000 0 0,-3.000 1.000-128 15,3.000 0.000 128-15,-1.000-1.000 0 0,1.000 1.000 0 0,-1.000-1.000 0 0,0.000 0.000 0 16,2.000 1.000 0-16,-1.000 0.000 0 0,-1.000 0.000 0 0,2.000-1.000 0 16,-3.000 2.000 0-16,3.000-1.000 0 0,-1.000-1.000 0 0,-1.000 1.000 0 0,2.000 0.000 0 15,-2.000-1.000 0-15,-1.000 1.000 0 0,3.000 0.000 0 0,-3.000 0.000 0 16,1.000 0.000 0-16,2.000 0.000 0 0,-1.000-1.000 0 0,-1.000 2.000 0 16,2.000 1.000 0-16,-2.000 0.000 0 15,2.000 1.000 0-15,0.000-1.000 0 0,0.000 0.000 0 0,0.000-1.000 0 0,0.000 1.000 0 0,0.000 0.000 0 16,0.000-1.000 0-16,0.000 1.000 0 0,0.000-1.000 0 0,0.000-1.000 0 15,0.000 0.000 0-15,0.000 0.000 0 0,0.000-2.000-288 0,0.000 1.000 32 16,-1.000 0.000 0-16,1.000-1.000 0 0,-2.000-2.000-64 0,2.000 0.000 0 16,-3.000-1.000 0-16,3.000-1.000 0 0,-1.000 0.000-16 0,-1.000-1.000-16 15,2.000 0.000 0-15,0.000 0.000 0 16,0.000-1.000-304-16,2.000-2.000-64 16,-1.000 1.000-16-16,5.000-4.000-18064 0</inkml:trace>
  <inkml:trace contextRef="#ctx0" brushRef="#br1">9060.000 11275.000 11055 0,'0.000'0.000'976'0,"0.000"0.000"-784"0,0.000 0.000-192 0,0.000 0.000 0 0,0.000 0.000 192 0,-3.000 0.000 0 0,6.000 0.000 0 0,-3.000 0.000 0 0,0.000 0.000 1344 0,-3.000 0.000 256 0,3.000 0.000 48 0,0.000 0.000 16 16,0.000 1.000-192-16,0.000-1.000-16 0,-1.000 0.000-16 0,-1.000 0.000 0 15,2.000 1.000-720-15,-3.000 1.000-144 0,1.000 0.000-16 16,-1.000 1.000-16-16,0.000 0.000-416 0,-2.000 1.000-96 0,-1.000 4.000-16 0,-1.000 0.000 0 15,2.000 1.000-208-15,-3.000 4.000 0 0,0.000 2.000 0 0,0.000 2.000 0 0,-3.000 3.000-144 0,1.000 2.000 144 16,-1.000 2.000 0-16,-3.000 0.000-144 0,1.000 2.000 144 0,2.000-3.000 0 16,-2.000-1.000 0-16,2.000 2.000-128 0,-5.000 5.000 128 0,0.000 3.000 0 15,-5.000 1.000 0-15,2.000 2.000 0 0,0.000 1.000 0 0,-2.000 1.000 0 16,3.000 2.000 0-16,-1.000-1.000-128 0,3.000-2.000 128 0,-3.000 0.000 0 0,3.000 0.000 0 0,0.000-4.000 0 16,0.000-3.000 0-16,0.000 3.000 0 0,-7.000 7.000 0 0,1.000 4.000 0 15,0.000 4.000 0-15,-1.000 2.000 144 0,4.000 1.000-144 0,0.000-4.000 0 16,6.000-8.000 192-16,-3.000 0.000-64 0,3.000-1.000 0 0,-1.000-2.000-128 15,4.000-5.000 144-15,-1.000-4.000-144 0,3.000-3.000 0 0,1.000-2.000 144 16,0.000 0.000-144-16,0.000-3.000 0 0,7.000-18.000 0 0,-12.000 38.000 128 31,12.000-38.000-128-31,-10.000 38.000 0 0,3.000-16.000 144 0,0.000-2.000-144 0,2.000 0.000 208 0,-3.000 2.000-16 0,-1.000 1.000-16 0,-1.000 5.000 0 16,-2.000 5.000-32-16,-4.000 5.000 0 0,1.000 6.000 0 0,1.000-7.000 0 16,2.000-6.000 1520-16,5.000-6.000 288 0,7.000-25.000 64 0,-8.000 35.000 16 15,8.000-35.000-1392-15,-9.000 41.000-288 0,9.000-41.000-48 0,-8.000 45.000-16 0,8.000-45.000-288 16,-10.000 40.000 0-16,10.000-40.000 0 0,-8.000 33.000 0 0,8.000-33.000 0 0,0.000 0.000 0 15,-6.000 33.000 0-15,6.000-33.000 0 16,0.000 0.000 0-16,0.000 0.000 128 0,0.000 0.000-128 0,0.000 0.000 160 0,0.000 0.000 32 0,0.000 0.000 0 16,0.000 0.000 0-16,0.000 0.000 0 0,0.000 0.000 192 0,0.000 0.000 64 15,0.000 0.000 0-15,0.000 0.000 0 0,0.000 0.000-448 0,0.000 0.000 0 16,0.000 0.000 128-16,0.000 0.000-128 0,0.000 0.000 0 0,0.000 0.000 0 16,0.000 0.000 0-16,0.000 0.000 0 15,0.000 0.000-448-15,0.000 0.000 0 0,0.000 0.000-16 0,0.000 0.000 0 16,0.000 0.000 80-16,0.000 0.000 32 0,0.000 0.000 0 0,0.000 0.000 0 15,0.000 0.000-624-15,0.000 0.000-128 0,-5.000 17.000-32 0,5.000-17.000 0 16,0.000-1.000-1552-16,0.000-4.000-320 0</inkml:trace>
  <inkml:trace contextRef="#ctx0" brushRef="#br1">9699.000 10974.000 9215 0,'0.000'1.000'816'0,"0.000"-1.000"-656"0,0.000 0.000-160 0,0.000 0.000 0 0,1.000 0.000 256 0,-2.000 0.000 0 0,-1.000 1.000 16 0,2.000 0.000 0 16,-3.000 4.000 944-16,-1.000 0.000 192 0,1.000 3.000 48 0,-3.000 0.000 0 15,1.000 2.000-656-15,0.000 0.000-128 0,0.000 2.000-32 0,0.000-2.000 0 16,-1.000 2.000-480-16,0.000-1.000-160 0,6.000-11.000 0 0,-10.000 26.000 0 16,4.000-13.000 144-16,1.000-1.000-144 0,5.000-12.000 0 0,-11.000 28.000 144 15,11.000-28.000-144-15,-14.000 31.000 0 0,14.000-31.000 0 0,-14.000 34.000 0 16,5.000-14.000 0-16,-1.000 2.000 0 0,-2.000 2.000 144 0,-1.000 3.000-144 15,-3.000 2.000 0-15,0.000 5.000 0 0,0.000 3.000 0 0,-3.000 0.000 0 16,1.000-4.000 0-16,3.000-2.000 0 0,1.000-2.000 0 0,-3.000 1.000 128 16,0.000 4.000-128-16,-2.000 3.000 0 0,2.000 1.000 0 0,-2.000 5.000 128 15,1.000 2.000 192-15,0.000 3.000 32 0,-2.000 2.000 16 0,-1.000 3.000 0 0,0.000-1.000 1280 16,2.000-6.000 256-16,6.000-8.000 48 0,-1.000-8.000 16 0,4.000-7.000-320 0,2.000 2.000-64 16,8.000-25.000-16-16,-19.000 54.000 0 0,8.000-25.000-1312 0,-2.000 1.000-256 15,-1.000 5.000 0-15,1.000-1.000-144 0,0.000-3.000 144 0,-3.000-3.000 0 16,5.000 1.000 0-16,-5.000-1.000-128 0,5.000-1.000 128 0,-4.000 2.000 0 15,-1.000 3.000 0-15,0.000 2.000 0 0,0.000 2.000 0 0,2.000 1.000 0 16,-4.000 1.000 0-16,2.000 0.000 0 0,2.000-3.000 0 0,-2.000 0.000 0 16,-2.000-1.000 0-16,2.000 4.000 0 0,-5.000 2.000 128 0,4.000 1.000-128 15,-1.000-2.000 160-15,5.000-5.000-160 0,1.000-5.000 704 0,4.000-4.000 32 16,8.000-25.000 16-16,-15.000 47.000 0 0,15.000-47.000-400 0,-8.000 47.000-80 16,8.000-47.000-16-16,-12.000 42.000 0 0,12.000-42.000-256 0,-15.000 47.000 0 15,7.000-25.000 0-15,0.000-1.000 0 0,8.000-21.000 0 0,-13.000 38.000 0 0,13.000-38.000 0 0,-16.000 39.000 0 16,8.000-16.000 0-16,-3.000 1.000 0 0,1.000 3.000 0 0,-2.000 2.000 0 15,2.000 2.000 0-15,-4.000-1.000 0 0,4.000-2.000 0 0,-1.000-1.000 0 16,11.000-27.000 0-16,-18.000 46.000 0 0,9.000-25.000 0 0,9.000-21.000 0 16,-15.000 35.000 128-16,15.000-35.000-128 0,-11.000 29.000 0 0,11.000-29.000 0 15,-10.000 27.000 128-15,10.000-27.000-128 0,-12.000 25.000 0 0,12.000-25.000 0 16,-10.000 25.000 0-16,10.000-25.000 0 0,-11.000 27.000 0 0,11.000-27.000 0 16,-8.000 28.000 272-16,8.000-28.000-48 0,-8.000 27.000-16 0,8.000-27.000 0 15,-11.000 29.000 304-15,11.000-29.000 64 0,-10.000 33.000 16 0,10.000-33.000 0 16,-11.000 33.000-416-16,11.000-33.000-176 0,-10.000 27.000 128 0,10.000-27.000-128 15,-8.000 24.000 144-15,8.000-24.000-144 0,-9.000 20.000 160 0,9.000-20.000-160 16,-7.000 18.000 128-16,2.000-10.000-128 0,2.000 0.000 0 0,-1.000 1.000 144 0,2.000-3.000-144 16,-1.000 0.000 0-16,1.000 0.000 0 0,2.000-2.000 0 0,-3.000 0.000 0 0,3.000 0.000 0 15,0.000 0.000 128-15,0.000-1.000-128 0,-2.000-1.000 0 0,2.000 1.000 0 16,0.000 0.000 0-16,0.000-1.000 0 0,0.000 0.000 0 0,-1.000-1.000 0 16,1.000 1.000 0-16,0.000 0.000 0 0,0.000-1.000 0 0,0.000 0.000 0 15,-2.000 1.000 0-15,2.000 0.000 0 0,0.000 0.000 0 0,0.000 1.000 0 16,-2.000 0.000 0-16,2.000 0.000 0 0,-1.000 0.000 0 0,-1.000 1.000 0 15,2.000-1.000 0-15,0.000 0.000 0 0,-2.000 0.000 0 0,0.000 1.000 0 16,0.000-1.000 0-16,2.000-1.000 0 0,0.000-2.000 0 0,0.000 0.000 0 16,-1.000 4.000 0-16,1.000-4.000 0 0,0.000-1.000 0 0,1.000-3.000-192 15,1.000-2.000 64-15,4.000-11.000-17536 0</inkml:trace>
  <inkml:trace contextRef="#ctx0" brushRef="#br1">10215.000 11011.000 8287 0,'-3.000'-3.000'736'0,"3.000"1.000"-592"0,0.000 1.000-144 0,3.000-1.000 0 0,-6.000 2.000 800 0,3.000 0.000 128 0,0.000 0.000 32 0,0.000 0.000 0 16,3.000-1.000 96-16,-3.000 1.000 32 0,0.000 0.000 0 0,0.000-1.000 0 16,0.000 0.000 496-16,0.000 1.000 96 0,0.000 0.000 32 0,0.000 0.000 0 15,2.000-1.000-640-15,-2.000 0.000-128 0,0.000 0.000-32 0,1.000 0.000 0 16,-1.000 0.000-96-16,0.000-1.000-32 0,0.000 2.000 0 0,0.000-1.000 0 0,0.000 2.000-592 16,0.000-1.000-192-16,0.000 1.000 0 0,0.000 0.000 0 0,-1.000-1.000 0 0,1.000 0.000 0 15,1.000 2.000 0-15,-1.000-1.000 0 16,0.000 2.000 0-16,-3.000 1.000 0 0,0.000 2.000 0 0,-2.000 2.000 0 15,0.000 5.000 240-15,-1.000-1.000 144 0,1.000 2.000 16 0,-6.000 2.000 16 0,1.000 5.000-64 16,-1.000 0.000-16-16,0.000 1.000 0 0,0.000-2.000 0 0,1.000 1.000 96 0,-1.000 1.000 16 16,0.000 3.000 0-16,-2.000 3.000 0 0,0.000 2.000-448 0,-1.000 4.000 0 15,1.000 2.000 0-15,-3.000 4.000 0 0,-1.000 0.000 0 0,-1.000 3.000 0 16,-3.000 2.000 0-16,0.000-4.000 0 0,2.000-6.000 0 0,0.000 4.000 0 16,-5.000 0.000 0-16,0.000 6.000 0 0,0.000 9.000 0 0,-5.000 4.000 0 15,-1.000 7.000 0-15,-1.000-4.000 0 0,4.000-9.000 0 0,3.000-6.000 0 0,3.000-5.000 0 16,-1.000 3.000 0-16,-2.000 6.000 0 0,0.000 3.000 0 0,1.000-2.000 0 0,-1.000 0.000 0 15,2.000-1.000 0-15,-2.000-4.000 0 0,2.000-2.000 0 0,-1.000 0.000 0 16,3.000 3.000 0-16,-1.000 0.000 0 16,4.000 2.000 0-16,0.000-1.000 0 0,0.000-1.000 0 0,-4.000 3.000 0 15,2.000 3.000 0-15,2.000-3.000 0 0,0.000-5.000 592 0,1.000-5.000 96 0,5.000-8.000 16 0,-2.000-2.000 0 16,3.000-1.000 64-16,-1.000 0.000 32 0,0.000 0.000 0 0,1.000 1.000 0 16,-1.000-2.000-656-16,0.000 1.000-144 0,-2.000 0.000 0 0,0.000-1.000 0 15,1.000-1.000 0-15,0.000 1.000 0 0,0.000 0.000 0 0,0.000 0.000 0 16,0.000-1.000 0-16,2.000-1.000 128 0,10.000-26.000-128 0,-18.000 46.000 0 15,18.000-46.000 128-15,-17.000 43.000-128 0,17.000-43.000 0 0,-15.000 38.000 0 16,15.000-38.000 0-16,-16.000 37.000 0 0,16.000-37.000 0 0,-17.000 36.000 0 0,17.000-36.000 0 16,-15.000 32.000 0-16,15.000-32.000 0 0,-16.000 30.000 0 0,16.000-30.000 0 0,-14.000 29.000 128 15,14.000-29.000-128-15,-13.000 32.000 0 0,13.000-32.000 0 0,-14.000 36.000 0 16,14.000-36.000 0-16,-11.000 38.000 0 0,11.000-38.000 0 0,-13.000 38.000 128 16,13.000-38.000-128-16,-10.000 35.000 0 0,10.000-35.000 512 0,-8.000 32.000 16 15,8.000-32.000 0-15,-8.000 29.000 0 0,8.000-29.000-384 0,-8.000 25.000-144 16,8.000-25.000 0-16,0.000 0.000 144 15,-8.000 30.000-144-15,8.000-30.000 0 0,-8.000 15.000 0 0,8.000-15.000 0 0,-6.000 13.000 0 0,6.000-13.000 0 16,0.000 0.000 0-16,-7.000 19.000 0 0,4.000-15.000 0 0,0.000 0.000 0 16,2.000 1.000 0-16,-1.000-1.000 0 0,2.000-4.000 0 0,0.000 0.000 128 15,0.000 0.000-128-15,0.000 0.000 0 0,0.000 0.000 176 0,0.000 0.000-48 16,-5.000 21.000-128-16,5.000-19.000 192 16,0.000 1.000-192-16,-2.000-1.000 0 0,2.000-2.000 0 0,0.000 0.000 0 0,0.000 0.000 0 0,0.000 0.000 0 0,-6.000 22.000 0 0,4.000-16.000 0 15,2.000-6.000 0-15,0.000 0.000 128 0,-9.000 21.000-128 0,9.000-21.000 0 16,0.000 0.000 272-16,-10.000 28.000 16 0,10.000-28.000 0 0,-8.000 19.000 0 15,8.000-19.000-288-15,-8.000 19.000 160 0,8.000-19.000-160 0,-6.000 17.000 128 16,6.000-17.000 48-16,-8.000 18.000 0 0,8.000-18.000 0 0,-8.000 16.000 0 16,8.000-16.000-48-16,0.000 0.000-128 0,-6.000 25.000 192 0,6.000-25.000-64 15,-7.000 17.000-128-15,7.000-17.000 0 0,0.000 0.000 0 0,-8.000 24.000 0 16,8.000-24.000 0-16,0.000 0.000 0 0,-8.000 21.000 0 0,8.000-21.000 0 16,0.000 0.000 0-16,0.000 0.000 0 0,0.000 0.000 0 0,-5.000 19.000 0 15,5.000-19.000 0-15,0.000 0.000 0 0,0.000 0.000 0 0,0.000 0.000 0 16,0.000 0.000 0-16,0.000 0.000 0 0,0.000 0.000 0 0,0.000 0.000 0 15,0.000 0.000 128-15,0.000 0.000-128 0,0.000 0.000 128 0,0.000 0.000-128 16,0.000 0.000 0-16,0.000 0.000 128 0,0.000 0.000-128 0,0.000 0.000 0 0,0.000 0.000 0 0,0.000 0.000 0 16,-5.000 16.000 0-16,5.000-16.000 0 15,0.000 0.000 0-15,-7.000 19.000 0 0,7.000-19.000 0 0,0.000 0.000 0 0,-7.000 18.000 0 0,7.000-18.000 0 16,0.000 0.000 0-16,-5.000 16.000 0 0,5.000-16.000 0 0,0.000 0.000 0 16,0.000 0.000 0-16,0.000 0.000 0 0,0.000 0.000 0 0,0.000 0.000 0 15,0.000 0.000 0-15,0.000 0.000 0 0,0.000 0.000 0 0,0.000 0.000 0 16,0.000 0.000 0-16,0.000 0.000 0 0,0.000 0.000 0 0,0.000 0.000 0 15,0.000 0.000 0-15,2.000-11.000-176 16,3.000-6.000-752-16,1.000-8.000-160 0</inkml:trace>
  <inkml:trace contextRef="#ctx0" brushRef="#br1">10729.000 11097.000 3679 0,'0.000'1.000'320'0,"1.000"-2.000"-320"0,-1.000 2.000 0 0,0.000-1.000 0 0,0.000 0.000 1184 0,2.000 1.000 160 0,-2.000 1.000 48 0,0.000-1.000 0 15,2.000 0.000 464-15,-1.000 1.000 80 0,1.000-1.000 32 0,-2.000-1.000 0 16,1.000 0.000-224-16,-1.000 0.000-32 0,0.000 0.000-16 0,0.000 0.000 0 16,0.000 0.000-320-16,0.000 0.000-64 0,0.000 0.000-16 0,0.000 0.000 0 15,0.000 0.000-736-15,0.000 1.000-160 0,0.000 0.000-16 0,-3.000 2.000-16 16,2.000 2.000-368-16,-3.000 1.000 144 0,-1.000 2.000-144 0,-1.000 1.000 0 16,-2.000 4.000 1088-16,-2.000 1.000 96 0,-1.000 1.000 32 0,3.000 0.000 0 15,-3.000 1.000-896-15,3.000 2.000-192 0,0.000 1.000-128 0,-3.000 4.000 192 0,1.000 3.000-192 16,-2.000 3.000 0-16,0.000 3.000 0 0,2.000 1.000 0 15,0.000-1.000 0-15,0.000-2.000-144 0,-1.000 0.000 144 0,1.000-1.000 0 0,-1.000-1.000-128 0,1.000-1.000 128 16,0.000 0.000 0-16,-4.000 3.000 0 0,0.000 5.000-128 0,-1.000 1.000 128 16,-2.000 7.000 0-16,-4.000 2.000 0 0,2.000 2.000 0 0,-3.000-3.000 0 15,2.000-2.000 0-15,-4.000-3.000 0 0,2.000 0.000 0 0,-6.000 2.000-128 16,0.000 4.000 128-16,-1.000 3.000 0 0,2.000 4.000 0 0,3.000 2.000 0 16,0.000 0.000 0-16,2.000-6.000 0 0,1.000-6.000 0 0,3.000-7.000 0 15,4.000-5.000 0-15,0.000 2.000 0 0,0.000 0.000 0 0,0.000 0.000 0 0,1.000 0.000 0 0,1.000 1.000 0 16,-1.000 6.000 0-16,0.000-3.000 128 0,0.000 1.000-128 0,-1.000-4.000 0 15,0.000 0.000 0-15,-1.000 0.000 0 0,-1.000-3.000 0 0,-3.000 5.000 0 16,-2.000 2.000 0-16,3.000 0.000 128 0,1.000-3.000-128 0,1.000-3.000 0 16,5.000 0.000 0-16,-2.000-2.000 0 0,2.000-2.000 0 0,-2.000 1.000 0 15,3.000 0.000 512-15,-2.000-1.000 96 0,2.000-1.000 32 0,-3.000 2.000 0 16,2.000 0.000 144 0,-2.000-1.000 48-16,4.000-1.000 0 0,0.000-1.000 0 15,0.000 0.000-464-15,9.000-25.000-96 0,-15.000 46.000-16 0,15.000-46.000 0 16,-15.000 48.000-256-16,6.000-23.000 0 0,0.000 0.000 0 0,1.000 1.000 0 15,1.000 1.000 0-15,-4.000-3.000 0 0,3.000-2.000 0 0,8.000-22.000 0 16,-19.000 44.000 0-16,19.000-44.000 0 0,-21.000 44.000 0 0,10.000-23.000 0 0,2.000 1.000 0 0,-1.000 0.000 0 16,0.000-2.000 0-16,1.000 4.000 0 0,-1.000 3.000 272 0,-1.000-1.000-48 15,3.000-4.000-16-15,0.000 2.000 0 0,-3.000 3.000 48 0,4.000-2.000 16 16,-1.000-2.000 0-16,8.000-23.000 0 0,-12.000 38.000-272 0,12.000-38.000 0 16,-12.000 34.000 0-16,12.000-34.000 0 0,-11.000 30.000 128 0,11.000-30.000-128 15,-8.000 23.000 0-15,8.000-23.000 0 0,-9.000 25.000 256 0,9.000-25.000-48 16,-10.000 28.000-16-16,10.000-28.000 0 0,-12.000 29.000-192 0,12.000-29.000 0 15,-12.000 30.000 128-15,12.000-30.000-128 0,-10.000 30.000 0 0,10.000-30.000 0 16,-14.000 29.000 0-16,14.000-29.000 0 0,-12.000 30.000 0 0,12.000-30.000 0 16,-12.000 30.000 0-16,12.000-30.000 0 0,-10.000 29.000 192 0,10.000-29.000-64 15,-11.000 23.000-128-15,11.000-23.000 192 0,-11.000 24.000 0 0,11.000-24.000-16 0,-11.000 21.000 0 0,11.000-21.000 0 16,-10.000 22.000-176-16,10.000-22.000 0 0,-8.000 20.000 0 0,8.000-20.000 128 16,-8.000 16.000-128-16,8.000-16.000 0 0,0.000 0.000 0 0,-8.000 20.000 0 15,8.000-20.000 0-15,0.000 0.000 0 0,-6.000 15.000 128 0,6.000-15.000-128 16,0.000 0.000 0-16,-8.000 13.000 0 0,8.000-13.000 0 0,0.000 0.000 0 15,-5.000 13.000 128-15,5.000-13.000-128 0,0.000 0.000 128 0,-5.000 14.000-128 16,5.000-14.000 160-16,0.000 0.000-160 0,-6.000 16.000 192 0,6.000-16.000-192 16,-6.000 9.000 128-16,6.000-9.000-128 0,0.000 0.000 0 0,-7.000 15.000 0 15,7.000-15.000 0-15,0.000 0.000 0 0,-7.000 14.000 0 0,7.000-14.000 0 16,-4.000 11.000 0-16,4.000-11.000 0 0,-8.000 10.000 0 0,8.000-10.000 0 16,-5.000 14.000 192-16,5.000-14.000-192 0,-5.000 12.000 192 0,5.000-12.000-192 15,-6.000 14.000 272-15,6.000-14.000-48 0,-8.000 12.000-16 0,8.000-12.000 0 0,-5.000 11.000-208 0,5.000-11.000 0 16,-5.000 9.000 0-16,5.000-9.000 0 15,0.000 0.000 0-15,-5.000 13.000 128 0,5.000-13.000-128 0,0.000 0.000 0 0,-3.000 7.000 0 0,3.000-7.000 0 16,0.000 0.000 0-16,0.000 0.000 0 0,0.000 0.000 0 0,-6.000 13.000 0 16,6.000-13.000 0-16,0.000 0.000 0 0,-5.000 14.000 0 0,5.000-14.000 0 15,0.000 0.000 0-15,-5.000 17.000 0 0,5.000-17.000 0 0,-3.000 11.000 0 16,3.000-11.000 0-16,0.000 0.000 0 0,-5.000 16.000 0 0,5.000-16.000 0 16,-6.000 7.000 0-16,6.000-7.000 0 0,0.000 0.000 0 0,-5.000 8.000 0 15,5.000-8.000 0-15,0.000 0.000 0 0,0.000 0.000 0 0,-3.000 7.000 0 16,3.000-7.000 0-16,0.000 0.000 0 0,0.000 0.000 0 0,0.000 0.000 0 15,0.000 0.000 0-15,0.000 0.000 0 0,0.000 0.000 0 0,0.000 0.000 0 16,0.000 0.000 0-16,0.000 0.000 0 0,-5.000 11.000 0 0,5.000-11.000 0 0,0.000 0.000 0 16,-3.000 12.000 0-16,3.000-12.000 0 0,-5.000 10.000 0 0,5.000-10.000 0 0,-5.000 12.000 0 15,5.000-12.000 0-15,-5.000 10.000 0 0,5.000-10.000 0 0,-6.000 12.000 0 16,6.000-12.000 0-16,-5.000 8.000 0 0,5.000-8.000 0 0,-8.000 7.000 0 16,8.000-7.000 320-16,-3.000 5.000 32 0,3.000-5.000 0 0,0.000 0.000 0 15,-5.000 5.000-160-15,5.000-5.000-48 0,0.000 0.000 0 0,0.000 0.000 0 16,0.000 0.000-144-16,0.000 0.000-144 0,0.000 0.000 144 0,0.000 0.000-208 31,13.000-16.000-960-31,-4.000 2.000-192 0</inkml:trace>
  <inkml:trace contextRef="#ctx0" brushRef="#br1">11188.000 11383.000 11967 0,'1.000'0.000'1072'0,"-1.000"0.000"-864"0,0.000-1.000-208 0,0.000 1.000 0 0,0.000 0.000 816 0,0.000 0.000 112 0,0.000 0.000 32 0,0.000 0.000 0 16,0.000 0.000 688-16,0.000 0.000 144 0,0.000 0.000 16 0,0.000 0.000 16 15,0.000 0.000-176-15,2.000-1.000-48 0,-2.000 0.000 0 0,0.000 0.000 0 16,2.000-2.000-896-16,1.000 0.000-192 0,0.000 0.000-48 0,0.000-1.000 0 16,0.000 0.000-464-16,-1.000 1.000 0 0,-1.000 2.000 0 0,1.000 0.000 0 15,-2.000 0.000 0-15,0.000 1.000 0 16,0.000 0.000 0-16,2.000 0.000 0 0,-2.000 1.000 192 0,0.000-1.000 32 0,-2.000 1.000 16 0,2.000-1.000 0 15,0.000 0.000 992-15,0.000 1.000 208 0,0.000-1.000 32 0,0.000 1.000 16 16,0.000-1.000-480-16,0.000 1.000-112 0,0.000-1.000 0 0,0.000 0.000-16 16,0.000 1.000-352-16,-2.000-1.000-64 0,1.000 2.000-16 0,-1.000 2.000 0 15,2.000-4.000-240-15,0.000 0.000-48 0,-7.000 16.000-16 0,7.000-16.000 0 16,-9.000 17.000-144-16,4.000-7.000 0 0,5.000-10.000 0 0,-10.000 27.000 0 0,3.000-15.000 0 0,7.000-12.000 0 16,-10.000 25.000 0-16,3.000-10.000 0 0,-2.000 3.000 0 0,1.000 3.000 0 15,-1.000 1.000 0-15,-1.000 1.000 0 0,2.000-3.000 0 0,-3.000 3.000 0 16,1.000 3.000 0-16,-1.000 3.000 0 0,0.000 3.000 0 0,-2.000 3.000 0 15,0.000 6.000 0-15,-1.000 3.000 0 0,1.000 0.000 0 0,-3.000 2.000 0 16,0.000 0.000 0-16,0.000-3.000 0 0,0.000-2.000 0 0,0.000 0.000 0 16,2.000 2.000 0-16,-4.000 0.000 0 0,1.000 1.000 0 0,2.000-2.000 0 0,-1.000-2.000 0 15,0.000 2.000 0-15,0.000-1.000 0 16,-1.000-4.000 0-16,-1.000-4.000 128 0,2.000-1.000-128 0,0.000-1.000 448 0,-1.000 2.000 16 0,1.000 1.000 0 0,1.000 1.000 0 16,1.000 3.000-464-16,2.000-1.000 0 0,0.000-2.000 0 0,2.000-1.000 0 15,-3.000 1.000 0-15,4.000-1.000 0 0,-2.000 1.000 0 0,1.000-2.000 0 16,2.000-3.000 0-16,-3.000 2.000 0 0,3.000 0.000 0 0,-1.000 1.000 0 15,-1.000 3.000 0-15,1.000-3.000 0 0,-1.000 2.000 0 0,1.000-2.000 0 16,-1.000-2.000 0-16,3.000-4.000 0 16,7.000-27.000 0-16,-13.000 40.000 0 0,4.000-16.000 0 0,0.000 2.000 0 0,1.000 0.000 0 0,-3.000 2.000 0 15,3.000 1.000 0-15,-3.000 0.000 0 0,1.000 1.000 0 0,0.000 3.000 0 16,-2.000 0.000 0-16,2.000-2.000 0 0,-2.000-1.000 0 0,0.000 0.000 0 16,1.000-3.000 0-16,0.000-1.000 0 0,0.000-1.000 0 0,1.000-2.000 0 0,-1.000-4.000 0 15,1.000-1.000 0-15,-1.000 2.000 0 0,-2.000 1.000 0 0,2.000-1.000 0 16,-2.000 0.000 0-16,-1.000 2.000 0 0,1.000 1.000 0 0,-1.000 1.000 0 0,1.000 0.000 0 15,2.000-2.000 0-15,-2.000-2.000 0 0,0.000 1.000 0 0,2.000 1.000 0 16,-2.000 0.000 0-16,3.000-1.000 0 0,1.000-2.000 0 0,-1.000 0.000 0 16,2.000-2.000 0-16,-1.000 1.000 0 0,1.000 0.000 0 0,1.000 0.000 0 15,0.000-2.000 0-15,0.000 1.000 0 0,-1.000 2.000 0 0,0.000 1.000 0 16,0.000-1.000 0-16,0.000 2.000 0 0,0.000 3.000 0 0,0.000-1.000 0 16,0.000 3.000 0-16,-1.000-2.000 0 0,2.000 0.000 0 0,-1.000-1.000 0 15,0.000 1.000 0-15,-2.000-3.000 0 16,4.000-1.000 0-16,-3.000 0.000 0 0,-1.000 1.000 0 0,0.000-2.000 0 0,1.000-3.000 0 0,2.000-1.000 0 15,-4.000-1.000 0-15,1.000 3.000 0 0,1.000 1.000 0 0,-2.000 0.000 0 16,1.000 1.000 0-16,-1.000 0.000 0 0,3.000-2.000 0 0,1.000-2.000 0 0,1.000-1.000 0 0,1.000 0.000 0 16,-3.000 1.000 0-16,3.000 0.000 0 0,-1.000-2.000 0 0,1.000 3.000 0 15,-1.000 0.000 0-15,6.000-16.000 0 0,-7.000 20.000 0 0,7.000-20.000 0 16,-6.000 19.000 0-16,6.000-19.000 0 16,-5.000 17.000 0-16,5.000-17.000 0 0,0.000 0.000 0 0,-6.000 17.000 0 0,6.000-17.000 0 0,-5.000 11.000 0 15,5.000-11.000 0-15,-5.000 12.000 0 0,5.000-12.000 0 0,0.000 0.000 0 16,-6.000 12.000 0-16,6.000-12.000 0 0,0.000 0.000 0 0,-6.000 18.000 0 15,6.000-18.000 0-15,-5.000 11.000 0 0,5.000-11.000 0 0,0.000 0.000 0 16,-7.000 14.000 0-16,7.000-14.000 0 0,-4.000 8.000 0 0,0.000-3.000 0 16,4.000-5.000 0-16,-8.000 14.000 0 0,8.000-14.000 0 0,-8.000 14.000 0 15,2.000-7.000 0-15,3.000 1.000 0 0,-2.000 1.000 0 0,0.000 0.000 0 0,2.000-1.000 144 16,-2.000 1.000-16-16,0.000-1.000 0 0,1.000 0.000 0 0,4.000-8.000 0 0,-7.000 15.000 0 16,5.000-9.000 0-16,2.000-6.000 0 0,-6.000 9.000-128 0,6.000-9.000 0 15,0.000 0.000 0-15,-3.000 6.000 0 0,3.000-6.000 256 0,0.000 0.000-16 16,0.000 0.000-16-16,0.000 1.000 0 0,0.000-1.000-64 0,0.000 0.000-16 15,0.000 0.000 0-15,0.000 0.000 0 0,0.000 0.000-144 0,0.000 0.000 0 16,0.000 0.000 0-16,0.000 0.000 128 16,0.000 0.000-128-16,0.000 0.000 0 0,0.000 0.000 0 0,0.000 0.000 0 0,0.000 0.000 0 0,0.000 0.000 0 15,0.000 0.000 0-15,0.000 0.000 0 0,0.000 0.000 0 0,0.000 0.000 0 16,-3.000 16.000 0-16,3.000-16.000 0 0,0.000 0.000 0 0,-5.000 10.000 0 16,5.000-10.000 0-16,0.000 0.000 0 0,-5.000 10.000 0 0,5.000-10.000 0 15,0.000 0.000 0-15,0.000 0.000 0 0,-5.000 8.000 0 0,5.000-8.000 0 0,0.000 0.000 0 16,0.000 0.000 0-16,0.000 0.000 0 0,0.000 0.000 0 0,0.000 0.000 0 15,0.000 0.000 0 1,0.000 0.000-384-16,-2.000-7.000-48 0,2.000 1.000-16 0,0.000-6.000-19088 0</inkml:trace>
  <inkml:trace contextRef="#ctx0" brushRef="#br1">11753.000 11741.000 10127 0,'0.000'-3.000'896'0,"1.000"0.000"-704"0,2.000 0.000-192 0,-3.000 0.000 0 0,2.000 2.000 0 0,-1.000-3.000-192 0,-1.000-2.000 32 0,5.000-2.000 16 0,-3.000-4.000 928 0,1.000 3.000 192 15,-1.000 1.000 48-15,-1.000 1.000 0 0,1.000 3.000 1664 0,-2.000 1.000 352 16,0.000 1.000 64-16,2.000 0.000 16 0,-2.000 2.000-864 0,0.000 0.000-160 16,0.000 0.000-48-16,-2.000 1.000 0 0,2.000 0.000-512 0,0.000-1.000-128 31,0.000 1.000 0-31,-2.000 0.000-16 0,2.000 1.000-560 0,0.000-2.000-96 0,0.000 0.000-32 0,0.000 0.000 0 0,-8.000 25.000-400 0,8.000-25.000-96 15,-11.000 28.000-16-15,11.000-28.000 0 0,-13.000 38.000-192 0,13.000-38.000 0 16,-16.000 46.000 0-16,8.000-19.000 0 0,0.000 1.000 0 0,-1.000 0.000 0 16,2.000 3.000 0-16,-4.000-2.000 0 0,0.000-1.000 0 0,1.000 1.000 0 0,-4.000 0.000 0 0,0.000 3.000 0 15,-1.000 1.000 0-15,-1.000 3.000 0 0,1.000 2.000 0 0,-2.000 3.000 0 16,3.000 1.000 0-16,-1.000-1.000 0 16,3.000-2.000 0-16,-2.000-2.000 0 15,2.000 0.000 0-15,0.000-3.000 0 0,2.000 1.000 0 0,-2.000 0.000 0 16,1.000 2.000 0-16,-2.000-1.000 0 0,1.000 0.000 0 0,-2.000 0.000 0 15,2.000 2.000 208-15,-2.000-3.000 0 0,4.000-1.000 0 0,0.000-2.000 0 16,-1.000-1.000-16-16,1.000 0.000 0 0,1.000-1.000 0 0,-1.000 0.000 0 16,4.000-1.000-192-16,-3.000 0.000 0 0,2.000-1.000 0 0,0.000 0.000 0 15,4.000 2.000 0-15,-4.000 0.000 0 0,2.000 2.000 0 0,-2.000-2.000 0 16,2.000-2.000 0-16,-4.000-1.000 0 0,2.000 0.000 0 0,-1.000-4.000 0 0,8.000-23.000 0 0,-16.000 44.000 0 16,8.000-19.000 0-16,-3.000 0.000 0 0,-2.000 0.000 0 0,1.000 0.000 0 15,0.000 0.000 0-15,-2.000 1.000 0 0,4.000 3.000 0 0,-4.000-3.000 0 16,4.000-1.000 0-16,-1.000-2.000 0 0,1.000-1.000 0 0,1.000 0.000 0 15,-1.000-1.000 0-15,2.000 0.000 0 0,8.000-21.000 0 0,-17.000 38.000 0 16,9.000-17.000 0 0,-2.000 0.000 0-16,1.000 0.000 0 0,-1.000 1.000 0 0,0.000 1.000 0 0,2.000 1.000 0 0,-3.000 1.000 0 0,0.000 2.000 0 15,2.000-1.000 0-15,-1.000 0.000 0 0,2.000-2.000 0 0,-2.000 1.000 0 16,2.000 0.000 0-16,0.000-2.000 0 0,0.000-2.000 0 0,2.000-5.000 0 16,6.000-16.000 0-16,-16.000 33.000 0 0,16.000-33.000 0 0,-13.000 35.000 0 15,5.000-18.000 0-15,0.000-2.000 0 0,8.000-15.000 0 0,-11.000 35.000 0 16,11.000-35.000 0-16,-16.000 36.000 0 0,9.000-17.000 0 0,-2.000 1.000 0 15,1.000 1.000 0-15,-2.000 1.000 0 0,-1.000 1.000 0 0,0.000-1.000 0 0,-2.000-3.000 0 0,2.000 1.000 0 16,-2.000-1.000 0-16,3.000 0.000 0 0,-1.000 0.000 0 0,2.000-1.000 0 16,-1.000 0.000 0-16,2.000-1.000 0 0,0.000 0.000 0 0,-3.000 0.000 0 15,3.000 1.000 0-15,0.000 2.000 0 0,-3.000 1.000 0 0,4.000 1.000 0 16,-3.000 0.000 0-16,1.000-2.000 0 0,1.000 1.000 0 0,-1.000 0.000 0 16,2.000 1.000 0-16,-1.000-1.000 0 0,1.000-1.000 0 0,-2.000-1.000 0 15,3.000-2.000 0-15,-1.000 1.000 0 0,-2.000-1.000 0 0,2.000-2.000 0 16,-1.000 1.000 0-16,-1.000 0.000 0 0,2.000-3.000 0 0,-1.000 1.000 0 15,1.000 0.000 0-15,-2.000-1.000 0 0,9.000-13.000 0 0,-14.000 24.000 0 16,6.000-12.000 0-16,1.000 3.000 128 0,-2.000-1.000-128 0,9.000-14.000 0 16,-13.000 28.000 224-16,13.000-28.000 0 0,-14.000 25.000 0 0,14.000-25.000 0 0,-8.000 24.000-224 15,8.000-24.000 128-15,-9.000 21.000-128 0,9.000-21.000 0 0,-9.000 18.000 0 0,9.000-18.000 0 16,0.000 0.000 0-16,-8.000 24.000 0 0,8.000-24.000 0 0,0.000 0.000 0 16,-9.000 24.000 0-16,9.000-24.000 0 0,0.000 0.000 0 0,-7.000 17.000 0 15,7.000-17.000 0-15,0.000 0.000 0 0,0.000 0.000 0 0,0.000 0.000 128 16,-8.000 19.000-128-16,8.000-19.000 0 0,0.000 0.000 192 0,0.000 0.000-16 15,0.000 0.000 0-15,-7.000 8.000 0 0,7.000-8.000-16 0,0.000 0.000 0 16,0.000 0.000 0-16,0.000 0.000 0 0,0.000 0.000-160 0,0.000 0.000 0 16,0.000 0.000 0-16,0.000 0.000 0 0,0.000 0.000 0 0,0.000 0.000 0 15,-7.000 4.000 0-15,7.000-4.000 0 0,0.000 0.000 0 0,0.000 0.000 0 16,0.000 0.000 0-16,0.000 0.000 0 0,0.000 0.000-208 0,0.000 0.000 80 16,0.000 0.000 128-16,0.000 0.000-208 0,0.000 0.000-112 0,0.000 0.000-32 0,0.000 0.000 0 15,0.000 0.000 0-15,-5.000 8.000 144 0,5.000-8.000 16 0,0.000 0.000 16 0,0.000 0.000 0 31,0.000 0.000-272-31,0.000 0.000-48 0</inkml:trace>
  <inkml:trace contextRef="#ctx0" brushRef="#br1">12090.000 12449.000 16575 0,'0.000'-3.000'1472'0,"-1.000"2.000"-1168"0,1.000 0.000-304 0,0.000 0.000 0 0,1.000 0.000 1344 0,-1.000 0.000 224 0,0.000 1.000 32 0,-1.000 0.000 16 0,1.000 0.000 256 0,0.000-1.000 48 15,0.000 1.000 16-15,-2.000 0.000 0 0,4.000-1.000-1024 0,-2.000 2.000-208 16,0.000-1.000-32-16,1.000 0.000-16 0,-1.000 0.000-656 0,0.000 1.000 0 16,-1.000 0.000 0-16,1.000 0.000 0 0,0.000 0.000-128 0,0.000 1.000 128 15,0.000-2.000-160-15,0.000 0.000 160 0,0.000 0.000 0 0,0.000 0.000 0 16,0.000 0.000 0-16,0.000 0.000 0 0,-7.000 38.000 416 0,7.000-38.000 32 15,-8.000 22.000 0-15,8.000-22.000 0 0,-11.000 26.000 48 0,11.000-26.000 16 16,-15.000 34.000 0-16,15.000-34.000 0 0,-16.000 46.000-240 0,8.000-21.000-32 0,-3.000 3.000-16 0,3.000-2.000 0 16,0.000-1.000-224-16,-1.000 0.000 144 0,1.000-1.000-144 0,-2.000 1.000 128 15,0.000 1.000 112-15,-1.000-1.000 16 0,0.000 0.000 0 16,1.000 0.000 0-16,-1.000 1.000 416 0,0.000 2.000 96 0,-2.000 0.000 0 0,2.000 2.000 16 16,-2.000-1.000-592-16,2.000 1.000-192 0,0.000 2.000 128 0,-2.000 1.000-128 15,2.000-4.000 0-15,-2.000-1.000 0 0,4.000 1.000 128 0,-3.000-2.000-128 16,1.000 0.000 0-16,0.000-1.000 0 0,1.000 1.000 0 0,-1.000-1.000 0 15,1.000-1.000 0-15,1.000-1.000 0 0,1.000 0.000 0 0,-2.000 2.000 0 16,1.000 2.000 144-16,1.000-1.000-144 0,-2.000 1.000 0 0,2.000-3.000 144 16,-2.000-2.000 48-16,10.000-23.000 0 0,-17.000 38.000 0 0,17.000-38.000 0 15,-18.000 40.000-192-15,18.000-40.000 160 0,-16.000 36.000-160 0,16.000-36.000 160 16,-17.000 34.000-160-16,17.000-34.000 0 0,-16.000 32.000 0 0,16.000-32.000 0 0,-17.000 33.000 0 0,8.000-12.000 0 16,-1.000 0.000 0-16,-2.000 1.000 0 0,4.000-2.000 0 0,-1.000-1.000 0 15,9.000-19.000 128-15,-17.000 34.000-128 0,17.000-34.000 256 0,-19.000 34.000 32 16,19.000-34.000 0-16,-16.000 33.000 0 0,16.000-33.000-288 0,-13.000 25.000 160 15,13.000-25.000-160-15,-14.000 25.000 128 0,14.000-25.000-128 0,-12.000 23.000 0 16,12.000-23.000 0-16,-14.000 22.000 0 0,14.000-22.000 0 0,-10.000 20.000 0 16,10.000-20.000 0-16,-12.000 18.000 0 0,12.000-18.000 0 0,0.000 0.000 0 15,-10.000 22.000 0-15,10.000-22.000 0 0,0.000 0.000 0 0,-14.000 26.000 0 16,14.000-26.000 0-16,-10.000 19.000 0 16,10.000-19.000 0-16,0.000 0.000 0 0,-12.000 26.000 0 0,12.000-26.000 0 0,-9.000 19.000 0 0,9.000-19.000 0 15,0.000 0.000 0-15,-12.000 26.000 0 0,12.000-26.000 0 0,-10.000 18.000 0 0,10.000-18.000 128 0,-7.000 22.000-128 16,7.000-22.000 0-16,0.000 0.000 0 0,-10.000 29.000 0 0,10.000-29.000 0 15,0.000 0.000 0-15,-10.000 25.000 0 0,10.000-25.000 0 0,0.000 0.000 0 16,0.000 0.000 0-16,-13.000 25.000 0 0,13.000-25.000 0 0,0.000 0.000 0 16,0.000 0.000 208-16,0.000 0.000-32 0,-10.000 22.000-16 0,10.000-22.000 0 15,0.000 0.000-32-15,0.000 0.000 0 0,-8.000 19.000 0 0,8.000-19.000 0 16,0.000 0.000-128-16,0.000 0.000 0 0,-12.000 22.000 0 0,12.000-22.000 0 16,0.000 0.000 0-16,0.000 0.000 0 0,-12.000 20.000 0 0,12.000-20.000 0 15,0.000 0.000 0-15,-12.000 17.000 0 0,12.000-17.000 0 0,0.000 0.000 0 16,-12.000 16.000 0-16,12.000-16.000 0 0,0.000 0.000 0 0,-12.000 14.000 0 15,12.000-14.000 0-15,0.000 0.000 0 16,-10.000 14.000 0-16,10.000-14.000 0 0,-9.000 8.000 0 0,9.000-8.000 0 0,0.000 0.000 0 0,-10.000 14.000 0 0,10.000-14.000 0 0,0.000 0.000 0 16,-10.000 17.000 0-16,10.000-17.000 0 0,0.000 0.000 0 0,-11.000 18.000 0 15,11.000-18.000 0-15,-8.000 14.000 0 0,8.000-14.000 0 0,-8.000 13.000 0 16,8.000-13.000 0-16,-8.000 13.000 0 0,8.000-13.000 0 0,-8.000 13.000 0 16,8.000-13.000 0-16,-8.000 16.000 0 0,8.000-16.000 0 0,-8.000 16.000 0 15,8.000-16.000 0-15,-8.000 16.000 0 0,8.000-16.000 0 0,-9.000 14.000 0 16,9.000-14.000 0-16,-9.000 16.000 0 0,9.000-16.000 0 0,-11.000 19.000 0 15,5.000-10.000 0-15,6.000-9.000 0 0,-10.000 18.000 0 0,10.000-18.000 0 16,-8.000 16.000 0-16,8.000-16.000 0 0,-8.000 15.000 0 0,8.000-15.000 0 16,-6.000 15.000 0-16,6.000-15.000 0 15,-7.000 10.000 0-15,7.000-10.000 0 0,0.000 0.000 0 0,-7.000 16.000 0 0,7.000-16.000 0 0,0.000 0.000 0 0,-9.000 13.000 0 0,9.000-13.000 0 16,0.000 0.000 0-16,-6.000 17.000 0 0,6.000-17.000 0 0,0.000 0.000 0 16,0.000 0.000 0-16,-8.000 15.000 0 0,8.000-15.000 0 0,0.000 0.000 0 15,0.000 0.000 0-15,0.000 0.000 0 0,-5.000 11.000 0 0,5.000-11.000 0 16,0.000 0.000-128-16,0.000 0.000 128 0,0.000 0.000 0 0,-5.000 7.000 0 15,5.000-7.000-192-15,-3.000 6.000 48 0,3.000-6.000 0 0,0.000 0.000 0 16,-5.000 13.000-48-16,5.000-13.000 0 0,-6.000 11.000 0 0,6.000-11.000 0 16,-6.000 13.000 64-16,1.000-5.000 0 0,2.000 2.000 0 0,-1.000-2.000 0 15,1.000 1.000 0-15,-3.000-2.000 0 0,6.000-7.000 0 16,-5.000 10.000 0-16,5.000-10.000 128 0,0.000 0.000-192 0,0.000 0.000 192 0,0.000 0.000-192 16,0.000 0.000-576-1,0.000 0.000-112-15,0.000 0.000-16 0</inkml:trace>
  <inkml:trace contextRef="#ctx0" brushRef="#br1">12215.000 13002.000 19343 0,'0.000'0.000'1728'0,"0.000"0.000"-1392"0,0.000 0.000-336 0,0.000 0.000 0 0,0.000 0.000 224 0,0.000 0.000-32 0,0.000 0.000 0 0,0.000 0.000 0 0,0.000 0.000 960 0,-8.000 30.000 192 15,8.000-30.000 48-15,-7.000 25.000 0 16,7.000-25.000-368-16,-8.000 33.000-64 16,8.000-33.000 0-16,-11.000 39.000-16 0,11.000-39.000-48 0,-11.000 42.000 0 15,3.000-19.000 0-15,2.000 1.000 0 0,-1.000-2.000-192 0,-1.000-1.000-32 16,8.000-21.000-16-16,-14.000 38.000 0 0,4.000-12.000-400 0,-3.000 2.000-64 0,-1.000 2.000-32 0,1.000 0.000 0 15,-1.000-1.000-16-15,1.000-1.000 0 16,-3.000 1.000 0-16,3.000 1.000 0 0,-3.000 1.000 160 0,0.000-3.000 16 0,3.000-2.000 16 0,-1.000-1.000 0 16,1.000-1.000 80-16,2.000-2.000 16 0,3.000-3.000 0 0,8.000-19.000 0 15,-18.000 34.000-208-15,18.000-34.000-32 0,-15.000 34.000-16 0,15.000-34.000 0 16,-15.000 35.000-176-16,15.000-35.000 160 0,-13.000 37.000-160 0,13.000-37.000 160 16,-11.000 37.000 128-16,11.000-37.000 32 0,-11.000 40.000 0 0,11.000-40.000 0 15,-13.000 41.000-144-15,5.000-19.000-32 0,0.000 2.000 0 0,0.000 1.000 0 16,-1.000 0.000 48-16,0.000-1.000 0 0,3.000-1.000 0 0,-3.000-1.000 0 15,9.000-22.000 128-15,-15.000 36.000 16 0,15.000-36.000 16 0,-11.000 30.000 0 0,11.000-30.000-224 16,-10.000 28.000-128-16,10.000-28.000 128 0,-8.000 28.000-128 0,8.000-28.000 0 0,-14.000 37.000 0 16,14.000-37.000 0-16,-13.000 36.000 0 0,13.000-36.000 0 0,-13.000 33.000 0 15,13.000-33.000 0-15,-11.000 24.000 128 0,11.000-24.000-128 0,0.000 0.000 144 16,-11.000 21.000-144-16,11.000-21.000 160 0,0.000 0.000-32 0,0.000 0.000 0 16,0.000 0.000 0-16,0.000 0.000 0 0,0.000 0.000-128 0,0.000 0.000 0 15,0.000 0.000 0-15,0.000 0.000 0 0,-8.000 17.000 0 0,8.000-17.000 0 16,0.000 0.000 0-16,0.000 0.000 0 0,0.000 0.000 0 0,0.000 0.000 0 15,0.000 0.000 0-15,-10.000 20.000 0 0,10.000-20.000 0 0,0.000 0.000 0 16,0.000 0.000 0-16,0.000 0.000 0 0,0.000 0.000 0 0,0.000 0.000 0 16,0.000 0.000 0-16,0.000 0.000-12928 15,0.000 0.000-2496-15</inkml:trace>
  <inkml:trace contextRef="#ctx0" brushRef="#br1">11476.000 10452.000 21183 0,'0.000'-2.000'1888'0,"1.000"1.000"-1504"0,-1.000 0.000-384 0,0.000 1.000 0 0,2.000-1.000 448 0,-2.000 0.000 0 16,2.000 0.000 16-16,-1.000-1.000 0 15,4.000 0.000 736-15,-1.000 1.000 144 0,1.000 0.000 16 0,0.000 1.000 16 0,-5.000 0.000-864 0,0.000 0.000-160 31,0.000 0.000-32-31,0.000 0.000-16 0,0.000 0.000 80 0,31.000 41.000 32 16,-31.000-41.000 0-16,0.000 0.000 0 0,7.000 48.000 496 0,-7.000-48.000 112 0,-4.000 41.000 0 0,4.000-41.000 16 0,-8.000 43.000-384 0,3.000-23.000-80 16,0.000-1.000 0-16,-1.000-3.000-16 0,1.000 0.000-416 0,0.000-1.000-144 15,0.000-3.000 0-15,2.000-1.000 144 0,-1.000-3.000-144 0,1.000-3.000 0 16,1.000-2.000 0-16,2.000-1.000 0 0,0.000-2.000 0 0,0.000 0.000 0 16,0.000-2.000 0-16,0.000 1.000 0 0,0.000-1.000 0 0,2.000-3.000 0 0,-1.000-3.000 0 0,3.000-6.000 0 15,1.000-4.000 0-15,2.000-4.000 0 0,1.000-1.000-128 0,3.000-6.000 128 31,-1.000-2.000-720-31,1.000 1.000-80 0,-1.000 1.000-16 0,0.000 4.000 0 16,-3.000 4.000 96-16,1.000 4.000 16 0,-1.000 4.000 0 0,0.000 2.000 0 0,-2.000 2.000 704 0,0.000 1.000 0 0,-2.000 2.000 0 0,1.000 2.000 0 16,0.000 2.000 0-1,-2.000 0.000 0-15,-1.000 2.000 0 0,-1.000 0.000 0 0,0.000 1.000 192 0,0.000 0.000-32 0,0.000 0.000 0 0,0.000 2.000 0 16,0.000-3.000-16-16,0.000 0.000 0 16,0.000 0.000 0-16,2.000 35.000 0 0,-2.000-35.000 48 0,-2.000 39.000 16 15,2.000-39.000 0-15,-7.000 54.000 0 0,2.000-21.000 96 0,0.000-2.000 16 0,0.000-1.000 0 0,0.000-2.000 0 16,-1.000 0.000 32-16,6.000-28.000 16 0,-8.000 46.000 0 0,8.000-46.000 0 15,-7.000 39.000-240-15,7.000-39.000-128 0,-3.000 31.000 160 0,3.000-31.000-160 16,0.000 0.000 0-16,-2.000 39.000 0 0,2.000-39.000 0 0,0.000 0.000 0 0,0.000 0.000 0 0,0.000 0.000 0 16,0.000 0.000 0-16,0.000 0.000-160 15,0.000 0.000-560-15,0.000 0.000-112 0,0.000 0.000-32 16,0.000 0.000-13920-16</inkml:trace>
  <inkml:trace contextRef="#ctx0" brushRef="#br1">11765.000 10375.000 21183 0,'0.000'0.000'944'0,"0.000"0.000"192"0,0.000 0.000-912 0,0.000 0.000-224 0,2.000 1.000 0 0,-2.000-1.000 0 0,0.000 1.000 128 0,2.000 0.000 0 0,-1.000 1.000-128 0,2.000 0.000 192 0,-3.000-2.000 1088 0,0.000 0.000 224 0,0.000 0.000 32 0,0.000 0.000 16 16,0.000 0.000-816-16,37.000 11.000-160 0,-29.000-12.000-48 0,0.000-1.000 0 16,0.000 0.000 48-1,0.000-2.000 0-15,3.000-2.000 0 0,-3.000 0.000 0 0,2.000-1.000-576 0,-1.000-1.000 0 0,1.000-2.000-160 0,-2.000 1.000 160 31,0.000-1.000-1472-31,-2.000 2.000-160 0,1.000 2.000-32 0,-4.000 1.000-16 16,2.000 1.000-976-16,-4.000 3.000-192 0,1.000 1.000-32 0,-4.000 0.000-16 16,2.000 2.000 1456-16,-1.000 1.000 288 0,-1.000 1.000 64 0,-1.000 2.000 16 0,-2.000 3.000 1264 0,-1.000 4.000 256 0,-1.000 2.000 64 0,0.000 2.000 0 15,-2.000 2.000 896-15,1.000 1.000 176 0,1.000 0.000 32 0,-3.000 2.000 16 32,0.000 5.000-416-32,-1.000 2.000-64 0,3.000 0.000-32 0,0.000-2.000 0 0,8.000-27.000-32 15,-13.000 45.000-16-15,13.000-45.000 0 0,-8.000 37.000 0 0,8.000-37.000-592 0,-8.000 32.000-112 16,8.000-32.000-32-16,-6.000 29.000 0 0,6.000-29.000-336 0,-7.000 25.000 0 15,7.000-25.000 0-15,-9.000 21.000 0 0,9.000-21.000 0 0,-10.000 18.000-160 16,5.000-13.000 160-16,-1.000 0.000 0 0,1.000-1.000-368 0,-3.000 0.000 48 16,2.000-4.000 0-16,-4.000-1.000 0 15,1.000-4.000-1584-15,-1.000 0.000-304 0</inkml:trace>
  <inkml:trace contextRef="#ctx0" brushRef="#br1">11650.000 10685.000 3679 0,'0.000'0.000'320'0,"0.000"0.000"-320"15,0.000 0.000 0-15,0.000-1.000 0 0,0.000 1.000 1072 0,0.000-1.000 144 16,0.000 0.000 16-16,2.000-1.000 16 0,-2.000 1.000 1184 0,3.000 0.000 224 15,-3.000 1.000 48-15,0.000 0.000 16 0,0.000 0.000-720 0,0.000 0.000-144 16,0.000 0.000-16-16,37.000 15.000-16 0,-37.000-15.000 128 0,0.000 0.000 32 0,0.000 0.000 0 0,46.000 30.000 0 16,-46.000-30.000-784-16,0.000 0.000-160 0,40.000 24.000-16 0,-40.000-24.000-16 15,0.000 0.000-608-15,42.000 20.000-112 0,-42.000-20.000-32 0,0.000 0.000 0 16,38.000 16.000-256-16,-38.000-16.000 0 0,0.000 0.000 0 0,34.000 11.000 0 16,-34.000-11.000 0-16,0.000 0.000 0 0</inkml:trace>
  <inkml:trace contextRef="#ctx0" brushRef="#br1">12189.000 10279.000 37775 0,'0.000'-1.000'3360'0,"0.000"1.000"-2688"0,0.000 0.000-544 0,0.000 0.000-128 0,0.000 0.000 368 0,-3.000 0.000 32 15,3.000 0.000 16-15,0.000 0.000 0 0,0.000 0.000 352 0,-1.000 1.000 64 16,-1.000 2.000 0-16,0.000 2.000 16 0,-1.000 2.000-576 0,3.000-7.000-112 15,-10.000 22.000-32-15,10.000-22.000 0 0,-16.000 32.000-128 0,7.000-13.000 128 16,-6.000 4.000-128-16,-2.000 3.000 128 0,2.000 1.000-128 0,-4.000 2.000 0 16,0.000 1.000 0-16,-2.000 2.000 0 0,2.000 1.000-272 0,-2.000-2.000-96 15,2.000-5.000-16-15,1.000-3.000-12128 16,4.000-4.000-2432-16</inkml:trace>
  <inkml:trace contextRef="#ctx0" brushRef="#br1">12168.000 10281.000 11055 0,'2.000'0.000'976'0,"-2.000"0.000"-784"15,0.000 0.000-192-15,0.000-1.000 0 0,1.000 1.000 4176 0,1.000 0.000 800 0,-2.000 0.000 144 0,3.000 0.000 48 16,-1.000 0.000-3648-16,5.000 1.000-736 0,-7.000-1.000-144 0,0.000 0.000-16 16,0.000 0.000 320-16,38.000 12.000 64 0,-38.000-12.000 16 0,0.000 0.000 0 15,38.000 17.000-768-15,-38.000-17.000-256 0,0.000 0.000 144 0,40.000 22.000-144 16,-40.000-22.000 128-16,0.000 0.000-128 0,40.000 19.000 0 0,-40.000-19.000 128 15,0.000 0.000-128-15,0.000 0.000 0 0,43.000 17.000 0 0,-43.000-17.000 0 16,0.000 0.000 0-16,0.000 0.000 0 0,32.000 7.000 0 0,-25.000-7.000 0 16,-2.000-1.000-512-16,-1.000 0.000 0 15</inkml:trace>
  <inkml:trace contextRef="#ctx0" brushRef="#br1">12090.000 10492.000 28559 0,'0.000'0.000'2544'0,"0.000"0.000"-2032"15,3.000 0.000-512-15,-3.000 0.000 0 0,0.000 1.000 560 0,2.000-1.000 16 16,-1.000 0.000 0-16,4.000-1.000 0 0,2.000-1.000 576 0,4.000-1.000 128 16,0.000 0.000 32-16,3.000-1.000 0 0,-1.000-2.000-688 0,1.000 1.000-144 15,0.000-1.000-32-15,0.000 0.000 0 0,0.000 1.000-320 0,-1.000-2.000-128 0,0.000 3.000 0 0,-2.000-2.000 144 16,-3.000 3.000-144-16,1.000 0.000-144 0,-4.000 0.000 144 0,-1.000 1.000-16512 15</inkml:trace>
  <inkml:trace contextRef="#ctx0" brushRef="#br1">12149.000 10493.000 5519 0,'-5.000'2.000'496'0,"4.000"-1.000"-496"0,-1.000 1.000 0 0,-1.000 1.000 0 15,3.000-1.000 992-15,0.000 0.000 96 0,0.000-2.000 32 0,0.000 0.000 0 16,0.000 0.000 1760-16,-3.000 33.000 368 0,3.000-33.000 64 0,0.000 0.000 16 15,0.000 42.000-1328-15,0.000-42.000-256 0,0.000 0.000-48 0,0.000 0.000-16 16,6.000 42.000-944-16,-6.000-42.000-192 0,0.000 0.000-32 0,0.000 0.000-16 0,0.000 0.000-496 16,0.000 0.000 0-16,10.000 42.000 0 0,-10.000-42.000 0 15,0.000 0.000-512-15,0.000 0.000-192 0</inkml:trace>
  <inkml:trace contextRef="#ctx0" brushRef="#br1">12202.000 10615.000 2415 0,'0.000'-4.000'0'0,"2.000"2.000"0"0,-1.000 0.000 144 0,-1.000 0.000-144 0,2.000 0.000 0 0,-2.000 1.000 0 15,0.000 0.000 0-15,3.000-2.000 0 0,0.000-1.000 1600 0,0.000 0.000 240 16,-1.000 2.000 32-16,-1.000 0.000 16 0,-1.000 0.000-352 0,2.000 1.000-80 0,-2.000 1.000-16 16,0.000 0.000 0-16,0.000 0.000 176 0,-2.000 0.000 48 0,2.000 0.000 0 15,0.000 1.000 0 1,0.000-1.000-1824-16,2.000 0.000-352 0,-2.000 0.000-80 0,0.000-1.000-16 0</inkml:trace>
  <inkml:trace contextRef="#ctx0" brushRef="#br1">12286.000 10503.000 22111 0,'0.000'1.000'976'0,"0.000"-1.000"208"0,0.000 0.000-944 0,0.000 1.000-240 0,0.000-1.000 0 0,0.000 0.000 0 16,0.000 1.000 1344-16,-1.000 1.000 240 0,1.000 2.000 32 0,0.000-4.000 16 16,0.000 0.000 416-16,-8.000 25.000 64 0,8.000-25.000 32 0,-10.000 27.000 0 15,4.000-11.000-1632-15,-3.000 2.000-320 0,0.000 0.000-64 0,-1.000 1.000 0 16,0.000 1.000-320-16,0.000-1.000-64 0,-3.000 1.000-16 0,2.000-2.000 0 31,-2.000 0.000-688-31,2.000-3.000-144 0,0.000-2.000-32 0,1.000-2.000 0 0,1.000-3.000-304 0,2.000-2.000-64 0,-1.000 0.000-16 0,2.000-4.000 0 16,3.000-2.000-256-16,1.000-1.000-48 15,2.000 0.000-16-15,0.000-3.000 0 0,0.000 1.000 1264 0,4.000-3.000 240 0,2.000-2.000 48 0,3.000-3.000 16 0,1.000-1.000 576 0,4.000-3.000 112 16,4.000-2.000 32-16,-2.000-1.000 0 0,2.000-1.000-144 0,-1.000 0.000-32 16,2.000 1.000 0-16,-2.000-1.000 0 0,0.000 0.000 640 0,0.000-2.000 128 15,0.000-2.000 32-15,0.000 0.000 0 0,-1.000 0.000 144 0,-1.000 0.000 16 16,1.000 1.000 16-16,-1.000-1.000 0 16,0.000-3.000-864-16,1.000 0.000-160 0,1.000-2.000-32 0,-2.000 1.000-16 0,1.000 4.000-176 0,-4.000 3.000 0 15,-2.000 5.000 0-15,-3.000 3.000-176 0,2.000 3.000 176 0,-4.000 3.000 0 16,0.000 2.000 0-16,-3.000 1.000-128 0,-1.000 2.000 128 0,1.000 1.000 176 15,-2.000 1.000-48-15,0.000 0.000 0 0,-2.000 0.000 1136 0,2.000 1.000 208 0,0.000-1.000 64 16,0.000 2.000 0-16,0.000-3.000-800 0,0.000 0.000-160 0,0.000 0.000-16 16,0.000 0.000-16-16,11.000 46.000-208 0,-11.000-46.000-32 0,0.000 0.000-16 0,0.000 0.000 0 15,20.000 48.000-288-15,-20.000-48.000 0 0,0.000 0.000 0 0,24.000 37.000 0 16,-24.000-37.000 0-16,0.000 0.000 0 0,0.000 0.000 0 0,28.000 45.000 0 16,-28.000-45.000 128-16,0.000 0.000-128 0,0.000 0.000 0 0,15.000 48.000 0 15,-15.000-48.000 176-15,0.000 0.000-32 0,-5.000 39.000 0 0,5.000-39.000 0 16,-14.000 35.000 304-16,2.000-15.000 64 0,0.000 1.000 16 0,-3.000-2.000 0 15,-1.000-1.000-352-15,-1.000-2.000-176 0,0.000-2.000 160 0,-3.000-2.000-160 16,1.000-2.000 0-16,-2.000-2.000 128 0,4.000-2.000-128 0,2.000-2.000 0 16,1.000-2.000 0-16,2.000-2.000 0 0,0.000-2.000 0 0,2.000-1.000 0 15,1.000-2.000-304 1,2.000-1.000-96-16,0.000-1.000-32 0,2.000-1.000 0 0,2.000-1.000-1808 0,3.000 1.000-384 0,2.000 0.000-64 0,1.000-1.000 0 16,2.000 3.000-320-16,0.000 1.000-64 0,4.000 1.000-16 0,-4.000-1.000 0 0,3.000 3.000 2304 0,-1.000 0.000 464 15,0.000 0.000 80-15,-7.000 2.000 32 0,0.000 0.000 1744 0,0.000 0.000 336 16,26.000 1.000 80-16,-26.000-1.000 16 15,0.000 0.000 496-15,0.000 0.000 96 0,34.000 6.000 32 0,-34.000-6.000 0 0,0.000 0.000-1360 0,33.000 8.000-272 16,-33.000-8.000-48-16,0.000 0.000-16 0,39.000 12.000-576 0,-39.000-12.000-112 16,0.000 0.000-16-16,0.000 0.000-16 0,41.000 14.000-176 0,-41.000-14.000 0 15,0.000 0.000 0-15,0.000 0.000 128 0,40.000 19.000-128 0,-40.000-19.000 0 16,0.000 0.000 0-16,0.000 0.000 0 0,0.000 0.000 0 0,36.000 21.000 0 16,-36.000-21.000 0-16,0.000 0.000-17056 0</inkml:trace>
  <inkml:trace contextRef="#ctx0" brushRef="#br1">12250.000 10505.000 13823 0,'0.000'0.000'1216'0,"0.000"0.000"-960"0,0.000 0.000-256 0,0.000 0.000 0 0,0.000 0.000 896 0,0.000 0.000 144 0,-2.000 1.000 32 0,2.000-1.000 0 0,-1.000 2.000 1168 0,-1.000-1.000 256 16,2.000 1.000 32-16,-2.000 1.000 16 0,2.000 1.000-1840 0,0.000-4.000-352 16,0.000 0.000-80-16,0.000 0.000-16 0,0.000 0.000-256 0,0.000 0.000 0 15,0.000 0.000 0-15,0.000 0.000-144 16,7.000 41.000 144-16,-7.000-41.000 0 0,0.000 0.000 0 0,0.000 0.000-8208 16,0.000 0.000-1584-16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15: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5903.000 16543.000 19343 0,'-9.000'0.000'1728'0,"3.000"0.000"-1392"0,1.000 0.000-336 0,2.000 0.000 0 0,2.000 0.000 272 0,-3.000 1.000-16 0,-2.000-1.000 0 0,-4.000 1.000 0 16,-4.000 1.000-256-16,1.000-1.000 0 0,2.000 0.000 0 0,1.000 1.000-144 15,2.000 0.000 144-15,0.000-1.000 0 0,3.000 1.000 0 0,2.000 0.000-128 16,0.000 0.000 128-16,0.000 1.000 0 0,1.000-1.000 0 0,1.000 3.000-8928 16</inkml:trace>
  <inkml:trace contextRef="#ctx0" brushRef="#br1">11164.000 13045.000 1839 0,'0.000'0.000'160'0,"0.000"-6.000"-160"0,0.000 6.000 0 0,0.000 0.000 0 0,0.000 0.000 848 0,0.000-4.000 144 0,0.000 4.000 32 0,0.000-5.000 0 15,0.000 1.000 656-15,0.000-1.000 144 0,0.000 5.000 32 0,0.000 0.000 0 16,0.000-4.000-368-16,0.000 4.000-64 0,0.000 0.000-16 0,0.000 0.000 0 15,-2.000-2.000-672-15,2.000 2.000-144 0,0.000 0.000-16 0,0.000 0.000-16 16,0.000 0.000-144-16,0.000 0.000-32 0,0.000 0.000 0 0,0.000 0.000 0 16,0.000 0.000-576-16,0.000 0.000-112 0,0.000 0.000-16 0,-3.000 19.000-16 15,3.000-19.000 336-15,0.000 0.000-176 0,0.000 0.000 176 0,0.000 0.000-128 0,0.000 0.000 128 0,0.000 0.000 0 16,0.000 0.000 0-16,0.000 0.000 0 0,0.000 0.000 0 0,0.000 0.000 0 16,0.000 0.000 0-16,-2.000 24.000 128 0,2.000-24.000-128 0,0.000 0.000 0 15,0.000 0.000 0-15,0.000 0.000 0 0,2.000 30.000 0 16,-2.000-30.000 0-16,0.000 0.000 0 0,0.000 27.000 0 0,0.000-27.000 0 0,0.000 0.000 0 15,0.000 0.000-144-15,-2.000 26.000 144 0,2.000-26.000 0 0,0.000 0.000 0 16,0.000 0.000 0-16,0.000 0.000 0 0,0.000 0.000 0 0,0.000 0.000 0 16,0.000 0.000 0-16,0.000 0.000 0 0,0.000 0.000 448 0,0.000 0.000 48 15,0.000 0.000 16-15,-3.000-5.000 0 0,3.000 5.000 608 0,-6.000-10.000 128 0,6.000 3.000 32 0,-2.000-2.000 0 16,-1.000-1.000-1280-16,1.000-1.000 0 0,2.000 1.000-288 0,-1.000-1.000 48 16,1.000 4.000 80-16,-2.000 0.000 16 15,2.000-1.000 0-15,-3.000 3.000 0 0,3.000 0.000 144 0,-2.000 1.000 128 0,2.000 1.000-128 0,-1.000 0.000 176 16,-1.000-1.000 128-16,2.000 4.000 16 15,-3.000-1.000 16-15,3.000 1.000 0 0,0.000 0.000-16 0,0.000 0.000-16 0,0.000 0.000 0 0,0.000 0.000 0 16,0.000 0.000 144-16,0.000 0.000 16 0,0.000 0.000 16 0,0.000 0.000 0 16,0.000 0.000-480-16,0.000 0.000 0 0,0.000 0.000 0 0,0.000 0.000 0 15,0.000 0.000 0-15,0.000 0.000-160 0,0.000 0.000 160 0,0.000 0.000-128 16,0.000 0.000 128-16,0.000 0.000-192 0,0.000 0.000 192 0,0.000 0.000-192 16,0.000 0.000 192-16,11.000 34.000-208 0,-11.000-34.000 80 0,0.000 0.000 128 15,0.000 0.000-208-15,0.000 0.000 80 0,0.000 0.000 128 0,0.000 0.000-208 0,0.000 0.000 208 0,0.000 0.000 0 16,0.000 0.000 0-16,0.000 0.000 0 0,0.000 0.000 144 0,0.000 0.000-144 15,0.000 0.000 0-15,0.000 0.000 144 0,0.000 0.000-144 0,0.000 0.000 128 16,0.000 0.000-128-16,0.000 0.000 128 0,0.000-2.000 672 0,0.000 2.000 128 16,-2.000-6.000 32-16,2.000 6.000 0 0,0.000-6.000-448 0,0.000 1.000-64 15,0.000 5.000-32-15,2.000-9.000 0 0,-2.000 4.000-416 0,2.000 1.000 0 16,-2.000 4.000 128 0,1.000-7.000-128-16,-1.000 7.000 0 0,2.000-4.000 0 0,-2.000 4.000 0 0,0.000 0.000 0 0,0.000 0.000-128 0,0.000 0.000 128 15,0.000 0.000 0-15,0.000 0.000 0 0,0.000 0.000 0 0,0.000 0.000-176 16,0.000 0.000 176-16,0.000 0.000-128 15,0.000 0.000-320-15,0.000 0.000-48 0,0.000 0.000-16 0,0.000 0.000 0 16,0.000 0.000 64-16,0.000 0.000 16 0,0.000 0.000 0 0,0.000 0.000 0 0,0.000 0.000 176 0,0.000 0.000 48 0,0.000 0.000 0 0,0.000 0.000 0 16,11.000 35.000-112-16,-11.000-35.000-32 15,0.000 0.000 0-15,5.000 34.000 0 16,-5.000-34.000 48-16,0.000 0.000 16 0,3.000 33.000 0 0,-3.000-33.000 0 16,0.000 0.000 288-16,0.000 0.000 0 0,-2.000 28.000-128 0,2.000-28.000 128 15,0.000 0.000 0-15,0.000 0.000 0 0,0.000 0.000-128 0,0.000 0.000 128 16,0.000 0.000 0-16,0.000 0.000 0 0,0.000 0.000 0 0,0.000 0.000 0 15,0.000 0.000 0-15,0.000 0.000 0 0,0.000 0.000 144 0,0.000 0.000-144 16,0.000 0.000 576-16,0.000 0.000 48 0,-6.000-1.000 0 0,3.000-2.000 0 16,3.000 3.000-256-16,-3.000-7.000-48 0,1.000 3.000-16 0,2.000 4.000 0 0,-1.000-9.000-304 0,-1.000 4.000 128 15,2.000-1.000-128-15,-2.000 0.000 0 0,2.000 1.000 208 16,0.000 0.000-64-16,0.000 0.000-16 0,-1.000 1.000 0 0,1.000 4.000-128 0,0.000-6.000 0 16,0.000 6.000 0-16,0.000 0.000 0 0,-2.000-3.000 0 15,2.000 3.000 128-15,0.000 0.000-128 0,0.000 0.000 0 0,0.000 0.000 0 0,0.000 0.000 128 16,0.000 0.000-128-16,0.000 0.000 0 0,0.000 0.000 176 0,0.000 0.000-48 15,0.000 0.000-128-15,0.000 0.000 192 0,0.000 0.000-192 0,0.000 0.000-240 16,0.000 0.000 48-16,0.000 0.000 16 16,0.000 0.000-560-16,0.000 0.000-112 0,0.000 0.000-32 0,0.000 0.000 0 15,0.000 0.000 208-15,0.000 0.000 32 0,0.000 0.000 16 0,0.000 0.000 0 0,0.000 0.000 256 0,8.000 32.000 48 16,-8.000-32.000 16-16,0.000 0.000 0 0,0.000 0.000 304 0,0.000 0.000 0 16,0.000 0.000 0-16,0.000 0.000 0 0,0.000 0.000 0 0,0.000 0.000 0 15,0.000 0.000 0-15,0.000 0.000 0 0,0.000 0.000 0 0,0.000 0.000 0 16,0.000 0.000 176-16,0.000 0.000-176 0,0.000 0.000 1040 0,0.000 0.000 112 0,0.000 0.000 0 0,0.000 0.000 16 15,0.000 0.000 192-15,-3.000-11.000 48 0,1.000-2.000 0 0,1.000-3.000 0 16,-1.000 0.000-896-16,-1.000 1.000-160 0,1.000 0.000-32 0,2.000 4.000-16 16,-1.000 0.000-304-16,1.000 3.000 0 0,-2.000 2.000-208 0,2.000 0.000 80 15,0.000 6.000 128-15,-3.000-6.000 0 0,3.000 6.000-144 0,0.000-2.000 144 16,0.000 2.000 0-16,0.000 0.000 0 0,0.000 0.000-144 0,0.000 0.000 144 16,0.000 0.000-192-16,0.000 0.000 32 0,0.000 0.000 0 0,0.000 0.000 0 15,0.000 0.000-240 1,0.000 0.000-48-16,0.000 0.000-16 0,3.000 30.000 0 0,-3.000-30.000 80 0,0.000 0.000 0 0,5.000 33.000 16 0,-5.000-33.000 0 15,0.000 0.000 80-15,5.000 31.000 16 0,-5.000-31.000 0 0,0.000 0.000 0 16,0.000 0.000-496-16,0.000 0.000-80 16,0.000 0.000-32-16,0.000 0.000 0 0,0.000 0.000 720 0,0.000 0.000 160 0,0.000 0.000 0 0,0.000 0.000 0 0,0.000 0.000 304 0,0.000 0.000 48 15,0.000 0.000 16-15,0.000 0.000 0 0,0.000 0.000 992 0,0.000 0.000 208 16,0.000 0.000 32-16,0.000 0.000 16 0,0.000 0.000-992 0,-2.000-12.000-208 16,2.000 3.000-32-16,-3.000 1.000-16 0,3.000 0.000-368 0,-2.000 1.000 0 15,2.000 0.000-160-15,0.000 0.000 160 0,0.000 4.000 0 0,0.000 0.000-128 16,0.000 3.000 128-16,0.000 0.000 0 0,0.000 0.000 0 0,0.000 0.000 0 15,0.000 0.000 128-15,0.000 0.000-128 0,0.000 0.000 0 0,0.000 0.000 0 16,0.000 0.000-208-16,0.000 0.000 64 16,0.000 0.000-496-16,0.000 0.000-112 0,0.000 0.000-16 0,0.000 0.000 0 15,0.000 0.000-272-15,0.000 0.000-64 0,0.000 0.000-16 0,0.000 0.000 0 0,0.000 0.000 624 0,5.000 30.000 128 0,-5.000-30.000 32 0,0.000 0.000 0 16,0.000 0.000 128-16,3.000 37.000 16 16,-3.000-37.000 16-16,0.000 0.000 0 0,-3.000 32.000 176 0,3.000-32.000 0 0,0.000 0.000 128 0,0.000 0.000-128 31,-3.000 26.000-384-31,3.000-26.000-160 0,0.000 0.000-32 0,0.000 0.000-10112 0</inkml:trace>
  <inkml:trace contextRef="#ctx0" brushRef="#br1">11082.000 12205.000 8287 0,'0.000'-3.000'736'0,"0.000"1.000"-592"0,0.000 0.000-144 0,0.000 1.000 0 0,0.000 2.000 944 0,0.000-1.000 144 0,-3.000-1.000 48 0,3.000-1.000 0 0,0.000 0.000 464 0,0.000-1.000 80 0,0.000 2.000 32 0,-1.000-1.000 0 16,1.000 1.000-64-16,0.000 0.000-16 0,0.000 2.000 0 0,0.000-1.000 0 0,0.000 0.000-224 0,0.000 0.000-64 15,0.000 0.000 0-15,0.000 0.000 0 0,0.000 0.000-304 0,0.000 0.000-64 16,0.000 0.000-16-16,0.000 0.000 0 0,0.000 0.000-624 0,0.000 0.000-128 16,0.000 0.000-16-16,0.000 0.000-16 0,0.000 0.000-176 0,0.000 0.000-192 15,0.000 0.000 32-15,0.000 0.000 16 0,0.000 0.000-112 0,12.000 37.000-32 16,-12.000-37.000 0-16,0.000 0.000 0 0,0.000 0.000 64 0,8.000 36.000 16 15,-8.000-36.000 0-15,0.000 0.000 0 0,2.000 29.000 208 0,-2.000-29.000 0 16,0.000 0.000 0-16,3.000 29.000 0 0,-3.000-29.000 128 0,0.000 0.000-128 16,5.000 33.000 192-16,-5.000-33.000-192 0,0.000 0.000 224 0,3.000 39.000-64 15,-3.000-39.000-16-15,3.000 30.000 0 0,-3.000-30.000-144 0,3.000 31.000 0 16,-3.000-31.000 0-16,0.000 0.000 0 0,2.000 41.000 0 0,-2.000-41.000 0 0,0.000 32.000 0 16,0.000-32.000 0-16,0.000 35.000 0 0,0.000-35.000 0 0,0.000 40.000 144 15,0.000-40.000-144-15,-2.000 36.000 672 0,2.000-36.000 64 0,0.000 28.000 16 0,0.000-28.000 0 16,0.000 0.000-560-16,0.000 0.000-192 0,2.000 33.000 144 0,-2.000-33.000-144 15,0.000 0.000 0-15,0.000 0.000 0 0,0.000 0.000 0 0,0.000 0.000 0 16,0.000 0.000 0-16,0.000 0.000 0 0,0.000 0.000 144 0,0.000 0.000-144 16,0.000 0.000 0-16,0.000 0.000 128 0,0.000 0.000-128 0,0.000 0.000 0 15,0.000 0.000 352-15,0.000 0.000 0 0,0.000 0.000 0 0,0.000 0.000 0 16,0.000 0.000 240-16,0.000 0.000 48 0,0.000 0.000 16 0,0.000 0.000 0 16,0.000 0.000-512-16,0.000 0.000-144 0,0.000 0.000 0 0,0.000 0.000 0 31,0.000 0.000-368-31,0.000 0.000-144 0,0.000 0.000-16 0,0.000 0.000-16 0,0.000 0.000-1376 0,0.000 0.000-288 0,0.000 0.000-48 0,0.000 0.000-11952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22:14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11258.000 9451.000 11967 0,'-2.000'1.000'1072'0,"-1.000"-1.000"-864"0,3.000 0.000-208 0,0.000 0.000 0 0,0.000 0.000 1024 0,0.000 0.000 176 16,0.000 0.000 16-16,-3.000 3.000 16 0,3.000-3.000 1408 0,-6.000 1.000 288 16,6.000-1.000 48-16,0.000 0.000 16 0,0.000 0.000-896 0,0.000 0.000-176 15,-3.000 1.000-48-15,3.000-1.000 0 0,0.000 0.000-608 0,0.000 0.000-128 16,0.000 0.000-32-16,0.000 0.000 0 0,0.000 0.000-720 15,0.000 0.000-128-15,0.000 0.000-48 0,0.000 0.000 0 0,0.000 0.000-208 0,0.000 0.000 128 16,0.000 0.000-128-16,0.000 0.000 0 0,30.000 3.000 0 0,-30.000-3.000 128 16,0.000 0.000-128-16,0.000 0.000 0 0,30.000-1.000 160 0,-30.000 1.000-16 15,0.000 0.000 0-15,34.000-3.000 0 0,-34.000 3.000-144 0,26.000-3.000 0 16,-26.000 3.000 0-16,27.000-5.000 0 0,-27.000 5.000 0 0,29.000-2.000 0 16,-29.000 2.000 128-16,28.000-2.000-128 0,-28.000 2.000 0 0,32.000-4.000 0 0,-32.000 4.000 0 0,43.000-3.000 0 15,-43.000 3.000 0-15,48.000-2.000 0 0,-19.000 3.000 0 0,0.000-2.000 0 16,2.000-1.000 0-16,-3.000-1.000 0 0,-2.000 1.000 0 0,1.000 0.000 0 15,0.000-1.000 0-15,0.000 1.000 0 0,2.000 2.000 0 0,-1.000-1.000 0 16,0.000-3.000 0-16,3.000 0.000 0 0,1.000 1.000 0 0,3.000 0.000 0 16,-2.000 3.000 0-16,4.000-1.000 0 0,0.000-2.000 0 0,3.000 0.000 0 15,-3.000 0.000 0-15,1.000-2.000 0 0,-2.000 1.000 0 0,0.000 0.000 0 16,1.000 2.000 0-16,3.000 1.000 0 0,1.000 0.000 0 0,2.000 1.000 0 16,0.000 1.000 0-16,-2.000-1.000 0 0,2.000-1.000 0 0,-2.000 0.000 0 15,-2.000-1.000 0-15,-1.000 1.000 0 0,-1.000 1.000 0 0,2.000 0.000 0 16,2.000 0.000 0-16,3.000 2.000 0 0,0.000 0.000 0 0,1.000-1.000 0 0,3.000-1.000 0 15,-5.000-1.000 0-15,-3.000 2.000 0 0,0.000-1.000 0 0,7.000-1.000 0 0,1.000 0.000 0 16,-7.000 1.000 0-16,9.000-1.000 0 16,8.000-1.000 0-16,4.000-3.000 0 0,-3.000-2.000 0 0,-2.000 2.000 0 15,1.000 2.000 0-15,1.000 1.000 0 0,5.000 0.000 0 0,-1.000-2.000 0 0,-4.000 0.000 0 0,-2.000 0.000 0 16,-4.000 0.000 0-16,-2.000 3.000 0 0,-1.000 3.000 0 0,0.000 0.000 0 16,1.000 1.000 0-16,0.000 2.000 0 0,3.000 0.000 0 0,-4.000-1.000 0 15,-4.000-1.000 0-15,-2.000 1.000 0 0,1.000 0.000 0 0,1.000 2.000 0 16,3.000 1.000 0-16,5.000-2.000 0 0,3.000 0.000 0 0,-1.000-2.000 0 15,1.000-3.000 0-15,-4.000 3.000 0 0,0.000 1.000 0 0,1.000 0.000 0 0,2.000 2.000 0 16,2.000-2.000 0-16,4.000-3.000 0 0,-3.000-1.000 0 16,-1.000-1.000 0-16,-1.000 1.000 0 0,-5.000 2.000-128 0,4.000 2.000 128 0,8.000 1.000 0 0,-1.000-2.000 0 15,-5.000-1.000 0-15,-3.000-3.000 0 0,2.000 1.000 0 0,-4.000 1.000 0 16,1.000 4.000 0-16,4.000 0.000 0 0,6.000 1.000 0 0,-2.000-3.000 0 16,-4.000 0.000 0-16,-3.000-2.000 0 0,-3.000 1.000 0 0,2.000 0.000 0 15,4.000 2.000 0-15,6.000-2.000 0 0,-3.000-1.000 0 0,0.000-1.000 0 16,-7.000 0.000 0-16,3.000 0.000 0 0,3.000-1.000 0 0,-1.000 1.000 0 15,5.000 1.000 0-15,0.000-2.000 0 0,0.000-1.000 0 0,0.000 0.000 0 16,-2.000 0.000 0-16,-2.000 1.000 0 0,2.000 2.000 0 0,-1.000-1.000 0 16,1.000 1.000 0-16,-1.000 0.000 0 0,-2.000 0.000 0 0,-1.000 0.000 0 15,-3.000 0.000 0-15,-7.000 2.000 0 0,-7.000 1.000 0 0,7.000-1.000 0 0,9.000 0.000 0 16,4.000 0.000 0-16,-2.000 0.000 0 0,-3.000 1.000 0 16,2.000 0.000 0-16,4.000 1.000 0 0,-1.000 0.000 0 0,0.000-2.000 0 0,-2.000 1.000 0 0,3.000-2.000 0 15,-4.000 0.000 0-15,4.000 0.000 0 0,2.000 1.000 0 0,6.000-2.000 0 16,-2.000 0.000 0-16,-1.000-1.000 0 0,-8.000 0.000 0 0,-3.000 0.000 0 15,0.000 0.000 0-15,3.000 0.000 0 0,2.000 2.000 0 0,-2.000-1.000 0 16,-6.000 0.000 0-16,0.000 0.000 0 0,2.000 3.000 0 0,-3.000-2.000 0 16,-10.000 0.000 0-16,9.000 1.000 0 0,6.000 1.000 0 0,0.000 1.000 0 15,-13.000-3.000 0-15,6.000 1.000 0 0,6.000 0.000 0 0,8.000 0.000 0 16,3.000-1.000 0-16,3.000 0.000 0 0,-1.000-1.000 0 0,-5.000 0.000 0 16,0.000-1.000 0-16,-3.000 0.000 0 0,3.000-1.000 0 0,0.000 1.000 0 15,3.000-1.000 0-15,-4.000 0.000 0 0,-9.000 1.000 0 0,-4.000 0.000 0 16,4.000 0.000 0-16,-1.000 0.000 0 0,1.000 1.000 0 0,2.000 0.000 0 0,3.000 0.000 0 0,-3.000 0.000 0 15,-4.000 0.000 0-15,-3.000 1.000 0 0,-6.000-2.000 0 0,-1.000 1.000 0 16,6.000-1.000 0-16,3.000-1.000 0 16,4.000 1.000 0-16,0.000 0.000 0 0,-4.000-2.000 0 0,-3.000 2.000 0 0,0.000-1.000 0 0,2.000 0.000 0 15,1.000-1.000 0-15,4.000 0.000 0 0,2.000 0.000 0 0,-2.000 0.000 0 16,-4.000 0.000 0-16,-3.000 0.000 0 0,-2.000 0.000 0 0,-3.000 0.000 0 16,4.000 0.000 0-16,-1.000 1.000 0 0,-1.000-2.000 0 0,0.000 2.000 0 15,-2.000 0.000-128-15,-3.000 0.000 128 0,-3.000 1.000 0 0,-2.000-1.000 0 16,-1.000 1.000 0-16,-1.000-1.000 0 0,2.000 1.000 0 0,-1.000 0.000 0 15,-1.000-1.000 0-15,1.000 1.000 0 0,6.000-1.000 0 0,-1.000 1.000 0 16,1.000-1.000 0-16,-1.000 0.000 0 0,-5.000 0.000 0 0,1.000 0.000 0 0,-1.000-2.000 0 0,-2.000 2.000 0 16,1.000 0.000 0-16,-2.000 0.000 0 0,-1.000 1.000 0 15,-2.000 0.000 0-15,0.000 1.000 0 0,-2.000-1.000 0 0,-1.000 1.000 0 0,-25.000-1.000 0 16,42.000 1.000 0-16,-42.000-1.000 0 0,43.000 3.000 0 0,-43.000-3.000 0 16,42.000 1.000 0-16,-42.000-1.000 0 0,43.000 1.000 0 0,-43.000-1.000 0 15,46.000 1.000 0-15,-22.000-1.000 0 0,-24.000 0.000 0 0,42.000 0.000 0 16,-18.000 1.000 0-16,0.000-1.000 0 0,3.000 0.000 0 0,-6.000 0.000 0 15,0.000 0.000 0-15,-21.000 0.000 0 0,46.000 0.000 0 0,-23.000 1.000 0 16,-1.000-1.000 0-16,-22.000 0.000 0 16,41.000 1.000 0-16,-41.000-1.000 0 0,41.000 1.000 0 0,-19.000-1.000 0 0,-1.000 0.000 0 0,-21.000 0.000 0 15,41.000 1.000 0-15,-41.000-1.000 0 0,43.000 2.000 0 0,-22.000-2.000 0 16,-21.000 0.000 0-16,44.000 3.000 0 0,-20.000-2.000 0 0,0.000 1.000 0 16,1.000-1.000 0-16,2.000 0.000 0 0,-3.000 1.000 0 0,0.000-1.000 0 0,0.000 0.000 0 15,-24.000-1.000 0-15,44.000 3.000 0 0,-44.000-3.000 0 0,44.000 2.000 0 0,-44.000-2.000 0 16,40.000 2.000 0-16,-40.000-2.000 0 0,36.000 2.000 0 0,-36.000-2.000 0 15,36.000 4.000 0-15,-36.000-4.000 0 0,32.000 4.000 0 0,-32.000-4.000 0 16,32.000 3.000 0-16,-32.000-3.000 0 0,29.000 4.000 0 0,-29.000-4.000 0 16,30.000 3.000 0-16,-30.000-3.000 0 0,29.000 5.000 0 0,-29.000-5.000 0 15,32.000 4.000-128-15,-32.000-4.000 128 0,27.000 5.000 0 0,-27.000-5.000 0 16,26.000 3.000 0-16,-26.000-3.000 0 0,24.000 3.000 0 0,-24.000-3.000 0 16,0.000 0.000 0-16,34.000 5.000 0 0,-34.000-5.000 0 0,0.000 0.000 0 15,30.000 6.000 0-15,-30.000-6.000 0 0,0.000 0.000 0 0,35.000 6.000 0 16,-35.000-6.000 0-16,0.000 0.000 0 0,32.000 6.000 0 0,-32.000-6.000 0 15,24.000 4.000 0-15,-24.000-4.000 0 0,0.000 0.000 0 0,31.000 6.000 0 16,-31.000-6.000 0-16,24.000 3.000 0 0,-24.000-3.000 0 16,22.000 5.000 0-16,-22.000-5.000 0 0,0.000 0.000 0 0,33.000 5.000 0 0,-33.000-5.000 0 0,0.000 0.000 0 0,28.000 4.000 0 15,-28.000-4.000 0-15,0.000 0.000 0 0,0.000 0.000 0 0,25.000 5.000 0 16,-25.000-5.000 0-16,0.000 0.000 128 0,0.000 0.000-128 0,0.000 0.000 0 16,26.000 5.000 0-16,-26.000-5.000 0 0,0.000 0.000 0 0,0.000 0.000 0 15,0.000 0.000 0-15,26.000 5.000 0 0,-26.000-5.000 0 0,0.000 0.000 0 16,0.000 0.000 0-16,25.000 5.000 0 0,-25.000-5.000 0 0,0.000 0.000 0 15,0.000 0.000 0-15,29.000 5.000 0 0,-29.000-5.000 0 0,0.000 0.000 0 16,0.000 0.000 0-16,26.000 3.000 0 0,-26.000-3.000 0 0,0.000 0.000 0 16,0.000 0.000 128-16,24.000 2.000-128 0,-24.000-2.000 0 0,0.000 0.000 0 15,0.000 0.000 0-15,22.000 2.000 0 0,-22.000-2.000 128 0,0.000 0.000-128 0,0.000 0.000 128 16,27.000 3.000-128-16,-27.000-3.000 256 0,0.000 0.000-16 0,24.000 3.000-16 0,-24.000-3.000 0 16,0.000 0.000-224-16,27.000 3.000 0 0,-27.000-3.000 0 0,0.000 0.000 0 31,29.000 4.000 0-31,-29.000-4.000 0 0,0.000 0.000 0 0,29.000 5.000 0 0,-29.000-5.000 0 0,0.000 0.000 0 0,30.000 4.000 0 0,-30.000-4.000 0 15,0.000 0.000 0-15,24.000 2.000 0 0,-24.000-2.000 0 0,0.000 0.000 0 16,0.000 0.000 0-16,0.000 0.000 0 0,0.000 0.000 0 0,19.000 1.000 0 16,-19.000-1.000 0-16,0.000 0.000 0 0,0.000 0.000 0 0,0.000 0.000 0 15,0.000 0.000 0-15,0.000 0.000 0 0,0.000 0.000 0 0,0.000 0.000 0 32,0.000 0.000-544-32,0.000 0.000 0 0,-1.000-3.000 0 0,1.000 3.000 0 0,0.000 0.000-2096 0,0.000 0.000-432 0</inkml:trace>
  <inkml:trace contextRef="#ctx0" brushRef="#br0">24705.000 9571.000 28559 0,'0.000'0.000'2544'0,"0.000"0.000"-2032"0,0.000 0.000-512 0,0.000 0.000 0 0,0.000 0.000-832 0,0.000 0.000-256 0,0.000 0.000-48 0,0.000 0.000-16 0,-1.000-2.000 3008 0,1.000 2.000 608 15,0.000 0.000 112-15,0.000 0.000 32 0,0.000 0.000-1248 0,0.000 0.000-240 0,0.000 0.000-48 0,0.000 0.000-16 32,0.000 0.000-832-32,0.000 0.000-224 0,0.000 0.000 0 0,0.000 0.000 0 0,0.000 0.000 0 0,0.000 0.000 0 15,0.000 0.000 0-15,0.000 0.000 0 0,0.000 0.000 0 0,0.000 0.000 0 0,33.000 31.000 0 0,-33.000-31.000 0 16,0.000 0.000 0-16,32.000 17.000 0 0,-32.000-17.000 0 0,29.000 10.000 0 16,-29.000-10.000 176-16,30.000 11.000 48 0,-30.000-11.000 16 0,29.000 8.000 0 15,-29.000-8.000-240-15,27.000 10.000 176 0,-27.000-10.000-176 0,24.000 9.000 160 16,-24.000-9.000-160-16,0.000 0.000 0 0,32.000 14.000 144 0,-32.000-14.000-144 15,0.000 0.000 240-15,0.000 0.000-32 0,26.000 16.000 0 0,-26.000-16.000 0 16,0.000 0.000 112-16,0.000 0.000 32 0,0.000 0.000 0 0,0.000 0.000 0 16,0.000 0.000-224-16,0.000 0.000-128 0,-31.000 40.000 128 0,-2.000-16.000-128 15,-17.000 8.000 0-15,-17.000 9.000 0 0,-16.000 6.000 0 0,-16.000 7.000-18272 16</inkml:trace>
  <inkml:trace contextRef="#ctx0" brushRef="#br0">17070.000 2111.000 13823 0,'0.000'-1.000'1216'0,"-2.000"0.000"-960"0,2.000 1.000-256 0,0.000 0.000 0 0,0.000 0.000 352 0,0.000 0.000 32 0,0.000 0.000 0 0,0.000 0.000 0 0,-1.000 0.000 768 0,1.000-1.000 144 16,-2.000 1.000 48-16,2.000 0.000 0 0,-2.000 0.000-880 0,2.000 0.000-160 15,0.000 0.000-48-15,2.000-1.000 0 16,-2.000 2.000-16-16,0.000-1.000-16 0,0.000 0.000 0 0,0.000 1.000 0 0,0.000-1.000 416 0,0.000 0.000 64 15,0.000 1.000 32-15,0.000-1.000 0 0,0.000 0.000 96 0,0.000 0.000 32 16,0.000 0.000 0-16,0.000 1.000 0 16,0.000 0.000-528-16,0.000 1.000-96 0,0.000-2.000-32 0,0.000 0.000 0 0,0.000 0.000-208 0,0.000 0.000 0 15,0.000 0.000 0-15,5.000 47.000 0 0,-5.000-47.000 0 0,0.000 0.000 0 16,2.000 44.000 0-16,-2.000-44.000 0 0,0.000 0.000 0 0,0.000 39.000-128 16,0.000-39.000 128-16,0.000 0.000 0 0,0.000 41.000 0 0,0.000-41.000 0 15,0.000 0.000 0-15,1.000 43.000 0 0,-1.000-43.000 0 0,0.000 0.000 0 16,3.000 42.000 0-16,-3.000-42.000 0 0,0.000 0.000 0 0,3.000 46.000 0 15,-3.000-46.000 0-15,0.000 0.000 0 0,5.000 50.000 128 0,-5.000-50.000-128 16,2.000 40.000 0-16,-2.000-40.000 0 0,3.000 45.000 672 0,-3.000-45.000 32 0,3.000 44.000 16 0,-3.000-44.000 0 16,2.000 43.000 256-16,-2.000-43.000 48 0,2.000 41.000 16 0,-2.000-41.000 0 15,4.000 41.000-720-15,-4.000-41.000-128 16,3.000 43.000-48-16,-3.000-43.000 0 0,3.000 46.000-144 0,-3.000-46.000 128 0,4.000 48.000-128 0,-4.000-48.000 128 16,3.000 52.000-128-16,-3.000-52.000 0 0,5.000 59.000 0 0,-5.000-59.000 0 15,3.000 66.000 0-15,-3.000-66.000 0 0,0.000 65.000 0 0,0.000-65.000 0 16,3.000 61.000 0-16,-3.000-61.000 0 0,0.000 57.000 0 0,0.000-57.000 0 15,0.000 55.000 0-15,0.000-55.000 0 0,0.000 62.000 0 0,0.000-62.000 0 16,2.000 67.000 0-16,-2.000-67.000 0 0,4.000 70.000 0 0,-4.000-70.000 0 16,5.000 65.000 0-16,-5.000-65.000 0 0,9.000 62.000 0 0,-9.000-62.000 0 15,10.000 61.000 0-15,-10.000-61.000 0 0,9.000 59.000 0 0,-9.000-59.000 0 0,11.000 65.000 0 0,-5.000-27.000 0 16,-1.000 3.000-144-16,0.000-2.000 144 0,1.000 0.000 0 0,-6.000-39.000 0 16,8.000 75.000 0-16,-8.000-75.000 0 0,5.000 68.000 0 0,-5.000-68.000 0 15,5.000 73.000 0-15,-2.000-31.000 0 0,0.000 3.000 0 0,-3.000 0.000 0 16,3.000 0.000 0-16,-3.000-1.000 0 15,3.000-1.000 0-15,-1.000-2.000 0 0,0.000 0.000 0 0,-1.000 0.000 0 0,4.000 0.000 0 0,-1.000 3.000 0 16,-1.000 2.000 128-16,1.000 1.000-128 0,1.000-1.000 0 0,-2.000-2.000 144 16,1.000-2.000-144-16,-1.000-3.000 128 0,0.000-3.000 832 0,1.000 1.000 144 15,1.000 4.000 48-15,-1.000 2.000 0 0,1.000 0.000-928 0,-2.000-1.000-224 16,2.000 1.000 0-16,-1.000-4.000 0 0,-4.000-39.000 0 0,8.000 73.000 0 16,-4.000-32.000 0-16,1.000 1.000 0 0,-2.000 5.000 0 0,3.000 2.000 0 15,-3.000 2.000 0-15,0.000 0.000 0 0,-1.000-2.000 0 0,-2.000 0.000 0 16,2.000 2.000 0-16,-2.000-1.000 0 0,0.000-6.000 0 0,-2.000 4.000 0 0,2.000 5.000 0 0,0.000 0.000 0 15,-2.000-4.000 0-15,2.000 0.000 0 0,-1.000 1.000 0 0,1.000-3.000 0 16,0.000-2.000 0-16,1.000 2.000 0 0,-1.000 5.000 128 0,2.000 1.000-128 16,1.000 3.000 0-16,-1.000-2.000 128 0,0.000-5.000-128 0,-1.000 0.000 0 15,3.000 0.000 0-15,0.000 2.000 0 0,-1.000 2.000 0 0,0.000 2.000 0 16,2.000 0.000 0-16,-3.000-5.000 0 0,1.000-4.000 0 0,-1.000 1.000 0 16,2.000 2.000 0-16,-1.000 1.000 0 0,-1.000 3.000 0 0,-2.000 0.000 0 15,0.000 0.000 0-15,0.000-6.000 0 0,0.000-2.000 0 0,-2.000 5.000 0 16,1.000 1.000 0-16,-3.000 2.000 0 0,2.000-1.000 0 0,0.000 2.000 0 15,1.000 5.000 0-15,-1.000-1.000 0 0,-1.000 0.000 0 0,1.000-3.000 0 0,0.000-6.000 0 0,1.000 3.000 128 16,-1.000 6.000-128-16,0.000 4.000 0 0,2.000 1.000 0 0,-1.000-3.000 0 16,-1.000-1.000 0-16,2.000-2.000 0 15,-2.000-1.000 0-15,0.000 4.000 0 0,4.000 7.000 0 0,-4.000-2.000 0 16,0.000 0.000 0-16,-1.000-6.000 0 0,0.000-1.000 0 0,-1.000-3.000 0 0,1.000 1.000 0 0,-2.000 3.000 0 16,-1.000 1.000 0-16,0.000 1.000 0 0,1.000-5.000 0 0,-2.000 0.000 0 15,1.000-1.000 0-15,1.000 1.000 0 0,0.000 2.000 208 0,2.000 1.000-48 16,-2.000 1.000-16-16,1.000-4.000 0 0,1.000-4.000 160 0,-1.000 4.000 16 15,1.000 4.000 16-15,1.000 2.000 0 0,1.000 3.000-336 0,-1.000-2.000 0 16,2.000-6.000 0-16,-2.000 2.000 0 0,2.000 2.000 0 0,-1.000 4.000 0 16,-1.000 3.000 0-16,0.000-2.000 0 0,0.000-2.000 0 0,-1.000-6.000 0 15,-1.000-2.000 0-15,1.000 2.000 0 0,0.000 5.000 0 0,-2.000 3.000 0 16,0.000 1.000 0-16,-3.000-1.000 0 0,3.000-3.000 0 0,-1.000-2.000 0 0,-2.000 4.000 0 16,3.000 2.000 0-16,0.000 4.000 0 0,0.000-2.000 0 0,1.000-3.000 0 0,-1.000-1.000 0 15,2.000-2.000 0-15,-2.000 2.000 0 0,3.000 6.000 0 16,-1.000-1.000 0-16,1.000-2.000 0 0,-1.000-5.000 0 0,-3.000-3.000 0 0,3.000 3.000 0 15,-2.000 5.000 0-15,3.000-1.000 0 0,-3.000 1.000 0 0,2.000-5.000 0 16,-3.000-3.000 0-16,3.000 4.000 0 0,-2.000 3.000 0 0,2.000 1.000 0 16,-2.000-1.000 0-16,0.000-3.000 0 0,1.000-6.000 0 0,-3.000 3.000 0 15,2.000 3.000 0-15,0.000 2.000 0 0,-2.000 3.000 0 0,0.000-1.000 0 16,-1.000-2.000 0-16,0.000-3.000 0 0,0.000-1.000 0 0,1.000 0.000 0 16,1.000-2.000 0-16,0.000 2.000 0 0,-1.000 0.000 0 0,2.000 0.000 0 15,2.000-5.000 0-15,-3.000 3.000 0 0,3.000 2.000 0 0,1.000 0.000 0 16,-1.000-4.000 0-16,3.000-3.000 0 0,-2.000-2.000 0 0,2.000 0.000 0 0,2.000 0.000 0 0,-2.000 2.000 0 15,0.000 4.000 0-15,2.000-1.000 0 0,-2.000 4.000 0 0,0.000-5.000 0 16,-2.000-2.000 0-16,2.000-2.000 0 0,0.000 2.000 0 0,-2.000 1.000 0 16,1.000 0.000 0-16,-1.000-3.000 0 0,-1.000-2.000 0 0,1.000-4.000 0 15,2.000 0.000 0-15,-1.000-2.000 0 0,-1.000 1.000 0 0,2.000 1.000 0 16,0.000 0.000 0-16,0.000 1.000 0 0,2.000-1.000 0 0,-1.000-2.000 0 16,1.000 1.000 0-16,1.000-3.000 0 0,0.000 1.000 0 0,-1.000 0.000 0 15,1.000 1.000 0-15,1.000 1.000 0 0,0.000 1.000 0 0,-1.000-2.000 0 16,-1.000 3.000 0-16,1.000-2.000 0 0,0.000-3.000 0 0,-1.000 1.000 0 15,0.000 2.000 0-15,-1.000 2.000 0 0,1.000 5.000 0 0,-2.000-3.000 0 16,3.000-2.000 0-16,-3.000-3.000 0 0,3.000-1.000 0 0,-3.000 3.000 0 16,2.000 4.000 0-16,-1.000 4.000 0 0,-1.000 4.000 0 0,0.000-4.000 0 0,-1.000-3.000 0 15,-1.000-2.000 0-15,2.000 0.000 0 0,-3.000-3.000 0 16,3.000-2.000 0-16,-1.000-4.000 0 0,-1.000-6.000 0 0,2.000 3.000 0 16,-2.000 4.000 0-16,2.000-1.000 0 0,0.000 2.000 0 0,0.000-2.000 0 0,2.000-3.000 0 0,-2.000-2.000 0 15,2.000-6.000 0-15,-1.000 2.000 0 0,-1.000 0.000 0 0,3.000 0.000 0 16,0.000 1.000 0-16,-1.000 0.000 0 0,-2.000-2.000 0 0,1.000-3.000 0 15,-1.000-28.000 0-15,2.000 52.000 0 0,-2.000-52.000 0 0,0.000 54.000 0 16,0.000-27.000 0-16,0.000-27.000 0 0,0.000 50.000 0 0,0.000-50.000 0 16,0.000 47.000 0-16,0.000-47.000 0 0,0.000 45.000 0 0,0.000-45.000 0 15,0.000 43.000 0-15,0.000-43.000 0 0,0.000 38.000 0 0,0.000-38.000 0 16,0.000 27.000 0-16,0.000-27.000 0 0,0.000 0.000 0 0,0.000 0.000 0 16,0.000 27.000 0-16,0.000-27.000-208 0,0.000 0.000 48 0,0.000 0.000-18320 15</inkml:trace>
  <inkml:trace contextRef="#ctx0" brushRef="#br0">17068.000 2145.000 13823 0,'-1.000'-2.000'1216'0,"-1.000"1.000"-960"0,2.000 0.000-256 0,0.000 0.000 0 0,0.000 1.000 480 0,0.000 0.000 48 0,-2.000 0.000 16 0,2.000 0.000 0 0,0.000 0.000 368 0,0.000 0.000 80 0,0.000 0.000 16 0,0.000 0.000 0 15,0.000 0.000 496-15,0.000 0.000 96 0,0.000 0.000 32 0,0.000 0.000 0 16,0.000 0.000 64-16,0.000 0.000 16 0,0.000 0.000 0 0,0.000 0.000 0 15,-14.000 17.000-624-15,14.000-17.000-128 0,-10.000 12.000-32 0,10.000-12.000 0 16,-14.000 14.000-192-16,14.000-14.000-32 0,-13.000 14.000-16 0,13.000-14.000 0 31,-14.000 15.000-304-31,14.000-15.000-48 0,-13.000 16.000-16 0,13.000-16.000 0 16,-16.000 15.000-320-16,16.000-15.000 144 0,-13.000 17.000-144 0,13.000-17.000 0 16,-16.000 20.000 0-16,16.000-20.000 0 0,-19.000 21.000 0 0,19.000-21.000 0 15,-19.000 24.000 0-15,9.000-11.000 0 0,10.000-13.000 0 0,-19.000 24.000 0 16,9.000-11.000 0-16,-1.000 0.000 0 0,11.000-13.000 0 0,-19.000 26.000 0 0,19.000-26.000-128 15,-14.000 24.000 128-15,14.000-24.000 0 0,-15.000 20.000-144 16,15.000-20.000-736 0,0.000 0.000-144-16,-13.000 21.000-16 0,13.000-21.000-16 0,0.000 0.000-1344 0,0.000 0.000-272 0,0.000 0.000-48 0,-11.000 6.000-9824 15</inkml:trace>
  <inkml:trace contextRef="#ctx0" brushRef="#br0">16892.000 2254.000 6447 0,'5.000'-6.000'576'0,"-5.000"6.000"-576"15,5.000-7.000 0-15,-5.000 7.000 0 0,8.000-5.000 128 0,-8.000 5.000-128 16,5.000-4.000 0-16,-5.000 4.000 0 0,11.000-9.000 1728 0,-2.000 4.000 256 0,-1.000-1.000 32 0,1.000 1.000 16 16,-2.000 1.000-592-16,-7.000 4.000-112 0,12.000-4.000-32 0,-12.000 4.000 0 15,0.000 0.000-656-15,0.000 0.000-144 0,0.000 0.000-32 0,0.000 0.000 0 16,30.000 14.000 64-16,-30.000-14.000 16 0,0.000 0.000 0 0,0.000 0.000 0 16,0.000 0.000 96-16,38.000 29.000 0 0,-38.000-29.000 16 0,0.000 0.000 0 15,0.000 0.000-144-15,37.000 32.000-48 0,-37.000-32.000 0 0,0.000 0.000 0 16,34.000 26.000 432-16,-34.000-26.000 64 0,0.000 0.000 32 0,34.000 25.000 0 15,-34.000-25.000-512-15,0.000 0.000-96 0,31.000 22.000-32 0,-31.000-22.000 0 16,0.000 0.000-64-16,0.000 0.000-16 0,32.000 25.000 0 0,-32.000-25.000 0 16,0.000 0.000-80-16,0.000 0.000-32 0,0.000 0.000 0 0,0.000 0.000 0 15,0.000 0.000-160-15,29.000 27.000 0 0,-29.000-27.000 0 0,0.000 0.000-9664 16,0.000 0.000-1920-16</inkml:trace>
  <inkml:trace contextRef="#ctx0" brushRef="#br0">17110.000 11145.000 11055 0,'0.000'0.000'976'0,"0.000"0.000"-784"0,0.000 0.000-192 0,0.000 0.000 0 0,0.000 0.000 928 0,0.000 0.000 144 15,-2.000 0.000 16-15,2.000 0.000 16 0,0.000 0.000 640 0,0.000 1.000 128 16,0.000-1.000 32-16,0.000 0.000 0 0,0.000 0.000-1248 0,0.000 0.000-240 16,0.000-1.000-48-16,0.000 1.000-16 0,0.000 1.000-352 0,0.000-1.000 0 15,0.000 0.000 0-15,0.000 1.000 128 0,0.000-1.000 0 0,0.000 0.000 16 16,0.000 0.000 0-16,0.000 1.000 0 0,-2.000-1.000 848 0,2.000 2.000 160 16,-1.000-2.000 48-16,-1.000 1.000 0 0,2.000 0.000 208 0,-3.000-1.000 32 0,3.000 0.000 16 0,-4.000 0.000 0 15,2.000 0.000-432-15,-3.000 1.000-64 0,3.000-1.000-32 0,-1.000 0.000 0 16,-2.000 0.000-288-16,2.000 0.000-64 0,-1.000-1.000-16 15,0.000 0.000 0-15,-1.000 0.000-240 0,-1.000-1.000-32 0,1.000 1.000-16 0,-1.000 0.000 0 16,1.000 0.000-16-16,0.000 0.000 0 0,-1.000 0.000 0 0,-2.000 0.000 0 16,3.000 1.000-128-16,-2.000-1.000-128 0,1.000 1.000 192 15,-2.000-1.000-192-15,3.000 1.000 144 0,-1.000 0.000-144 0,-2.000-1.000 0 0,3.000 1.000 144 16,0.000 0.000-144-16,-3.000 0.000 0 0,2.000 0.000 0 0,0.000-1.000 0 16,1.000 0.000 0-16,-2.000 0.000 0 0,1.000 0.000 0 0,-2.000 0.000 0 15,2.000 0.000 0-15,-1.000-1.000 0 0,1.000 2.000 144 0,-1.000-1.000-144 16,-1.000-1.000 192-16,-3.000 1.000-48 0,0.000-2.000 0 0,-2.000 2.000 0 0,0.000 0.000-144 15,1.000 0.000 0-15,-1.000 0.000 0 0,-2.000 0.000 0 0,1.000 0.000 0 0,-2.000 0.000 0 16,2.000 0.000 0-16,-4.000-1.000 0 0,4.000 1.000 0 0,-4.000-1.000 128 16,2.000 0.000-128-16,2.000 0.000 128 0,-1.000 0.000-128 0,1.000 0.000 160 15,0.000-2.000-160-15,-1.000 2.000 160 0,2.000-1.000-160 0,1.000 0.000 160 16,0.000 1.000-160-16,2.000-1.000 160 0,-2.000 1.000 32 0,2.000-1.000 0 16,-1.000 0.000 0-16,3.000 0.000 0 0,-3.000 0.000-64 0,1.000 0.000-128 15,0.000 0.000 192-15,-2.000-1.000-64 0,2.000 0.000 16 0,-2.000 0.000 0 16,2.000-1.000 0-16,-3.000 1.000 0 0,3.000 0.000-144 0,-2.000 1.000 0 15,0.000-1.000 0-15,0.000-1.000 128 0,2.000 0.000-128 0,-4.000-1.000 0 16,2.000 1.000 0-16,-2.000 0.000 128 0,1.000-1.000 0 0,-1.000 1.000 0 16,-2.000 0.000 0-16,0.000 0.000 0 0,-2.000 0.000-128 0,-1.000-1.000 0 0,2.000 1.000 0 15,2.000 0.000 128-15,-1.000 1.000-128 0,3.000-1.000 0 0,-3.000-1.000 0 0,-1.000 0.000 0 16,4.000 2.000 0-16,-1.000-2.000 0 0,2.000-1.000 0 0,-2.000 0.000 0 16,1.000 1.000 0-16,-1.000-2.000 0 0,1.000 2.000 0 0,0.000-1.000 0 15,-1.000 0.000 0-15,1.000-1.000 0 0,0.000 1.000 0 0,0.000 1.000 0 16,-1.000-2.000 0-16,1.000 0.000 0 0,-3.000 2.000 128 0,0.000-1.000-128 15,2.000-1.000 0-15,-1.000 2.000 0 0,-2.000 0.000 0 0,2.000-1.000 0 16,-2.000 1.000 0-16,1.000 0.000 192 0,3.000 0.000-192 0,-1.000-1.000 192 16,2.000 2.000-192-16,-2.000-1.000 128 0,3.000-1.000-128 0,-2.000 0.000 128 15,0.000 0.000-128-15,2.000 0.000 0 0,0.000-2.000 0 0,-2.000 1.000 128 16,5.000 1.000 64-16,-3.000-1.000 0 0,5.000 1.000 0 0,-3.000-1.000 0 16,-2.000-1.000-32-16,3.000 1.000 0 0,-3.000-1.000 0 0,3.000 0.000 0 0,-2.000 1.000-160 15,1.000 0.000 128-15,1.000 0.000-128 0,0.000 0.000 128 16,0.000 2.000-128-16,0.000-2.000 0 0,1.000 2.000 0 0,-2.000-2.000 0 0,1.000 1.000 0 0,0.000-2.000 0 15,-2.000 1.000 0-15,2.000-2.000 0 0,0.000 1.000 0 0,-3.000 0.000 0 16,1.000-1.000 0-16,-1.000 0.000 0 0,3.000 0.000 0 0,-2.000 1.000 0 16,0.000 1.000 0-16,0.000-2.000 0 0,-1.000 3.000 0 0,1.000-2.000 0 15,1.000 0.000 0-15,1.000 2.000 0 0,1.000 0.000 0 0,-2.000-1.000 0 16,2.000 1.000 0-16,-1.000 0.000 0 0,-1.000-1.000 0 0,2.000-1.000 0 16,1.000 1.000 0-16,-1.000-1.000 0 0,0.000 1.000 0 0,0.000 0.000 0 15,0.000 0.000 0-15,0.000-1.000 0 0,2.000 1.000 0 0,-2.000-2.000 0 16,2.000 1.000 0-16,-4.000-1.000 0 0,4.000 0.000 0 0,0.000 1.000 0 15,0.000-2.000 0-15,-2.000 0.000 0 0,0.000-1.000-144 0,2.000 1.000 144 16,0.000-1.000 0-16,-2.000 0.000 0 0,2.000-2.000 0 0,0.000 0.000 0 0,-2.000 0.000 0 0,2.000-1.000 0 16,-2.000 0.000 0-16,2.000-2.000-128 0,0.000-1.000 128 0,0.000 1.000 0 15,2.000-1.000 0-15,-3.000 0.000 0 0,3.000 1.000 0 0,-1.000 1.000 0 16,1.000-1.000 0-16,0.000 1.000 0 0,1.000 1.000 0 0,1.000-1.000 0 16,-1.000 0.000-160-16,-1.000 0.000 160 0,2.000-2.000-128 0,-1.000 0.000 128 15,2.000 2.000-176-15,0.000-2.000 176 0,0.000 0.000-208 0,-2.000 0.000 80 16,2.000 0.000 128-16,0.000-2.000 0 0,-1.000 0.000 0 0,1.000-1.000 0 15,-2.000 2.000 0-15,2.000 0.000 0 0,0.000 1.000 0 0,-2.000 0.000-128 16,2.000-1.000 128-16,-1.000 2.000 0 0,-1.000 1.000 0 0,2.000-1.000 0 16,0.000 2.000 0-16,-2.000-2.000 0 0,2.000 0.000 0 0,0.000 0.000 0 15,0.000 3.000 0-15,2.000-2.000 0 0,-2.000-3.000 0 0,0.000 2.000 0 16,3.000 0.000 0-16,-3.000-1.000 0 0,2.000 2.000 0 0,0.000-1.000 0 0,-1.000 2.000 0 0,1.000 3.000 0 16,-2.000 2.000 0-16,2.000 0.000 0 0,-1.000-4.000 0 0,2.000-1.000 0 15,-1.000 0.000 0-15,-1.000 0.000 0 0,2.000-1.000 0 0,-1.000 0.000 0 16,1.000 0.000 0-16,-1.000 1.000 0 0,0.000-2.000 0 0,1.000 0.000 0 15,-1.000 2.000 0-15,2.000-1.000 0 0,-2.000 0.000 0 0,1.000 1.000 0 16,0.000-2.000 0-16,0.000 0.000 0 0,2.000-1.000 0 0,-1.000-1.000 0 16,1.000 0.000 0-16,0.000 1.000-128 0,0.000 1.000 128 0,0.000 1.000 0 15,0.000 0.000 0-15,-1.000 1.000 0 0,0.000 2.000 0 0,-1.000 0.000 0 16,2.000-3.000 0-16,-2.000-3.000 0 0,2.000-1.000 0 0,1.000 0.000 0 16,-1.000 2.000 0-16,-2.000-1.000 0 0,2.000 1.000 0 0,0.000 0.000 0 15,1.000 0.000 0-15,1.000-1.000 0 0,-2.000 2.000 0 0,1.000 1.000 0 16,2.000-1.000 0-16,-2.000 0.000 0 0,1.000 3.000 0 0,2.000-2.000 0 0,-2.000 1.000 0 0,1.000 0.000 0 15,-1.000 1.000 0-15,0.000 0.000 0 0,0.000 1.000 0 0,-1.000-1.000 0 16,0.000 1.000 0-16,1.000-3.000 0 0,-1.000 3.000 0 0,1.000-1.000 0 16,0.000-1.000 0-16,0.000 1.000 0 15,1.000-3.000 0-15,1.000 0.000 0 0,-2.000 1.000 0 0,3.000-1.000 0 0,-1.000 0.000 0 0,1.000 1.000 0 16,2.000 0.000 0-16,-2.000-1.000 0 0,1.000 2.000 0 0,-3.000 0.000 0 16,0.000 3.000 0-16,0.000 0.000 0 0,0.000 2.000 0 0,-1.000-1.000-128 15,2.000 0.000 128-15,-1.000-2.000 0 0,2.000 0.000 0 0,-1.000-2.000 0 16,0.000 1.000 0-16,0.000 1.000 0 0,1.000-2.000 0 0,-2.000 1.000 0 15,3.000 1.000 0-15,-3.000 0.000 0 0,0.000-1.000 0 0,1.000 0.000 0 0,0.000 1.000 0 16,0.000-1.000 0-16,2.000 1.000 0 0,-1.000-3.000 0 0,1.000 0.000 0 16,2.000 0.000 0-16,0.000-2.000 0 0,-2.000 1.000 0 15,3.000 2.000 0-15,-1.000-2.000 0 0,-2.000 3.000 0 0,1.000 1.000 0 16,-1.000 1.000 0-16,-2.000 1.000 0 0,2.000 0.000 0 0,1.000 1.000 0 0,-3.000 1.000 0 0,1.000-1.000 0 16,0.000 1.000 0-16,1.000 1.000 0 0,-3.000-1.000 0 0,1.000 1.000 0 15,1.000-2.000 0-15,0.000 0.000 0 0,2.000 0.000 0 0,-2.000-2.000 0 16,-1.000 1.000 0-16,1.000-1.000 0 0,1.000 2.000 0 0,0.000-1.000 0 15,-1.000 0.000 0-15,1.000-1.000 0 0,-1.000 1.000 0 0,2.000 0.000 0 16,0.000 1.000 0-16,0.000 1.000 0 0,-3.000 0.000 0 0,2.000 1.000 0 16,-2.000 0.000 0-16,4.000-1.000 0 0,-3.000 0.000 0 0,0.000 0.000 0 15,-1.000 2.000 0-15,1.000-1.000 0 0,-1.000 2.000 0 0,1.000-1.000 0 16,-2.000 1.000 0-16,3.000 1.000 0 0,-3.000 0.000 0 0,3.000-1.000 0 16,0.000 0.000 0-16,1.000 0.000 0 0,2.000-1.000 0 0,-4.000 0.000 0 0,2.000 2.000 0 15,0.000-2.000 0-15,5.000-1.000 0 0,2.000 1.000 0 0,0.000-1.000 0 0,2.000 0.000 0 16,-1.000 2.000 0-16,-3.000 0.000 0 0,2.000 1.000 0 0,-3.000 0.000 0 15,-3.000 1.000 0-15,1.000 0.000 0 0,-1.000 0.000 0 0,0.000 1.000-128 16,0.000 1.000 128-16,-4.000 1.000 0 0,-2.000-1.000 0 0,1.000 1.000 0 16,3.000 0.000 0-16,0.000-1.000 0 0,0.000 0.000 0 0,1.000 0.000 0 15,5.000 0.000 0-15,4.000 0.000 0 0,1.000-1.000 0 0,4.000 0.000 0 16,1.000 0.000 0-16,1.000 0.000 0 0,0.000-1.000 0 0,0.000 0.000 0 16,-3.000 2.000 0-16,2.000-1.000 0 0,-1.000 0.000 0 0,-4.000 1.000 0 15,-4.000 1.000 0-15,-1.000 0.000 0 0,1.000 1.000 0 0,1.000-1.000 0 16,-1.000 2.000 0-16,-1.000-1.000 0 0,1.000 2.000 0 0,1.000-1.000 0 15,-1.000 2.000 0-15,1.000-1.000 0 0,2.000 0.000 0 0,-2.000 1.000-128 0,5.000 0.000 128 0,-2.000-1.000 0 16,2.000 1.000 0-16,-1.000-1.000 0 0,2.000 0.000 0 0,-4.000 0.000 0 16,0.000 1.000 0-16,0.000-1.000 0 0,0.000 1.000 0 0,-4.000-1.000 0 15,0.000 1.000 0-15,0.000-1.000 0 0,-1.000 1.000 0 0,1.000-1.000 0 16,0.000 1.000 0-16,0.000 0.000 0 0,0.000 1.000 0 0,-2.000-1.000 0 16,1.000-1.000 0-16,1.000 3.000 0 0,4.000-1.000 0 0,1.000-1.000 0 15,0.000 1.000 0-15,2.000 0.000 0 0,-2.000 0.000 0 0,-1.000 1.000 0 16,-2.000-1.000 0-16,0.000 0.000 0 0,0.000 1.000 0 0,-3.000 0.000 0 15,2.000 0.000 0-15,1.000 0.000 0 0,-3.000 0.000 0 0,0.000 0.000 0 16,-2.000 2.000 0-16,1.000-2.000 0 0,-1.000 0.000 0 0,2.000 0.000 0 16,-3.000 1.000 0-16,3.000-1.000 0 0,-1.000 0.000 0 0,2.000-1.000 0 15,1.000 0.000 0-15,-1.000 0.000 0 0,1.000 1.000 0 0,1.000 0.000 0 16,2.000 0.000 0-16,-2.000 0.000 0 0,0.000 0.000 0 0,-1.000 0.000 0 0,-1.000 0.000 0 0,-1.000-1.000 0 16,-1.000 0.000 0-16,-1.000 0.000 0 0,-1.000 0.000 0 0,1.000 2.000 0 15,-1.000-2.000 0-15,0.000 1.000 0 0,-2.000-1.000 0 0,-1.000 0.000 0 16,1.000 2.000 0-16,0.000-1.000 0 0,1.000 0.000 0 0,0.000 0.000 0 15,1.000 1.000 0-15,-2.000-1.000 0 0,-3.000-2.000 0 0,3.000 2.000 0 16,-1.000 0.000 0-16,-10.000-5.000 0 0,0.000 0.000 0 0,43.000 21.000 0 16,-43.000-21.000 0-16,0.000 0.000 0 0,41.000 23.000 0 0,-41.000-23.000 0 15,0.000 0.000 0-15,43.000 26.000 0 0,-43.000-26.000 0 0,0.000 0.000 0 16,41.000 29.000 0-16,-41.000-29.000 0 0,0.000 0.000 0 0,41.000 28.000-128 16,-41.000-28.000 128-16,0.000 0.000 0 0,36.000 25.000 0 0,-36.000-25.000 0 15,0.000 0.000 0-15,40.000 27.000 0 0,-40.000-27.000 0 0,0.000 0.000 0 16,35.000 31.000 0-16,-35.000-31.000 0 0,0.000 0.000 0 0,35.000 32.000 0 0,-35.000-32.000 736 0,0.000 0.000 224 15,29.000 37.000 64-15,-29.000-37.000 0 0,0.000 0.000-832 0,30.000 37.000-192 16,-30.000-37.000 0-16,0.000 0.000 0 0,0.000 0.000 0 0,37.000 47.000 0 16,-37.000-47.000 0-16,0.000 0.000 0 15,29.000 40.000-832-15,-29.000-40.000-144 0,0.000 0.000-48 16,27.000 43.000 0-16,-27.000-43.000 832 0,0.000 0.000 192 0,26.000 41.000 0 0,-26.000-41.000 0 0,0.000 0.000 0 0,0.000 0.000 0 16,22.000 48.000 0-16,-22.000-48.000 0 0,0.000 0.000 0 0,0.000 0.000 0 15,22.000 56.000 0-15,-22.000-56.000 0 0,0.000 0.000 0 0,20.000 49.000 0 16,-20.000-49.000 0-16,0.000 0.000 0 0,17.000 52.000 0 0,-17.000-52.000 0 15,0.000 0.000 0-15,11.000 51.000 0 0,-11.000-51.000 0 0,0.000 0.000 0 0,10.000 47.000 0 0,-10.000-47.000 0 16,0.000 0.000 0-16,6.000 45.000 0 0,-6.000-45.000-128 0,0.000 0.000 128 16,0.000 0.000 0-16,7.000 56.000 0 0,-7.000-56.000 0 0,0.000 0.000 0 15,0.000 0.000 0-15,6.000 54.000 0 0,-6.000-54.000 0 0,0.000 0.000 0 16,0.000 0.000 0-16,11.000 53.000 0 0,-11.000-53.000 0 0,0.000 0.000 0 16,0.000 0.000 0-16,10.000 54.000 0 0,-10.000-54.000 0 0,0.000 0.000 0 15,0.000 0.000 0-15,11.000 54.000 0 0,-11.000-54.000 0 0,0.000 0.000 0 16,0.000 0.000 0-16,8.000 57.000 0 0,-8.000-57.000 0 0,0.000 0.000 0 15,0.000 0.000 0-15,3.000 55.000 0 0,-3.000-55.000 0 0,0.000 0.000 0 16,0.000 0.000 0-16,2.000 58.000 0 0,-2.000-58.000 0 0,0.000 0.000 0 16,0.000 0.000 0-16,-2.000 54.000 0 0,2.000-54.000 0 0,0.000 0.000 0 15,0.000 0.000 0-15,-1.000 48.000 0 16,1.000-48.000 0-16,0.000 0.000 0 0,0.000 0.000 0 0,-2.000 49.000 0 0,2.000-49.000 0 0,0.000 0.000 0 0,0.000 0.000 720 16,-3.000 49.000 240-16,3.000-49.000 64 0,0.000 0.000 0 15,0.000 0.000-1648-15,-5.000 52.000-320 16,5.000-52.000-64-16,0.000 0.000-16 0,-8.000 47.000 832 0,8.000-47.000 192 0,0.000 0.000 0 0,-8.000 44.000 0 0,8.000-44.000 0 0,0.000 0.000 0 15,-11.000 42.000 0-15,11.000-42.000 0 0,0.000 0.000 0 0,-10.000 43.000 0 16,10.000-43.000 0-16,0.000 0.000 0 0,-11.000 40.000 0 0,11.000-40.000 0 16,0.000 0.000 0-16,-13.000 40.000 0 0,13.000-40.000 0 0,-14.000 32.000 0 15,14.000-32.000 0-15,-13.000 32.000 0 0,13.000-32.000 0 0,-16.000 34.000-144 16,16.000-34.000 144-16,-16.000 36.000-128 0,16.000-36.000 128 0,-19.000 38.000-128 16,19.000-38.000 128-16,-18.000 36.000-128 0,18.000-36.000 128 0,-15.000 35.000 0 15,15.000-35.000 0-15,-15.000 33.000 0 0,15.000-33.000 0 0,-14.000 31.000 0 16,14.000-31.000 0-16,-12.000 32.000 0 0,12.000-32.000 0 0,0.000 0.000 0 0,-17.000 42.000 0 0,17.000-42.000 0 15,0.000 0.000 0-15,-14.000 42.000 0 0,14.000-42.000 0 0,0.000 0.000 0 16,-17.000 41.000 0-16,17.000-41.000 0 0,-12.000 27.000 0 0,12.000-27.000 0 16,-12.000 27.000 0-16,12.000-27.000 0 0,-15.000 29.000 0 0,15.000-29.000 0 15,-15.000 30.000 0-15,15.000-30.000 0 0,-13.000 29.000 0 0,13.000-29.000 0 16,-14.000 28.000 0-16,14.000-28.000 0 0,-13.000 26.000 0 0,13.000-26.000 0 16,-14.000 25.000 0-16,14.000-25.000 0 0,-15.000 24.000 0 0,15.000-24.000 0 15,-14.000 25.000 0-15,14.000-25.000 0 16,-18.000 26.000 0-16,18.000-26.000 0 0,-18.000 26.000 0 0,18.000-26.000 0 0,-19.000 25.000 0 0,19.000-25.000 0 15,-22.000 24.000 0-15,22.000-24.000 0 0,-22.000 25.000 0 0,9.000-13.000 0 16,13.000-12.000 0-16,-20.000 23.000 0 0,20.000-23.000 0 0,-17.000 23.000 0 16,17.000-23.000 0-16,-19.000 24.000 0 0,19.000-24.000 0 0,-16.000 25.000 0 0,16.000-25.000 0 0,-15.000 21.000 0 15,15.000-21.000 0-15,-12.000 17.000 0 0,12.000-17.000 0 0,-13.000 17.000 0 16,13.000-17.000 0-16,-16.000 17.000 0 0,16.000-17.000 0 0,-14.000 15.000 0 16,7.000-7.000 0-16,-1.000-2.000 0 0,-1.000 0.000-128 0,2.000 0.000 128 15,-3.000 2.000-128-15,-4.000-1.000 128 0,1.000 1.000-128 0,1.000 0.000 128 16,2.000-1.000-128-16,-1.000-1.000 128 0,1.000 1.000 0 0,-2.000 1.000 0 15,0.000-1.000 0-15,1.000 1.000-128 0,3.000 0.000 128 0,-2.000-1.000 0 16,1.000-1.000 0-16,-1.000 1.000 0 0,2.000-1.000 0 0,-3.000 0.000 0 16,3.000 0.000 0-16,-1.000 0.000 0 0,-1.000 0.000 0 0,0.000-1.000 0 15,-1.000 0.000 0-15,1.000 2.000 0 16,1.000-3.000 0-16,-1.000 1.000 0 0,-1.000 0.000 0 0,0.000 0.000 0 0,-2.000 2.000 0 0,2.000-2.000 0 16,-2.000 1.000 0-16,0.000-1.000 0 0,2.000 2.000 0 0,1.000-2.000 0 0,-1.000 1.000 0 15,0.000-1.000 0-15,3.000 2.000 0 0,-3.000-1.000 0 0,3.000 0.000 0 16,1.000-1.000 0-16,-2.000 2.000 0 0,2.000 0.000 0 0,1.000-1.000 0 15,-2.000 0.000-128-15,8.000-6.000 912 0,-13.000 13.000 192 0,5.000-5.000 48 0,-3.000 1.000 0 32,1.000-1.000-1648-32,1.000 1.000-320 0,-1.000 1.000-64 0,-1.000-1.000-16 0,3.000-1.000 832 0,8.000-8.000 192 0,-19.000 16.000 0 0,11.000-9.000 0 15,8.000-7.000 0-15,-16.000 15.000 0 0,8.000-9.000 0 0,1.000 1.000 0 16,7.000-7.000 0-16,-15.000 12.000 0 0,15.000-12.000 0 0,-15.000 12.000 0 16,7.000-7.000 0-16,0.000 0.000 0 0,0.000 0.000 0 0,0.000 0.000 0 15,0.000 1.000 0-15,-3.000-1.000 0 0,3.000-1.000 0 0,1.000 0.000 0 16,-2.000 0.000 0-16,1.000 1.000 0 0,1.000-2.000 0 0,-2.000-1.000 0 15,4.000 1.000 0-15,-1.000-2.000 0 16,1.000 1.000 0-16,-1.000-2.000 0 0,1.000 1.000 0 0,0.000-1.000 0 0,0.000 0.000 0 0,2.000-1.000 0 0,-3.000 1.000 0 0,1.000-1.000 0 16,0.000 2.000 0-16,0.000-1.000 0 0,0.000 0.000 0 0,-1.000 0.000 0 15,0.000 0.000 0-15,-1.000 1.000 0 0,0.000-1.000 0 0,-2.000 1.000 0 16,1.000 0.000 0-16,-1.000 0.000 0 0,-1.000 1.000 0 0,0.000 0.000-176 16,-1.000-1.000 176-16,0.000 0.000-208 0,0.000 2.000 208 0,1.000-1.000 0 15,-2.000-1.000 0-15,0.000 0.000-144 16,3.000-1.000 144-16,-1.000 1.000 0 0,3.000-1.000 0 0,-5.000 0.000 0 0,5.000 0.000 0 0,-1.000 0.000 0 15,-1.000 1.000 0-15,1.000-1.000 0 0,-3.000 1.000 0 0,3.000 0.000 0 16,-2.000 0.000 0-16,-1.000 1.000 0 0,-1.000 1.000 0 0,0.000-1.000 0 16,2.000 0.000 0-16,-2.000 1.000 0 0,0.000 1.000 0 0,-2.000-1.000 0 15,2.000 1.000 0-15,0.000-1.000 0 0,0.000 0.000 0 0,0.000-1.000 0 16,2.000 1.000 0-16,2.000-1.000 0 0,-1.000 0.000 0 0,2.000 0.000 0 16,1.000-2.000 0-16,0.000 1.000 0 0,1.000-1.000 0 0,1.000 0.000 0 15,-1.000 0.000 0-15,2.000 0.000 0 0,-3.000 0.000 0 0,1.000-1.000 0 0,2.000 1.000 0 0,-2.000 0.000 0 16,0.000-2.000 0-16,-1.000 2.000 0 0,1.000-1.000 0 0,0.000 1.000 0 15,0.000-1.000 0-15,-1.000 1.000 0 0,0.000 0.000 0 0,1.000 1.000 0 16,-2.000-1.000 0-16,3.000 0.000-208 0,-4.000 1.000 48 0,3.000 1.000 16 31,-2.000-1.000-256-31,3.000 0.000-48 0,-2.000 1.000-16 0,1.000-1.000 0 16,1.000 0.000-512-16,1.000 0.000-112 0</inkml:trace>
  <inkml:trace contextRef="#ctx0" brushRef="#br0">19205.000 9920.000 22111 0,'0.000'-2.000'1968'0,"0.000"0.000"-1584"0,2.000 0.000-384 0,-2.000 1.000 0 0,2.000 0.000 432 0,-1.000-1.000 0 0,1.000-2.000 0 0,3.000-2.000 0 0,-1.000-2.000 1488 0,1.000 2.000 288 16,-2.000 1.000 64-16,-1.000 2.000 16 15,0.000 0.000-496-15,-1.000 1.000-112 0,-1.000 2.000-16 0,0.000 0.000 0 0,0.000 2.000-1152 0,0.000-1.000-256 16,-1.000 2.000-32-16,1.000-3.000-16 0,0.000 0.000-208 15,0.000 0.000 0-15,-12.000 35.000 0 0,12.000-35.000 0 0,-21.000 38.000 0 0,7.000-15.000-128 16,-2.000 1.000 128-16,0.000 0.000-160 0,-1.000-1.000 160 0,2.000 0.000 0 16,-1.000-1.000 128-16,0.000-2.000-128 0,2.000 0.000 0 0,-2.000 1.000 0 15,-2.000 0.000 0-15,2.000 1.000 0 0,-3.000 0.000 0 0,1.000-5.000 0 16,1.000-1.000 0-16,4.000-4.000 0 0,-1.000-2.000 0 0,2.000-4.000-192 16,3.000 1.000 32-16,-1.000-4.000 0 15,2.000-1.000-640-15,-1.000-2.000-128 0,2.000 0.000-32 0,-1.000-2.000 0 16,0.000-1.000-96-16,2.000-3.000-32 0,1.000 0.000 0 0,0.000-2.000 0 15,-1.000-4.000-48-15,4.000-1.000-16 0,2.000-1.000 0 0,0.000-2.000 0 16,4.000 2.000 80-16,0.000-3.000 16 0,3.000 1.000 0 0,-1.000 0.000 0 0,2.000 0.000 672 0,0.000 2.000 128 0,0.000 0.000 16 0,-1.000 2.000 16 16,0.000 2.000 96-16,0.000 2.000 128 0,-1.000 0.000-208 0,-1.000 1.000 80 15,1.000 2.000 128-15,-3.000 1.000 224 0,2.000 1.000-48 0,0.000-2.000-16 16,-1.000 2.000 864-16,0.000 0.000 160 0,1.000 2.000 32 0,-2.000-1.000 16 16,0.000 1.000-368-16,2.000-1.000-80 0,-1.000 1.000-16 0,-4.000 1.000 0 15,9.000-1.000-576-15,-3.000 1.000-192 0,-6.000 0.000 128 0,0.000 0.000-128 16,13.000 1.000 0-16,-8.000 0.000 0 0,-5.000-1.000 128 0,0.000 0.000-128 15,0.000 0.000 224-15,0.000 0.000-16 0,0.000 0.000 0 0,0.000 0.000 0 16,35.000 24.000 480-16,-35.000-24.000 80 0,0.000 0.000 32 0,0.000 0.000 0 0,0.000 0.000-256 16,32.000 46.000-48-16,-32.000-46.000-16 0,0.000 0.000 0 0,0.000 0.000 96 0,27.000 52.000 32 15,-27.000-52.000 0-15,0.000 0.000 0 0,0.000 0.000-176 0,24.000 49.000-48 16,-24.000-49.000 0-16,0.000 0.000 0 0,0.000 0.000-144 0,21.000 43.000-48 16,-21.000-43.000 0-16,0.000 0.000 0 0,0.000 0.000-192 0,24.000 38.000 0 15,-24.000-38.000 128-15,0.000 0.000-128 0,0.000 0.000 0 0,0.000 0.000 0 16,27.000 39.000 128-16,-27.000-39.000-128 0,0.000 0.000 0 0,0.000 0.000 0 15,0.000 0.000 0-15,0.000 0.000 0 0,0.000 0.000 0 0,31.000 32.000 0 16,-31.000-32.000 0-16,0.000 0.000 0 0,0.000 0.000 0 0,0.000 0.000 0 16,0.000 0.000 0-16,0.000 0.000 0 0,0.000 0.000 0 0,0.000 0.000 128 15,0.000 0.000-128-15,0.000 0.000 0 0,0.000 0.000 0 0,0.000 0.000 0 16,0.000 0.000 0-16,0.000 0.000-17520 0</inkml:trace>
  <inkml:trace contextRef="#ctx0" brushRef="#br0">16217.000 7933.000 4607 0,'0.000'-7.000'400'0,"0.000"2.000"-400"0,0.000 1.000 0 0,2.000 0.000 0 0,-1.000 1.000 0 0,1.000 0.000 0 16,0.000-1.000-192-16,1.000-3.000 192 0,0.000-1.000-224 0,5.000-5.000 80 15,-2.000 1.000 16-15,-1.000 0.000 0 0,-3.000 3.000 704 0,3.000 1.000 160 16,-3.000 2.000 32-16,0.000 2.000 0 0,0.000 1.000 512 0,-2.000 1.000 96 15,1.000 1.000 32-15,-1.000 1.000 0 0,0.000 0.000 592 0,0.000-1.000 128 16,0.000 1.000 32-16,0.000 0.000 0 0,0.000 0.000 32 0,0.000 1.000 16 0,0.000-1.000 0 0,0.000 0.000 0 16,0.000 1.000-768-16,0.000 0.000-160 0,0.000 0.000-16 0,0.000-1.000-16 15,0.000 0.000-496-15,-1.000 1.000-112 0,1.000 0.000 0 0,-2.000 2.000-16 16,0.000 3.000-240-16,-2.000 1.000-32 0,-1.000 2.000-16 0,-1.000 6.000 0 16,-5.000 3.000-336-16,1.000 5.000 0 0,-3.000 1.000 0 0,-1.000 6.000-128 15,-2.000 4.000 128-15,1.000 3.000 0 0,-1.000-1.000 0 0,-1.000 4.000 0 16,-1.000 2.000 0-16,-3.000 2.000 0 0,-1.000 0.000 0 0,-1.000 2.000-128 15,3.000-3.000 128-15,-3.000 5.000 0 0,-1.000 6.000 0 0,-3.000 2.000-128 16,2.000 0.000 128-16,-1.000-4.000 0 16,2.000-4.000-144-16,-2.000 0.000 144 0,2.000 1.000 0 0,2.000 2.000 0 0,3.000 4.000 0 0,0.000-2.000 0 15,0.000 0.000 0-15,2.000-1.000 0 0,-2.000 0.000 0 0,0.000-1.000 0 16,3.000-2.000-128-16,-3.000 6.000 128 0,-2.000 1.000 0 0,0.000 1.000 0 0,-1.000 0.000 0 0,1.000-5.000 0 16,0.000-3.000 0-16,3.000-5.000 0 0,-1.000-6.000 0 0,2.000-1.000 0 15,-2.000 1.000 0-15,4.000-1.000 0 0,-1.000 4.000 0 0,-1.000-5.000 0 16,2.000-1.000 0-16,1.000-5.000 0 0,4.000-5.000 0 0,-1.000-2.000 0 15,3.000-2.000 128-15,-1.000-2.000-128 0,2.000-3.000 0 0,1.000-1.000 0 16,-1.000 0.000 0-16,1.000-2.000 0 0,0.000 1.000 0 0,-1.000-3.000 0 16,2.000 2.000 0-16,-2.000-2.000 0 0,7.000-11.000 0 0,-9.000 21.000 0 15,4.000-10.000 0-15,-2.000 2.000 0 0,7.000-13.000 0 0,-12.000 30.000 0 16,12.000-30.000 0-16,-12.000 34.000 0 0,5.000-15.000 0 0,1.000 1.000 0 16,-1.000 1.000-144-16,-2.000-1.000 144 15,2.000 0.000 0-15,1.000-2.000-128 0,-2.000-2.000 128 0,3.000-2.000 0 0,5.000-14.000 0 0,-8.000 23.000 0 0,6.000-16.000 0 16,1.000-2.000 0-16,-1.000-1.000 0 0,2.000-3.000 0 0,0.000 1.000 0 0,0.000-2.000 0 15,0.000-2.000 0-15,2.000 1.000 0 0,-1.000-1.000 0 0,-1.000-1.000 0 32,4.000-1.000-656-32,2.000-7.000-32 0,5.000-8.000 0 0,2.000-8.000-13888 0</inkml:trace>
  <inkml:trace contextRef="#ctx0" brushRef="#br0">16823.000 7624.000 19343 0,'0.000'-1.000'1728'0,"0.000"0.000"-1392"0,0.000 1.000-336 0,2.000 0.000 0 0,0.000 0.000-256 0,-2.000 0.000-112 0,1.000-1.000-16 0,-1.000 0.000-16 32,2.000 0.000-576-32,0.000 0.000-112 0,-1.000 0.000-32 0,-1.000 0.000 0 0,0.000 1.000 2336 0,0.000 0.000 480 0,0.000 0.000 96 0,0.000 0.000 0 15,3.000 1.000-1248-15,-3.000 0.000-256 0,0.000 0.000-48 0,-3.000 1.000-16 16,3.000 1.000 272-16,0.000 3.000 48 0,-1.000 4.000 16 0,1.000-10.000 0 16,0.000 0.000-16-16,-10.000 44.000 0 15,10.000-44.000 0-15,-13.000 41.000 0 0,13.000-41.000-304 0,-14.000 45.000-64 0,4.000-21.000-16 0,-1.000 2.000 0 16,-3.000 3.000-160-16,-1.000 4.000 0 0,-1.000 3.000 0 0,0.000 4.000 0 15,0.000 4.000 0-15,-1.000-2.000 128 0,2.000 1.000-128 0,-1.000-2.000 0 0,0.000 2.000 0 0,0.000-2.000 0 16,0.000 2.000 128-16,0.000 0.000-128 0,1.000 1.000 0 0,-2.000 4.000 0 16,1.000 4.000 0-16,-3.000 2.000 0 0,4.000-1.000 0 0,-2.000 0.000 0 15,-1.000-3.000 0-15,4.000 0.000 0 16,-2.000 0.000 0-16,-1.000 3.000 0 0,0.000 3.000 0 0,1.000 0.000 0 0,1.000-5.000 0 0,0.000-3.000 0 16,-1.000-4.000 0-16,0.000-2.000 0 0,1.000-1.000 0 0,-2.000 1.000 0 15,3.000 2.000 0-15,-1.000 2.000 0 0,-1.000 1.000 0 0,5.000-5.000 0 16,-2.000-2.000 0-16,2.000-1.000 0 0,-2.000-2.000 0 0,2.000 3.000 0 15,-3.000-3.000 0-15,2.000 0.000 0 0,1.000-3.000 0 0,0.000 4.000 0 16,0.000 0.000 0-16,-1.000 0.000 0 0,2.000-6.000 272 0,-2.000 1.000-16 16,1.000 1.000-16-16,0.000 1.000 0 0,-2.000-2.000 400 0,2.000-2.000 64 0,1.000 0.000 32 15,-3.000 1.000 0-15,4.000-2.000-592 0,-2.000-1.000-144 0,2.000 1.000 0 0,9.000-30.000 0 16,-14.000 54.000 0-16,14.000-54.000 0 0,-14.000 48.000 0 0,14.000-48.000 0 16,-13.000 40.000 0-16,13.000-40.000 0 0,-13.000 35.000 0 0,13.000-35.000 0 15,-11.000 31.000 128-15,11.000-31.000-128 0,-11.000 27.000 0 0,11.000-27.000 128 16,-10.000 22.000-128-16,10.000-22.000 0 0,0.000 0.000 144 0,-11.000 29.000-144 15,11.000-29.000 0-15,0.000 0.000 0 16,-11.000 29.000 0-16,11.000-29.000 128 0,0.000 0.000-128 0,0.000 0.000 0 0,-10.000 34.000 0 0,10.000-34.000 0 16,0.000 0.000 0-16,-8.000 31.000 0 0,8.000-31.000 0 0,0.000 0.000 0 15,-11.000 40.000 0-15,11.000-40.000 0 0,-8.000 33.000 0 0,8.000-33.000 128 16,-8.000 34.000-128-16,8.000-34.000 0 0,-11.000 34.000 0 0,11.000-34.000 128 16,-13.000 35.000 880-16,13.000-35.000 176 0,-8.000 26.000 32 0,8.000-26.000 16 0,-8.000 19.000-416 15,8.000-19.000-96-15,0.000 0.000-16 0,-9.000 15.000 0 16,9.000-15.000-272-16,0.000 0.000-64 0,0.000 0.000-16 0,0.000 0.000 0 0,0.000 0.000-64 0,0.000 0.000-16 15,0.000 0.000 0-15,0.000 0.000 0 0,0.000 0.000-272 0,0.000 0.000 128 16,0.000 0.000-128-16,0.000 0.000 0 16,0.000 0.000-1168-16,0.000 0.000-352 0,0.000 0.000-64 0,20.000-4.000-14416 15</inkml:trace>
  <inkml:trace contextRef="#ctx0" brushRef="#br0">17524.000 7668.000 21183 0,'0.000'0.000'1888'0,"0.000"0.000"-1504"0,0.000 0.000-384 0,0.000 0.000 0 0,0.000 0.000 0 0,0.000 0.000 0 0,0.000 0.000 0 0,0.000-1.000-192 16,-1.000 1.000 384-16,-1.000 1.000 80 0,2.000 1.000 16 0,-2.000 1.000 0 15,-1.000 2.000 224-15,-2.000 1.000 32 0,3.000 3.000 16 0,-4.000 1.000 0 16,0.000 3.000-560-16,1.000 0.000 0 0,-2.000 4.000 0 0,0.000 0.000 0 16,0.000 0.000 0-16,-1.000 2.000 0 0,-1.000 1.000 0 15,1.000 1.000 0-15,-1.000 0.000 176 0,-1.000 4.000-176 0,-2.000 3.000 160 0,0.000 4.000-160 16,-2.000 4.000 176-16,-1.000 1.000-176 0,-1.000 3.000 192 0,1.000-1.000-192 16,1.000-6.000 192-16,-3.000 6.000-192 0,-2.000 6.000 192 0,-1.000 1.000-192 15,-1.000 1.000 192-15,0.000 5.000-64 0,-1.000 4.000 0 0,-2.000 2.000-128 16,0.000 0.000 1328-16,0.000-2.000 144 0,2.000-4.000 48 0,-1.000-2.000 0 15,4.000-5.000-768-15,1.000 1.000-160 0,-1.000 3.000-16 0,0.000 1.000-16 16,2.000 2.000-560-16,0.000-2.000 0 0,1.000-2.000 0 0,1.000-3.000 0 16,0.000-3.000 0-16,1.000 1.000 0 0,1.000 2.000 0 0,-2.000 1.000 0 0,4.000 2.000 0 0,0.000-5.000 0 15,1.000-3.000 0-15,-1.000 0.000 0 0,0.000-1.000 0 0,-2.000 1.000 0 16,2.000-2.000 0-16,-2.000-2.000 0 0,2.000 1.000 0 0,-3.000 0.000 0 16,1.000 5.000 0-16,-2.000-2.000 0 0,1.000 0.000 0 0,-2.000-2.000 0 15,2.000-1.000 0-15,-1.000-3.000 0 0,1.000-3.000 0 0,1.000-1.000 0 16,0.000 1.000 0-16,-1.000-1.000 0 0,3.000 1.000 0 0,-2.000-1.000 0 15,3.000 2.000 0-15,2.000-2.000 0 0,-1.000-1.000 0 0,-1.000 0.000 0 16,3.000 0.000 0-16,-2.000-2.000 0 0,1.000 2.000 0 0,-1.000-3.000 0 16,1.000 0.000 0-16,8.000-26.000 0 0,-14.000 45.000 0 0,14.000-45.000 0 15,-12.000 43.000 0-15,12.000-43.000 0 0,-12.000 41.000 0 0,12.000-41.000 0 16,-9.000 41.000 0-16,9.000-41.000 0 0,-8.000 42.000 0 0,8.000-42.000 0 0,-5.000 41.000 0 16,5.000-41.000 0-16,-6.000 40.000 0 0,6.000-40.000 0 0,-5.000 37.000 0 0,5.000-37.000 0 15,-5.000 30.000 0-15,5.000-30.000 0 0,-6.000 28.000 0 0,6.000-28.000 0 16,0.000 0.000 0-16,-11.000 38.000 0 0,11.000-38.000 128 0,0.000 0.000-128 15,-7.000 31.000 624-15,7.000-31.000 64 0,0.000 0.000 16 0,-8.000 26.000 0 16,8.000-26.000 48-16,0.000 0.000 16 0,0.000 0.000 0 0,-11.000 34.000 0 16,11.000-34.000-576-16,0.000 0.000-192 0,0.000 0.000 144 0,-8.000 28.000-144 15,8.000-28.000 0-15,0.000 0.000 128 0,0.000 0.000-128 0,0.000 0.000 0 16,-7.000 25.000 0-16,7.000-25.000 128 0,0.000 0.000-128 0,0.000 0.000 0 16,0.000 0.000 128-16,0.000 0.000-128 0,0.000 0.000 0 0,-7.000 24.000 128 15,7.000-24.000-128-15,0.000 0.000 0 0,0.000 0.000 0 0,-10.000 29.000 0 16,10.000-29.000 0-16,0.000 0.000 0 0,-9.000 31.000 0 0,9.000-31.000 0 0,-7.000 26.000 0 0,7.000-26.000 0 15,-8.000 22.000 0-15,8.000-22.000 0 0,0.000 0.000 0 0,-9.000 23.000 0 16,9.000-23.000 0-16,0.000 0.000 0 0,0.000 0.000 0 0,0.000 0.000 0 16,0.000 0.000 0-16,0.000 0.000 0 0,0.000 0.000 0 0,0.000 0.000 0 15,0.000 0.000-144-15,0.000 0.000-17056 16</inkml:trace>
  <inkml:trace contextRef="#ctx0" brushRef="#br0">18177.000 7919.000 18431 0,'0.000'-1.000'1632'0,"0.000"1.000"-1312"0,0.000 0.000-320 0,0.000 0.000 0 0,0.000 0.000 0 0,0.000 0.000 0 0,0.000 0.000 0 0,0.000 0.000 0 16,0.000 0.000 896-16,0.000 0.000 176 0,0.000 0.000 16 0,0.000 1.000 16 16,0.000 0.000-448-16,0.000 0.000-80 0,0.000 2.000-32 0,0.000 2.000 0 15,0.000-5.000-544-15,0.000 0.000 0 0,0.000 0.000 0 0,-8.000 50.000 0 16,8.000-50.000 192-16,-10.000 48.000 48 0,10.000-48.000 0 0,-16.000 62.000 0 15,4.000-26.000 528-15,0.000 1.000 96 16,-4.000 3.000 32-16,0.000 0.000 0 0,-2.000 0.000-576 0,-1.000 4.000-96 0,-3.000 5.000-32 0,0.000 3.000 0 16,-1.000 5.000-192-16,-1.000-3.000 144 0,0.000-1.000-144 0,4.000-5.000 128 15,2.000-4.000-128-15,-3.000 2.000 160 0,0.000 3.000-160 0,-1.000 3.000 160 16,3.000 0.000 800-16,0.000-3.000 176 0,2.000-4.000 16 0,-2.000 0.000 16 0,0.000 0.000-1024 0,0.000 3.000-144 16,1.000 2.000-144-16,-3.000 3.000 144 0,-1.000 3.000 0 0,1.000 0.000 0 15,-1.000 1.000 0-15,-2.000-4.000 0 0,3.000-9.000 0 0,-1.000 0.000 0 16,-1.000-2.000 0-16,3.000 2.000 0 0,0.000 3.000 0 0,3.000-4.000 0 15,-1.000 1.000 0-15,3.000-6.000 0 0,1.000-5.000 0 0,2.000 1.000 0 16,-1.000-1.000 0-16,0.000 1.000 0 0,0.000 0.000 0 0,1.000-1.000 0 16,0.000 1.000 128-16,-2.000 0.000-128 0,4.000-1.000 0 0,-2.000 1.000 0 15,2.000 0.000 0-15,-3.000-1.000 0 0,3.000-3.000 0 0,-2.000-2.000 0 16,2.000-1.000 0-16,-2.000 0.000 0 0,0.000-2.000 0 0,2.000 0.000 0 16,-4.000 1.000 0-16,3.000-1.000 0 0,-2.000 2.000 0 0,0.000-1.000 0 15,0.000 2.000 0-15,-1.000-2.000 0 0,4.000-1.000 608 0,-1.000-1.000 32 0,0.000 1.000 16 16,11.000-25.000 0-16,-16.000 42.000-80 0,16.000-42.000-32 0,-16.000 34.000 0 0,16.000-34.000 0 15,-11.000 33.000-544-15,11.000-33.000 0 0,-10.000 31.000 0 16,10.000-31.000 0-16,-11.000 32.000 0 0,11.000-32.000 0 0,-10.000 32.000 0 0,10.000-32.000 0 16,-9.000 36.000 0-16,9.000-36.000 0 0,-11.000 39.000 0 0,11.000-39.000 0 15,-10.000 38.000 128-15,10.000-38.000-128 0,-8.000 38.000 0 0,8.000-38.000 0 16,-8.000 31.000 304-16,8.000-31.000-48 0,-7.000 29.000-16 0,7.000-29.000 0 16,-6.000 27.000 64-16,6.000-27.000 16 0,0.000 0.000 0 0,-11.000 30.000 0 15,11.000-30.000-320-15,0.000 0.000 0 0,0.000 0.000 0 0,0.000 0.000 0 16,0.000 0.000 0-16,0.000 0.000 0 0,0.000 0.000 0 0,0.000 0.000 0 15,0.000 0.000 0-15,0.000 0.000 0 0,0.000 0.000 0 0,0.000 0.000-192 16,0.000 0.000-688 0,0.000 0.000-128-16,0.000 0.000-16 0,0.000 0.000-15632 0</inkml:trace>
  <inkml:trace contextRef="#ctx0" brushRef="#br0">18639.000 8300.000 6447 0,'0.000'1.000'576'0,"0.000"-1.000"-576"0,0.000 0.000 0 0,0.000 0.000 0 0,0.000 0.000 3824 0,0.000 0.000 656 0,0.000 0.000 128 0,0.000-1.000 16 16,-1.000 1.000-3408-16,1.000 0.000-704 0,0.000 1.000-128 0,0.000-1.000-16 15,0.000 0.000 864-15,0.000 0.000 176 16,0.000 1.000 48-16,0.000 0.000 0 0,-2.000 1.000 432 0,2.000 1.000 96 0,-2.000 3.000 0 0,-1.000 1.000 16 31,0.000 3.000-3312-31,3.000-10.000-672 0,-8.000 29.000-128 0,8.000-29.000-16 0,-13.000 41.000 1664 0,5.000-15.000 336 0,-1.000 4.000 128 0,-1.000 2.000 0 16,0.000-1.000 0-16,-4.000 3.000 0 0,2.000 0.000 0 0,-3.000 0.000 0 15,-1.000 1.000 1360-15,-1.000-1.000 176 0,0.000 4.000 48 0,-2.000 3.000 0 32,-2.000 2.000-1584-32,1.000 4.000-432 0,-1.000 1.000-16 0,1.000-1.000-16 0,3.000-4.000 464 0,-1.000-1.000 0 0,1.000-1.000 0 0,2.000 0.000 160 15,-1.000 1.000-160-15,1.000-1.000 0 0,1.000 1.000 0 0,-1.000 2.000 128 16,1.000 1.000-128-16,0.000-3.000 128 0,1.000-4.000-128 0,-1.000-1.000 128 16,3.000-2.000-128-16,-4.000 4.000 128 0,1.000-2.000-128 0,1.000 2.000 128 0,-1.000 1.000-128 15,-1.000 0.000 0-15,1.000 1.000 144 0,-2.000-2.000-144 0,3.000-3.000 0 0,-3.000 0.000 0 16,0.000-4.000 0-16,0.000-2.000 0 0,-3.000 0.000 0 0,3.000-1.000 0 15,1.000 0.000 0-15,0.000 1.000 0 0,0.000 3.000 0 0,-1.000-1.000 0 16,2.000 0.000 0-16,3.000-1.000 0 0,-2.000-1.000 0 0,3.000-1.000 0 16,-2.000 0.000 0-16,2.000 0.000 0 15,0.000-4.000 0-15,1.000-1.000 0 0,9.000-24.000 0 0,-15.000 48.000 0 0,15.000-48.000 0 0,-19.000 45.000 0 16,10.000-22.000 0-16,0.000 1.000 0 0,1.000 3.000 0 0,8.000-27.000 0 16,-19.000 46.000 0-16,19.000-46.000 0 0,-16.000 42.000 560 0,16.000-42.000 80 15,-11.000 42.000 32-15,11.000-42.000 0 0,-14.000 38.000-144 0,14.000-38.000-16 16,-10.000 33.000-16-16,10.000-33.000 0 0,-11.000 30.000-496 0,11.000-30.000 0 15,0.000 0.000 0-15,-10.000 30.000 0 0,10.000-30.000 0 0,0.000 0.000 0 16,0.000 0.000 0-16,-11.000 29.000 0 0,11.000-29.000 0 0,0.000 0.000 0 0,0.000 0.000 0 0,0.000 0.000 0 16,0.000 0.000 0-16,0.000 0.000 0 0,-11.000 18.000 0 0,11.000-18.000 0 15,0.000 0.000 0-15,0.000 0.000 0 0,0.000 0.000 0 0,0.000 0.000 0 16,0.000 0.000 0-16,-13.000 24.000 0 0,13.000-24.000 0 0,0.000 0.000 0 16,-11.000 19.000 0-16,11.000-19.000 0 0,0.000 0.000 0 0,0.000 0.000 0 15,-13.000 26.000 0-15,13.000-26.000 0 0,0.000 0.000 0 0,0.000 0.000 0 16,-13.000 21.000 0-16,13.000-21.000 0 15,0.000 0.000 0-15,0.000 0.000 0 0,0.000 0.000 0 0,0.000 0.000 0 0,0.000 0.000 0 0,0.000 0.000-17024 16</inkml:trace>
  <inkml:trace contextRef="#ctx0" brushRef="#br0">18797.000 8967.000 6447 0,'2.000'0.000'576'0,"-2.000"0.000"-576"0,0.000 0.000 0 0,0.000 0.000 0 0,0.000-1.000 0 0,2.000 1.000 0 0,-2.000 0.000 0 0,1.000 0.000 0 0,1.000 1.000 576 0,-2.000 0.000 176 16,2.000 2.000 16-16,-2.000-1.000 16 0,0.000 1.000 1088 0,-2.000 0.000 224 15,0.000 4.000 32-15,-1.000-1.000 16 0,0.000 0.000-144 0,-2.000 0.000-16 31,0.000 3.000-16-31,-3.000 0.000 0 0,2.000 3.000-416 0,-1.000 0.000-80 0,-2.000 2.000 0 0,1.000 0.000-16 0,3.000 1.000-896 0,-4.000-1.000-176 16,0.000 5.000-48-16,1.000 1.000 0 0,-1.000 3.000-336 0,-1.000 1.000 0 16,2.000 2.000 0-16,0.000 1.000 0 0,-1.000 1.000 0 0,-1.000 2.000 0 15,1.000 1.000 0-15,0.000-1.000 128 0,-2.000-2.000-128 0,3.000-1.000 0 16,-3.000 1.000 0-16,2.000-1.000 128 0,0.000-2.000 16 0,-2.000 0.000 16 0,2.000 1.000 0 0,-1.000-1.000 0 16,2.000 1.000 736-16,-2.000 0.000 128 15,-1.000 1.000 48-15,2.000 2.000 0 0,-2.000 2.000-752 0,1.000-2.000-128 0,0.000-1.000-48 0,-1.000-1.000 0 16,1.000 1.000-144-16,-4.000-3.000 160 0,3.000 0.000-160 0,0.000-2.000 160 15,-1.000-1.000-32-15,12.000-22.000-128 0,-19.000 36.000 192 0,19.000-36.000-64 16,-19.000 35.000 0-16,19.000-35.000-128 0,-19.000 39.000 192 0,19.000-39.000-64 16,-13.000 36.000-128-16,13.000-36.000 0 0,-14.000 36.000 0 0,14.000-36.000 0 15,-13.000 33.000 0-15,13.000-33.000 0 0,-14.000 31.000 0 0,14.000-31.000 0 16,-12.000 27.000 640-16,12.000-27.000 64 0,-9.000 23.000 0 0,9.000-23.000 0 16,0.000 0.000-384-16,-10.000 26.000-64 0,10.000-26.000 0 0,0.000 0.000-16 15,-11.000 26.000-240-15,11.000-26.000 0 0,0.000 0.000 0 0,-8.000 26.000 0 16,8.000-26.000 0-16,0.000 0.000 0 0,-10.000 25.000 0 0,10.000-25.000 0 15,0.000 0.000 0-15,-7.000 22.000 0 0,7.000-22.000 0 0,0.000 0.000 0 16,-10.000 24.000 0-16,10.000-24.000 0 0,0.000 0.000 0 0,-11.000 21.000 0 0,11.000-21.000 0 0,0.000 0.000 0 31,-8.000 26.000 0-31,8.000-26.000 0 0,0.000 0.000 0 0,-10.000 30.000 128 0,10.000-30.000-128 0,0.000 0.000 0 0,-11.000 29.000 0 0,11.000-29.000 0 16,0.000 0.000 0-16,-5.000 26.000 0 0,5.000-26.000 0 0,0.000 0.000 0 16,0.000 0.000 0-16,0.000 0.000 0 0,-3.000 23.000 0 0,3.000-23.000 0 15,0.000 0.000 0-15,0.000 0.000 0 0,0.000 0.000 0 0,0.000 0.000 224 16,0.000 0.000-64-16,0.000 0.000-16 0,0.000 0.000 0 0,0.000 0.000 0 15,0.000 0.000 0-15,0.000 0.000 0 32,0.000 0.000-624-32,0.000 0.000-128 0,0.000 0.000-32 0,0.000 0.000-16992 0</inkml:trace>
  <inkml:trace contextRef="#ctx0" brushRef="#br1">16986.000 12804.000 6447 0,'0.000'0.000'576'0,"0.000"0.000"-576"0,0.000 0.000 0 0,0.000 0.000 0 0,-1.000 0.000 2320 16,1.000 0.000 368-16,0.000 0.000 64 0,0.000 0.000 0 0,0.000 0.000-1600 0,0.000 0.000-336 16,0.000 0.000-64-16,0.000 0.000-16 0,0.000 0.000 1104 0,0.000 0.000 208 15,0.000 0.000 64-15,0.000 0.000 0 0,0.000 0.000-880 0,0.000 0.000-160 16,0.000 0.000-48-16,0.000 0.000 0 0,0.000 0.000-272 0,0.000 0.000-64 15,0.000 0.000-16-15,0.000 0.000 0 16,0.000 0.000-208-16,0.000 0.000-32 0,0.000 0.000-16 0,0.000 0.000 0 0,0.000 0.000 224 0,0.000 0.000 64 0,-2.000 3.000 0 0,2.000-3.000 0 31,0.000 2.000-48-31,-1.000-1.000 0 0,-1.000-1.000 0 0,-1.000 1.000 0 16,3.000-1.000-192-16,-3.000 1.000-32 0,1.000-1.000-16 0,-1.000 0.000 0 16,1.000 0.000-160-16,-1.000 1.000-48 0,0.000-1.000 0 0,0.000 0.000 0 15,-2.000 0.000 32-15,0.000 1.000 0 0,2.000-1.000 0 0,-2.000 0.000 0 16,0.000 0.000-80-16,-4.000 1.000-16 0,2.000-1.000 0 0,1.000 0.000 0 15,1.000 0.000 16-15,-3.000 0.000 0 0,0.000 0.000 0 0,2.000 0.000 0 16,-2.000-1.000 32-16,0.000 1.000 0 0,1.000-1.000 0 0,-2.000 1.000 0 16,1.000-1.000 32-16,0.000 1.000 16 0,0.000 0.000 0 0,-2.000 0.000 0 0,2.000-1.000-96 15,-1.000 0.000-16-15,-1.000-2.000 0 0,1.000 0.000 0 0,-1.000 1.000-128 16,-3.000 0.000 128-16,5.000 1.000-128 0,-3.000-1.000 128 0,0.000 2.000-128 0,-1.000-1.000 0 16,1.000-1.000 144-16,3.000 1.000-144 0,-3.000 0.000 176 0,3.000-1.000-48 15,2.000 1.000 0-15,-4.000 0.000 0 0,5.000-1.000-128 0,-3.000 1.000 128 16,3.000-2.000-128-16,-4.000 1.000 128 0,3.000 0.000-128 0,-1.000-1.000 128 15,-1.000 1.000-128-15,0.000 1.000 128 0,2.000-1.000-128 0,-4.000 0.000 128 16,4.000 0.000-128-16,-1.000 0.000 128 0,1.000 0.000-128 0,-2.000-2.000 192 16,2.000 2.000-192-16,-3.000-1.000 192 0,2.000 1.000-64 0,0.000 0.000-128 15,-1.000 0.000 192-15,-1.000 0.000-64 0,1.000-1.000-128 0,-1.000 0.000 0 16,0.000 1.000 0-16,1.000-1.000 0 0,1.000-1.000 0 0,-2.000 0.000 0 16,3.000 1.000 0-16,-1.000 0.000 0 0,0.000 0.000 0 0,-2.000 1.000 0 0,4.000-2.000 0 0,0.000 1.000 0 15,-2.000 0.000 240-15,0.000 0.000-48 0,1.000-1.000 0 0,-1.000-1.000 0 16,1.000 1.000-192-16,0.000-1.000 128 0,-1.000 1.000-128 0,0.000 0.000 0 15,0.000 0.000 0-15,0.000-1.000 0 0,-1.000-1.000 0 0,-1.000 2.000 0 16,2.000 0.000 0-16,-1.000 1.000 0 0,-1.000 0.000 0 0,-1.000-1.000 0 16,1.000-1.000 0-16,2.000 2.000 0 0,1.000 2.000 0 0,-3.000-1.000 0 15,0.000-1.000 0-15,1.000 0.000 0 0,-1.000 0.000 0 0,2.000 0.000 0 16,-1.000 1.000 0-16,1.000-1.000 0 0,0.000-1.000 0 0,0.000 1.000 0 16,-1.000 2.000 0-16,-1.000 0.000 0 0,2.000 1.000 0 0,-1.000-2.000 0 15,1.000-2.000 0-15,0.000-1.000 0 0,-1.000 0.000 0 0,-1.000 1.000 0 16,2.000 0.000 0-16,-1.000 0.000 0 0,0.000 0.000 0 0,-2.000-1.000 0 0,1.000-1.000 0 15,-2.000 2.000 0-15,-1.000-1.000 0 0,0.000 0.000 0 16,0.000 1.000-160-16,-2.000-3.000 160 0,-2.000 1.000-128 0,3.000 0.000 128 0,-3.000-1.000 0 0,2.000 1.000 0 16,-1.000 0.000 0-16,-2.000-1.000-128 0,2.000 0.000 128 0,-4.000 1.000 0 15,0.000-2.000 0-15,-2.000 1.000 0 0,8.000 1.000 0 0,-3.000 0.000 0 16,-3.000-1.000 0-16,-3.000-2.000 0 0,4.000 2.000 0 0,-1.000 0.000 0 16,0.000 1.000 0-16,1.000-2.000 0 0,-1.000-1.000 0 0,1.000 0.000 0 15,1.000 2.000 0-15,-1.000 0.000 0 0,-1.000-1.000-144 0,1.000-2.000 144 16,1.000 0.000-160-16,-2.000 0.000 160 0,0.000 2.000-128 0,2.000 2.000 128 15,-2.000-1.000 0-15,0.000 0.000-144 0,0.000-4.000 144 0,1.000-1.000 0 16,-3.000 2.000 0-16,2.000-1.000 0 0,0.000 1.000 0 0,-1.000-3.000 0 16,1.000 1.000 0-16,0.000 0.000 0 0,2.000 3.000 0 0,-2.000 0.000 0 15,0.000-2.000 0-15,2.000 1.000 0 0,0.000-2.000 0 0,0.000 0.000 0 0,-2.000-3.000 0 16,0.000-1.000 0-16,-3.000 1.000 0 0,1.000-2.000 0 0,-1.000 1.000 0 16,5.000 3.000-128-16,2.000 0.000 128 0,-3.000 1.000-128 0,1.000-2.000 128 15,-1.000 1.000-128-15,0.000-1.000 128 0,1.000 2.000 0 16,0.000-2.000 0-16,-1.000 1.000 0 0,-2.000-1.000 0 0,3.000 1.000 0 0,1.000 2.000 0 0,3.000-2.000 0 15,-3.000 0.000 0-15,2.000-2.000 0 0,-1.000 3.000 0 0,1.000-2.000 0 16,3.000 1.000 0-16,-2.000 0.000 0 0,2.000 0.000 0 0,-2.000-2.000 0 16,2.000 0.000 0-16,-2.000-1.000-128 0,0.000 0.000 128 0,2.000 2.000-128 15,1.000 1.000 128-15,1.000-1.000 0 0,-4.000-1.000 0 0,2.000-1.000-128 16,-2.000-1.000 128-16,2.000 2.000 0 0,-2.000-2.000 0 0,2.000 1.000-128 16,-2.000 1.000 128-16,0.000-2.000 0 0,2.000 3.000 0 0,0.000-1.000 0 0,-2.000 0.000 0 0,3.000-2.000 0 15,-2.000 1.000 0-15,0.000-1.000 0 0,-2.000 0.000 0 0,4.000 0.000 0 16,-2.000 0.000 0-16,2.000 0.000 0 0,-1.000 2.000 0 0,1.000-3.000 0 15,2.000 1.000 0-15,-1.000 1.000 0 0,1.000 0.000 0 0,-1.000-1.000 0 16,-1.000 0.000 0-16,0.000 0.000 0 0,-1.000 0.000 0 0,3.000-1.000 0 16,-1.000 3.000 0-16,0.000-4.000 0 0,-1.000-1.000 0 0,-2.000-2.000 0 15,2.000-1.000 0-15,-1.000 1.000 0 0,1.000 2.000 0 0,2.000 2.000 0 16,-1.000-1.000 0-16,-1.000 1.000-128 0,1.000 2.000 128 0,2.000 1.000 0 16,1.000 0.000 0-16,-1.000 0.000 0 0,-2.000-1.000 0 0,1.000-2.000 0 15,-3.000 0.000 0-15,4.000 0.000 0 0,-1.000 0.000 0 0,-1.000-1.000 0 16,1.000 1.000 0-16,-1.000 1.000 0 0,0.000 0.000 0 0,3.000 0.000 0 15,-1.000-1.000 0-15,-1.000 1.000 0 0,0.000-1.000 0 0,0.000 0.000 0 16,3.000 3.000 0-16,-4.000-4.000 0 0,4.000-1.000 0 0,-2.000-2.000 0 0,1.000 1.000 0 0,-2.000-1.000 0 16,3.000 0.000 0-16,-1.000-1.000 0 0,1.000-1.000 0 0,-1.000-1.000 0 15,-1.000 1.000 0-15,2.000 6.000 0 0,2.000 3.000 0 0,0.000-2.000 0 16,-3.000-1.000 0-16,1.000-2.000 0 0,0.000-2.000 0 0,0.000 1.000 0 16,-1.000 2.000 0-16,3.000 0.000 0 0,-2.000 3.000 0 0,3.000-4.000 0 15,-3.000-5.000 0-15,2.000-2.000 0 0,0.000 1.000 0 0,-1.000 1.000 0 16,0.000 0.000 0-16,1.000 0.000 0 0,1.000-1.000 0 0,-1.000 0.000-128 15,0.000 3.000 128-15,0.000-1.000 0 0,-2.000-1.000 0 0,2.000 0.000 0 16,1.000 2.000 0-16,-1.000-2.000 0 0,1.000-1.000 0 0,1.000 0.000 0 16,-1.000 1.000 0-16,2.000 0.000 0 0,0.000 1.000 0 0,0.000 1.000 0 15,2.000 0.000 0-15,-1.000 1.000 0 0,1.000-2.000 0 0,1.000 2.000 0 16,2.000-1.000 0-16,-2.000 3.000 0 0,2.000-1.000 0 0,0.000 0.000 0 0,-2.000 2.000 0 16,2.000 0.000-128-16,1.000 2.000 128 0,-3.000 0.000 0 0,2.000 2.000 0 0,-2.000 3.000 0 15,-1.000 2.000 0-15,1.000-1.000 0 0,-1.000-4.000-256 0,1.000-5.000 16 16,0.000 0.000 16-16,0.000-2.000 0 0,0.000 0.000 64 15,-1.000-2.000 16-15,1.000 0.000 0 0,-1.000 0.000 0 0,1.000 1.000 144 0,-1.000-2.000 0 16,1.000-2.000 0-16,0.000 3.000 0 0,0.000 4.000 0 0,-1.000 2.000 0 16,1.000 1.000 0-16,0.000 1.000 0 0,1.000 0.000 0 0,-1.000 0.000 0 15,0.000 1.000 0-15,2.000 0.000 0 0,-2.000-1.000 0 0,2.000 1.000 0 16,-2.000 1.000 0-16,0.000-2.000 0 0,2.000-3.000 0 0,1.000-2.000 0 16,1.000 0.000 0-16,-2.000-1.000 0 0,1.000-4.000 0 0,2.000-3.000 0 15,-2.000 0.000 0-15,1.000 0.000 0 0,-1.000 2.000 0 0,0.000 0.000 0 0,1.000 1.000 0 16,-2.000 2.000 0-16,1.000 4.000 0 0,-1.000 1.000 0 0,-2.000 2.000 0 0,2.000-3.000 0 15,0.000-3.000 0-15,0.000-1.000 0 0,1.000-2.000 0 0,-1.000 1.000 0 16,0.000 2.000 0-16,-2.000-1.000 0 0,2.000-1.000 0 0,-1.000-3.000 0 16,-1.000 1.000 0-16,2.000 0.000 0 15,-1.000 3.000 0-15,-1.000 3.000 0 0,0.000 0.000 0 0,1.000-1.000 0 0,1.000-1.000 0 0,0.000-4.000 0 16,2.000-3.000 0-16,0.000-1.000 0 0,2.000 0.000 0 0,-3.000 0.000 0 16,3.000 0.000 0-16,-2.000 0.000 0 0,1.000 0.000 0 0,1.000-1.000 0 15,0.000 2.000 0-15,-1.000 0.000 0 0,1.000 0.000 0 0,-1.000 3.000 0 16,-1.000 4.000 0-16,2.000-1.000 0 0,-1.000-3.000 0 0,2.000 0.000 0 15,3.000 0.000 0-15,-4.000 1.000 0 0,4.000 0.000 0 0,-3.000-3.000 0 16,4.000-2.000 0-16,1.000-3.000 0 0,-3.000 8.000 0 0,0.000-4.000 0 16,2.000-3.000 0-16,3.000 2.000 0 0,-7.000 6.000 0 0,4.000-2.000 0 15,3.000-4.000 0-15,0.000-2.000 0 0,-1.000 3.000 0 0,-1.000-1.000 0 0,1.000 2.000 0 0,-1.000-2.000 0 16,0.000 3.000 0-16,-1.000-2.000 0 0,4.000-1.000 0 0,-4.000 0.000 0 16,4.000 1.000 0-16,-2.000 1.000 0 0,0.000 1.000 0 0,1.000-1.000 0 15,3.000 2.000 0-15,-1.000 0.000 0 0,-3.000 1.000 0 0,5.000-2.000 0 16,1.000 0.000 0-16,0.000-1.000 0 0,2.000-1.000 0 0,0.000 1.000 0 15,-5.000 5.000 0-15,2.000-3.000 0 0,2.000 0.000 0 0,-1.000 0.000 0 16,-4.000 5.000 0-16,1.000 0.000 0 0,2.000-1.000 0 0,1.000-2.000 0 16,4.000-3.000 0-16,-1.000-1.000 0 0,1.000 0.000 0 0,-2.000 3.000 0 15,0.000 1.000 0-15,-2.000 0.000 0 0,2.000 2.000 0 0,0.000 0.000 0 16,0.000 0.000 0-16,0.000-1.000 0 0,2.000 0.000 0 0,1.000-1.000 0 16,2.000-1.000 0-16,-1.000 1.000 0 0,-2.000 1.000 0 0,3.000-1.000 0 0,-2.000 2.000 0 0,1.000 0.000-128 15,-3.000 2.000-48-15,1.000 1.000 0 0,-1.000 0.000 0 0,-1.000 0.000 0 16,0.000 2.000 176-16,0.000 0.000 0 0,2.000 2.000 0 0,-2.000-1.000 0 15,3.000 0.000 0-15,0.000 2.000 0 0,-1.000-1.000 0 0,-1.000 0.000 0 16,-4.000 3.000 0-16,0.000-1.000 0 0,-2.000 3.000 0 0,2.000-2.000 0 16,-2.000 3.000 0-16,-1.000-1.000 0 0,0.000 2.000 0 0,-1.000-1.000 0 15,-1.000 1.000 0-15,0.000 0.000 0 0,3.000-1.000 0 0,-1.000 1.000 0 16,1.000 1.000 0-16,-3.000-1.000 0 0,0.000 2.000 0 0,3.000-1.000 0 16,2.000 0.000 0-16,1.000 0.000 0 0,-2.000 1.000 0 0,1.000-2.000 0 15,-1.000 3.000 0-15,1.000-1.000 0 0,1.000 0.000 0 0,-1.000-1.000 0 16,1.000 1.000 0-16,-3.000 0.000 0 0,-2.000-1.000 0 0,0.000 2.000 0 0,-1.000 1.000 0 15,-1.000 0.000 0-15,-3.000-1.000 0 0,0.000 2.000 0 0,4.000 0.000 0 16,-1.000-1.000 0-16,2.000 1.000 0 0,2.000-1.000 0 0,2.000 1.000 0 0,1.000 0.000 0 16,0.000-1.000 0-16,2.000 0.000 0 0,2.000 0.000 0 0,1.000-1.000 0 15,-3.000 0.000 0-15,0.000 0.000 0 0,0.000 0.000 0 0,-3.000 0.000 0 16,1.000 1.000 0-16,-4.000 0.000 0 0,3.000 1.000 0 0,-4.000 1.000 0 16,-1.000-1.000 0-16,-1.000 2.000 0 0,1.000 0.000 0 0,-2.000 1.000 0 15,2.000 0.000 0-15,0.000 0.000 0 0,2.000 2.000 0 0,0.000-1.000 0 16,4.000 0.000 0-16,0.000 0.000-128 0,4.000 1.000 128 0,-2.000-2.000 0 15,0.000-2.000 0-15,0.000 2.000 0 16,0.000 0.000 0-16,0.000 0.000 0 0,-2.000 0.000 0 0,-1.000-1.000 0 0,-4.000 1.000 0 0,-3.000-1.000 0 0,3.000 1.000 0 16,-3.000 1.000 0-1,-1.000 0.000 0-15,1.000 1.000 0 0,-2.000-1.000 0 0,2.000 1.000 0 0,-2.000 0.000 0 0,3.000 1.000 0 0,-15.000-2.000 0 0,31.000 5.000 0 16,-12.000-3.000 0-16,0.000 0.000 0 0,3.000 0.000 0 0,-22.000-2.000 0 16,45.000 8.000 0-16,-45.000-8.000 0 0,44.000 5.000 0 0,-44.000-5.000 0 15,40.000 5.000 0-15,-21.000-4.000 0 0,0.000 1.000 0 0,-3.000 0.000 0 16,3.000 0.000 0-16,-3.000 0.000 0 0,0.000 1.000 0 0,-16.000-3.000 0 15,35.000 5.000 0-15,-16.000-3.000 0 0,-19.000-2.000 0 0,39.000 7.000 0 16,-15.000-3.000 0-16,-24.000-4.000 0 0,46.000 9.000 0 0,-22.000-5.000 0 16,0.000 1.000 0-16,2.000-1.000 0 0,1.000 1.000 0 0,2.000 1.000 0 15,-4.000-1.000 0-15,-1.000-1.000 0 0,-1.000 0.000 0 0,-4.000-1.000 0 16,-19.000-3.000 0-16,43.000 9.000 0 0,-43.000-9.000 0 0,37.000 9.000 0 0,-37.000-9.000 0 0,29.000 8.000 0 16,-29.000-8.000 0-16,35.000 13.000 0 0,-35.000-13.000 0 0,54.000 18.000 0 15,-25.000-8.000 0-15,3.000-2.000 0 0,1.000 2.000 0 0,-2.000 0.000 0 16,1.000 1.000 0-16,1.000-2.000 0 0,-4.000 2.000 0 0,-29.000-11.000 0 15,58.000 20.000 0-15,-58.000-20.000-128 0,55.000 22.000 128 0,-55.000-22.000 0 16,52.000 23.000 0-16,-52.000-23.000 0 0,53.000 25.000 0 0,-53.000-25.000 0 16,64.000 28.000 0-16,-32.000-14.000 0 0,0.000 2.000 0 0,0.000-3.000 0 15,-2.000-1.000 0-15,-30.000-12.000 0 16,56.000 23.000 0-16,-56.000-23.000 0 0,58.000 26.000 0 0,-26.000-13.000 0 0,-32.000-13.000 0 0,59.000 30.000 0 16,-27.000-15.000 0-16,0.000 1.000 0 0,-1.000-1.000 0 0,-31.000-15.000 0 15,60.000 30.000 0-15,-60.000-30.000 0 0,48.000 25.000 0 0,-48.000-25.000 0 16,48.000 27.000 0-16,-48.000-27.000 0 0,48.000 29.000 0 0,-48.000-29.000 0 15,48.000 31.000 0-15,-48.000-31.000 0 0,42.000 31.000 0 0,-42.000-31.000 0 0,45.000 33.000 0 16,-45.000-33.000 0-16,46.000 37.000 0 0,-46.000-37.000 0 0,48.000 36.000 0 0,-48.000-36.000 0 16,50.000 37.000 0-16,-50.000-37.000 0 0,48.000 38.000 0 0,-48.000-38.000 0 15,41.000 37.000 0-15,-41.000-37.000 0 0,42.000 39.000 0 0,-42.000-39.000 0 16,35.000 41.000 0-16,-35.000-41.000 0 0,37.000 42.000 0 0,-37.000-42.000 0 31,30.000 44.000 0-31,-30.000-44.000 0 0,27.000 41.000 0 0,-27.000-41.000-128 0,24.000 41.000 128 0,-24.000-41.000 0 0,28.000 41.000 0 0,-28.000-41.000 0 16,30.000 40.000 0-16,-30.000-40.000 0 0,33.000 42.000 0 0,-33.000-42.000 0 15,34.000 41.000 0-15,-34.000-41.000 0 16,29.000 34.000 0-16,-29.000-34.000 0 0,0.000 0.000 0 0,42.000 47.000 0 0,-42.000-47.000 0 0,29.000 34.000 0 16,-29.000-34.000 0-16,0.000 0.000 0 0,39.000 53.000 0 0,-39.000-53.000-128 0,0.000 0.000 128 15,31.000 55.000 0-15,-31.000-55.000 0 0,0.000 0.000 0 0,24.000 53.000 0 0,-24.000-53.000 0 16,0.000 0.000 0-16,22.000 54.000 0 0,-22.000-54.000 0 0,0.000 0.000 0 16,21.000 56.000 0-16,-21.000-56.000 0 15,0.000 0.000-144-15,19.000 52.000 144 0,-19.000-52.000-160 0,0.000 0.000 160 16,19.000 54.000-144-16,-19.000-54.000 144 0,0.000 0.000-128 0,24.000 55.000 128 0,-24.000-55.000 0 0,0.000 0.000 0 15,26.000 57.000 0-15,-26.000-57.000 0 0,0.000 0.000 0 0,29.000 59.000 0 16,-29.000-59.000 0-16,0.000 0.000 0 0,30.000 58.000 0 0,-30.000-58.000 0 16,0.000 0.000 0-16,31.000 51.000 0 0,-31.000-51.000 0 0,0.000 0.000 0 15,30.000 48.000 0-15,-30.000-48.000-128 0,0.000 0.000 128 0,22.000 42.000 0 0,-22.000-42.000 0 16,0.000 0.000 0-16,0.000 0.000 0 0,27.000 54.000 0 0,-27.000-54.000 0 0,0.000 0.000 0 31,0.000 0.000 0-31,24.000 55.000 0 0,-24.000-55.000 0 0,0.000 0.000 0 0,15.000 49.000 0 0,-15.000-49.000 0 0,0.000 0.000 0 0,13.000 55.000 0 16,-13.000-55.000 0-16,0.000 0.000 0 0,11.000 57.000 0 0,-11.000-57.000 0 31,0.000 0.000 0-31,14.000 54.000 0 0,-14.000-54.000 0 0,0.000 0.000 0 0,13.000 59.000 0 0,-13.000-59.000 0 0,0.000 0.000 0 0,14.000 50.000 0 16,-14.000-50.000 0-16,0.000 0.000 0 0,18.000 56.000 0 0,-18.000-56.000 0 15,0.000 0.000 0-15,19.000 60.000 0 16,-19.000-60.000 0-16,0.000 0.000 0 0,16.000 64.000 0 0,-16.000-64.000 0 0,0.000 0.000 0 0,16.000 62.000 0 16,-16.000-62.000 0-16,0.000 0.000 0 0,10.000 63.000 0 0,-10.000-63.000 0 15,0.000 0.000 0-15,8.000 63.000 0 0,-8.000-63.000 0 0,5.000 45.000 0 0,-5.000-45.000 0 0,4.000 46.000 0 16,-4.000-46.000 0-16,5.000 49.000 0 0,-5.000-49.000 0 0,8.000 53.000 0 15,-8.000-53.000 0-15,5.000 55.000 0 0,-5.000-55.000 0 0,5.000 49.000 0 16,-5.000-49.000 0-16,0.000 0.000 0 0,6.000 69.000 0 0,-6.000-69.000 0 31,4.000 49.000 0-31,-4.000-49.000 0 0,6.000 46.000 0 0,-6.000-46.000 0 16,3.000 47.000 0-16,-3.000-47.000 0 0,3.000 49.000 0 0,-3.000-49.000 0 16,2.000 51.000 0-16,-2.000-51.000 0 0,-2.000 50.000 0 0,2.000-50.000 0 15,0.000 51.000 0-15,0.000-51.000 0 0,-3.000 47.000 0 0,3.000-47.000 0 16,-3.000 45.000 0-16,3.000-45.000 0 0,-6.000 45.000-272 0,6.000-45.000 16 15,0.000 0.000 16-15,-7.000 59.000 0 0,7.000-59.000 112 0,-5.000 46.000 128 16,5.000-46.000-208-16,-8.000 51.000 80 0,8.000-51.000 128 0,-9.000 55.000 0 0,9.000-55.000 0 16,-10.000 55.000 0-16,10.000-55.000 0 0,-11.000 54.000 0 0,11.000-54.000 0 0,-11.000 52.000 0 15,11.000-52.000 0-15,-11.000 49.000 0 0,11.000-49.000 0 0,-12.000 46.000 0 16,12.000-46.000 0-16,-12.000 41.000 0 0,12.000-41.000 0 0,-12.000 45.000 0 16,12.000-45.000 0-16,-12.000 45.000 0 0,12.000-45.000 0 0,-15.000 47.000 0 15,15.000-47.000 0-15,-14.000 47.000 0 0,14.000-47.000 0 0,-18.000 48.000 0 16,18.000-48.000 0-16,-18.000 50.000 0 0,18.000-50.000 0 0,-20.000 48.000 0 15,20.000-48.000 0-15,-23.000 48.000 0 0,23.000-48.000 0 0,-20.000 46.000 0 16,20.000-46.000 0-16,-21.000 45.000 0 0,21.000-45.000 0 0,-21.000 47.000 0 16,21.000-47.000 0-16,-22.000 53.000 0 0,22.000-53.000 0 0,-23.000 56.000 0 15,23.000-56.000 0-15,-19.000 50.000 0 0,19.000-50.000 0 0,-23.000 48.000 0 16,23.000-48.000 0-16,-22.000 49.000 0 0,22.000-49.000 0 0,-24.000 48.000 0 0,24.000-48.000 0 0,-24.000 48.000 0 16,24.000-48.000 0-16,-27.000 49.000 0 0,27.000-49.000 0 15,-32.000 55.000 0-15,16.000-26.000 0 0,-2.000 0.000 0 0,-1.000-2.000 0 0,0.000 1.000 0 16,-1.000 0.000 0-16,1.000-1.000 0 0,0.000 0.000 0 0,-3.000-1.000 0 15,1.000 0.000 0-15,1.000 0.000 0 0,-3.000 0.000 0 0,2.000-2.000 0 16,0.000 1.000 0-16,0.000-1.000 0 0,1.000 0.000 0 0,-1.000 1.000 0 16,0.000 2.000 0-16,1.000-1.000 0 0,0.000 1.000 0 0,-1.000-3.000 0 15,0.000 0.000 0-15,2.000-3.000 0 0,0.000 0.000 0 0,-1.000 1.000 0 16,0.000 1.000 0-16,-2.000 0.000 128 0,-1.000 0.000-128 0,-2.000 1.000 0 16,-4.000 1.000 0-16,0.000 0.000 0 0,-1.000 0.000 0 0,3.000-3.000 0 15,1.000 0.000 0-15,2.000-3.000 0 0,0.000 1.000 0 0,3.000-3.000 0 16,-1.000 0.000 0-16,1.000 1.000 0 0,0.000-3.000 0 0,3.000 2.000 0 0,-4.000 0.000 128 15,3.000 0.000-128-15,0.000-2.000 0 0,0.000 1.000 0 0,2.000-1.000 0 16,-2.000 1.000 128-16,2.000-1.000-128 0,1.000-2.000 0 0,0.000 1.000 0 0,-2.000-1.000 0 16,-1.000 2.000 0-16,0.000-1.000 0 0,-1.000-1.000 0 0,0.000 2.000 0 15,-1.000-2.000 0-15,0.000 3.000 0 0,-3.000 3.000 0 0,0.000 0.000 0 16,0.000-1.000 0-16,0.000 1.000 0 0,0.000 2.000 0 0,2.000-3.000 0 16,-2.000-1.000 0-16,-2.000 0.000 0 0,1.000 0.000 0 0,-4.000 1.000 0 15,2.000 0.000 0-15,-5.000 1.000 0 0,0.000-1.000 0 0,0.000-1.000 0 16,0.000-2.000 0-16,1.000 0.000 0 0,6.000-2.000 0 0,1.000 0.000 0 15,0.000-1.000 0-15,2.000 1.000 0 0,-2.000-1.000 0 0,-2.000 2.000 0 16,4.000 1.000 0-16,-2.000-3.000 0 0,0.000 0.000 0 0,-2.000-1.000 0 16,2.000 2.000 0-16,-3.000-3.000 0 0,-1.000 2.000 0 0,-1.000-2.000 0 15,-2.000 0.000 0-15,2.000 1.000 0 0,-2.000-1.000 0 0,2.000 1.000 0 0,0.000-1.000 0 0,-2.000 1.000 0 16,0.000-2.000 0-16,-2.000 1.000 0 0,-1.000 2.000 0 0,-1.000-2.000 0 16,0.000 2.000 0-16,0.000-3.000 0 0,1.000-2.000 0 0,4.000 1.000 0 15,2.000-2.000 0-15,6.000-2.000 0 0,1.000-2.000 0 0,1.000 0.000 0 16,2.000 2.000 0-16,2.000-1.000 0 0,0.000-1.000 0 0,3.000 1.000 0 15,-3.000 1.000 0-15,4.000-1.000 0 0,-1.000 0.000 0 0,-2.000 0.000 0 16,4.000 2.000 0-16,-2.000-1.000 0 0,2.000 0.000 0 0,-2.000 0.000 0 16,2.000 2.000 0-16,-2.000-1.000 0 0,2.000-2.000 0 0,0.000 0.000 0 15,3.000 0.000 0-15,-2.000-1.000 0 0,-1.000 0.000 0 0,3.000-1.000 0 16,-3.000 0.000 0-16,1.000 1.000 0 0,-1.000-1.000 0 0,2.000-1.000 0 16,-1.000 1.000 0-16,-1.000-1.000 128 0,-1.000 1.000-128 0,1.000 0.000 0 15,0.000 1.000 0-15,-2.000 0.000 0 0,2.000-1.000 0 0,-3.000 2.000 0 16,2.000-1.000 0-16,-2.000 0.000 0 0,4.000 1.000 0 0,-2.000 0.000 0 15,2.000 0.000 0-15,-1.000 0.000 0 0,0.000 1.000 0 0,2.000-1.000 0 0,0.000-1.000 0 0,1.000 0.000 0 16,-1.000 0.000 0-16,1.000 0.000 0 16,-1.000 0.000 0-16,0.000-1.000 0 0,1.000 0.000 0 0,1.000 0.000 0 0,0.000-1.000 0 0,2.000 0.000 0 15,0.000 0.000 0-15,-2.000 0.000 0 0,0.000-1.000 0 0,2.000 1.000 0 16,-2.000-1.000 128-16,-1.000 0.000 16 0,-1.000 1.000 0 0,2.000 0.000 0 16,-1.000 0.000-144-16,1.000 0.000 192 0,-2.000 0.000-192 0,1.000 0.000 192 15,-3.000 1.000-192-15,1.000 0.000 0 0,0.000 1.000 0 0,0.000-1.000 128 16,0.000 0.000-128-16,-1.000 0.000 0 0,1.000 1.000 0 0,-1.000-1.000 0 15,3.000-1.000 0-15,0.000 0.000 0 0,0.000 0.000 0 0,0.000-1.000 0 16,0.000-1.000 0-16,0.000 1.000 0 0,3.000 0.000 0 0,-3.000-1.000 0 16,-1.000 0.000 240-16,4.000 0.000-48 0,-3.000 0.000 0 0,3.000-1.000 0 15,-3.000 1.000-16-15,0.000-1.000-16 0,0.000 1.000 0 0,0.000 0.000 0 0,2.000-1.000-160 0,-2.000 2.000 0 16,-2.000-1.000 144-16,2.000 1.000-144 0,0.000 0.000 0 0,-3.000 1.000 0 16,1.000 1.000 0-16,-1.000 0.000 0 0,0.000 0.000 0 0,-2.000 0.000 0 15,0.000 1.000 0-15,1.000 1.000 0 0,0.000-1.000 0 0,0.000-1.000 0 16,0.000 1.000 0-16,-2.000 0.000 0 0,1.000 1.000 0 0,-3.000-1.000-128 15,2.000 0.000 128-15,-4.000-2.000 0 16,-4.000 1.000-624-16,-8.000-3.000-32 0</inkml:trace>
  <inkml:trace contextRef="#ctx0" brushRef="#br1">20149.000 10903.000 24879 0,'0.000'-2.000'2208'0,"0.000"0.000"-1760"0,0.000 2.000-448 0,0.000-2.000 0 0,-1.000 0.000 176 0,-1.000 0.000-48 0,0.000-3.000-128 0,1.000-3.000 192 15,-3.000-2.000 2048-15,1.000-1.000 416 0,-3.000 1.000 80 0,3.000 0.000 16 16,0.000 0.000-1504-16,-1.000 1.000-288 0,1.000 0.000-64 0,-2.000 1.000-16 0,2.000 1.000-272 0,-3.000 0.000-48 15,4.000-1.000-16-15,-3.000 1.000 0 0,2.000-1.000-192 0,-2.000-1.000-32 16,2.000 0.000-16-16,0.000-2.000 0 0,0.000 1.000-112 0,1.000-2.000 0 16,-1.000 1.000-16-16,1.000-3.000 0 0,2.000 0.000-48 0,-1.000-2.000-128 15,-1.000-2.000 192-15,2.000 1.000-64 0,2.000-3.000-128 0,-1.000-2.000 0 16,1.000-1.000 0-16,1.000-2.000 0 0,1.000 0.000 208 0,0.000-1.000-32 16,2.000 0.000-16-16,-1.000 0.000 0 0,2.000 0.000-160 0,2.000-2.000 160 15,-1.000-1.000-160-15,2.000-3.000 160 0,4.000-3.000-160 0,-4.000-2.000 0 16,4.000-4.000 0-16,-4.000 0.000 0 0,1.000 2.000 0 0,-3.000 1.000 0 15,-1.000 5.000 0-15,2.000 6.000 0 0,-4.000 5.000 0 0,0.000 4.000 0 16,0.000 4.000 0-16,1.000 0.000 0 0,-3.000 3.000 0 0,4.000-2.000 0 0,-1.000 0.000 0 0,3.000 1.000 0 16,-2.000-1.000 0-16,1.000 0.000 0 0,1.000 0.000 0 0,-2.000 1.000 0 15,3.000 0.000 0-15,-1.000 1.000 0 0,-1.000 0.000 0 0,3.000 1.000 0 16,-1.000 1.000 0-16,-2.000 1.000 0 0,3.000 3.000 0 0,-3.000-1.000 0 16,-1.000 3.000 0-16,0.000 1.000 0 0,2.000 0.000 0 0,-1.000 2.000 0 15,1.000 1.000 0-15,-1.000 0.000 0 0,-8.000-1.000 0 0,0.000 0.000 0 16,0.000 0.000-128-16,0.000 0.000 128 0,35.000 22.000 0 0,-35.000-22.000 0 15,0.000 0.000 0-15,0.000 0.000-144 0,0.000 0.000 144 0,0.000 0.000 0 16,16.000 49.000-304-16,-16.000-49.000 48 0,-6.000 27.000 16 0,-2.000-12.000 0 16,-3.000 1.000-128-16,-1.000 2.000-16 0,-3.000 2.000-16 15,-3.000 0.000 0-15,0.000 1.000 208 0,-1.000 0.000 64 0,0.000-3.000 0 0,3.000-1.000 0 0,1.000-2.000 128 16,1.000-3.000-160-16,4.000-4.000 160 0,1.000-2.000-160 0,3.000-1.000 160 0,1.000-3.000 0 16,1.000-1.000 0-16,1.000-1.000 0 0,3.000-1.000 0 0,0.000 0.000 0 15,0.000 0.000 0-15,0.000-1.000 0 0,2.000 1.000 0 0,-2.000 1.000 0 16,1.000 0.000 128-16,1.000 0.000-128 0,0.000 0.000 176 0,-2.000 0.000-48 15,6.000-1.000 0-15,-1.000 1.000 0 0,-5.000 0.000-128 0,0.000 0.000 0 16,33.000 4.000-160-16,-33.000-4.000 160 0,26.000 3.000 0 0,-26.000-3.000 0 16,0.000 0.000 0-16,37.000 10.000 0 0,-37.000-10.000 0 0,0.000 0.000 0 15,0.000 0.000 0-15,0.000 0.000 0 0,0.000 0.000 0 0,33.000 23.000 0 16,-33.000-23.000 0-16,0.000 0.000 0 0,0.000 0.000 0 0,0.000 0.000 0 16,0.000 0.000 0-16,0.000 0.000 0 0,0.000 0.000 160 0,-5.000 37.000-160 15,-2.000-29.000 128-15,0.000 0.000-128 0,-1.000 3.000 192 0,-3.000-1.000-64 16,0.000 1.000 0-16,-2.000-1.000 0 0,2.000 0.000-128 0,0.000-1.000 0 0,1.000-2.000 0 15,-1.000-2.000 0-15,3.000 0.000 0 0,-2.000 0.000 0 0,-1.000-2.000 0 0,1.000-1.000-18368 16</inkml:trace>
  <inkml:trace contextRef="#ctx0" brushRef="#br1">18343.000 4639.000 29487 0,'0.000'-1.000'2624'0,"2.000"0.000"-2112"0,-2.000 0.000-512 0,0.000 1.000 0 0,0.000 0.000 0 0,0.000-1.000 0 0,2.000 1.000 0 0,-1.000-1.000 0 0,1.000 0.000 240 0,-2.000 1.000-16 16,2.000 0.000 0-16,-4.000 1.000 0 0,0.000 2.000 656 0,-1.000 3.000 128 16,-2.000 4.000 16-16,-5.000 3.000 16 0,-1.000 3.000-736 0,-6.000 1.000-160 15,2.000 4.000-16-15,-6.000 0.000-128 16,4.000-3.000 176-16,-2.000 2.000-176 0,2.000-1.000 160 0,-5.000 3.000-160 15,-2.000 0.000 0-15,0.000 1.000 0 0,-2.000 0.000 0 0,-1.000 0.000 0 16,-3.000 0.000-288-16,1.000-1.000-96 0,-1.000-1.000-32 0,1.000 0.000-14560 16</inkml:trace>
  <inkml:trace contextRef="#ctx0" brushRef="#br1">18030.000 4751.000 6447 0,'1.000'-4.000'576'0,"-1.000"2.000"-576"0,2.000 1.000 0 0,-2.000 0.000 0 16,2.000 1.000 5824-16,-1.000-1.000 1072 0,4.000 1.000 208 0,-2.000 0.000 32 15,5.000 0.000-5776-15,3.000 0.000-1152 0,4.000 2.000-208 0,2.000 0.000 0 16,1.000 3.000 192-16,-18.000-5.000 112 0,38.000 13.000 16 0,-38.000-13.000 16 16,40.000 21.000-192-16,-40.000-21.000-144 0,39.000 25.000 192 0,-39.000-25.000-192 15,38.000 29.000 0-15,-38.000-29.000 0 0,34.000 27.000 0 0,-34.000-27.000 0 16,36.000 26.000-176-16,-36.000-26.000 16 16,38.000 25.000 0-16,-38.000-25.000-14480 0</inkml:trace>
  <inkml:trace contextRef="#ctx0" brushRef="#br1">19530.000 4640.000 28559 0,'0.000'1.000'1264'0,"0.000"-1.000"272"0,3.000 0.000-1232 0,-3.000 0.000-304 0,-3.000 0.000 0 0,3.000 0.000 0 0,0.000 0.000 0 0,0.000 1.000-272 16,-1.000 0.000 48-16,-1.000 1.000 16 0,-1.000 2.000 1520 0,-2.000 3.000 304 15,-2.000 0.000 64-15,-5.000 2.000 16 0,2.000 3.000-1104 0,-6.000 0.000-208 16,1.000 4.000-64-16,-5.000 0.000 0 0,-1.000 1.000-192 0,-1.000 3.000-128 16,-4.000 0.000 160-16,0.000 0.000-160 0,1.000 1.000 0 0,-3.000-3.000 0 15,0.000 1.000 0-15,4.000-3.000 0 0,2.000-3.000 0 0,2.000 0.000-128 0,3.000-5.000-16 0,1.000-3.000-15440 16</inkml:trace>
  <inkml:trace contextRef="#ctx0" brushRef="#br1">19170.000 4696.000 27647 0,'2.000'-4.000'1216'0,"-1.000"2.000"256"0,-1.000 1.000-1168 0,3.000 0.000-304 0,-3.000 0.000 0 0,2.000 1.000 0 15,1.000 0.000 384-15,2.000 1.000 32 0,6.000 0.000 0 0,4.000 2.000 0 16,4.000 3.000 576-16,-19.000-6.000 112 0,41.000 20.000 32 0,-41.000-20.000 0 16,45.000 26.000-768-16,-45.000-26.000-160 0,39.000 35.000-16 0,-39.000-35.000-16 15,38.000 39.000-176-15,-38.000-39.000 0 0,34.000 40.000 0 0,-34.000-40.000 128 0,27.000 35.000-128 0,-27.000-35.000 0 16,30.000 35.000-160-16</inkml:trace>
  <inkml:trace contextRef="#ctx0" brushRef="#br1">20605.000 4665.000 23951 0,'-3.000'-4.000'2128'0,"3.000"3.000"-1696"0,2.000 0.000-432 0,-4.000 1.000 0 0,2.000 0.000 1568 0,-2.000 0.000 224 0,1.000 1.000 64 0,-3.000 1.000 0 16,-2.000 3.000-1584-16,-2.000 2.000-272 15,-5.000 4.000 0-15,-1.000-1.000-208 0,-2.000 3.000 1200 0,0.000-2.000 240 0,-2.000 1.000 48 0,1.000-1.000 16 16,2.000 0.000-944-16,-2.000 1.000-192 0,-1.000 0.000-32 0,1.000 0.000-128 16,-1.000 4.000 0-16,-1.000-3.000 0 0,0.000 2.000 0 0,-2.000-2.000 0 31,2.000 0.000 0-31,2.000-2.000 0 0,-2.000 0.000-192 0,2.000-2.000 192 15,4.000 0.000-528-15,-5.000-1.000-16 0</inkml:trace>
  <inkml:trace contextRef="#ctx0" brushRef="#br1">20175.000 4757.000 30399 0,'0.000'0.000'1344'0,"0.000"0.000"288"0,3.000 1.000-1312 0,-3.000-1.000-320 0,2.000 1.000 0 0,0.000-1.000 0 31,0.000 1.000-320-31,3.000 2.000-144 0,3.000 0.000-32 0,-8.000-3.000 0 0,26.000 14.000 720 0,-26.000-14.000 144 0,33.000 18.000 16 0,-33.000-18.000 16 0,34.000 23.000-128 0,-34.000-23.000-16 16,32.000 24.000-16-16,-32.000-24.000 0 16,32.000 25.000-240-16,-32.000-25.000 0 0,29.000 27.000 0 0</inkml:trace>
  <inkml:trace contextRef="#ctx0" brushRef="#br1">21584.000 4684.000 29487 0,'0.000'0.000'2624'15,"0.000"0.000"-2112"-15,0.000 0.000-512 0,0.000 0.000 0 16,0.000 1.000 192-16,0.000-1.000-64 0,0.000-1.000 0 0,-2.000 1.000-128 0,2.000 0.000 1872 0,0.000 1.000 272 15,-3.000 0.000 48-15,0.000 2.000 16 16,-2.000 1.000-1376-16,-1.000 1.000-256 0,-2.000 3.000-64 0,-5.000 1.000-16 0,-3.000 3.000-496 16,-2.000 2.000 128-16,-1.000 2.000-128 0,-3.000 3.000 0 15,-2.000 0.000 0-15,-2.000 1.000 0 0,2.000 2.000 0 0,-1.000-1.000 0 0,2.000-2.000 0 0,-1.000 1.000-160 16,-3.000 3.000 160-16,1.000-2.000-11760 16,-1.000 2.000-2256-16</inkml:trace>
  <inkml:trace contextRef="#ctx0" brushRef="#br1">21232.000 4829.000 33167 0,'0.000'0.000'2944'0,"0.000"0.000"-2352"0,2.000 0.000-464 0,-2.000 0.000-128 16,0.000 0.000 272-16,2.000 0.000 48 0,-1.000 0.000 0 0,1.000 0.000 0 15,2.000 0.000-160-15,1.000 2.000-32 0,3.000 1.000 0 0,-1.000 1.000 0 16,-7.000-4.000-128-16,0.000 0.000 0 0,31.000 26.000 144 0,-31.000-26.000-144 15,0.000 0.000 0-15,34.000 51.000 0 0</inkml:trace>
  <inkml:trace contextRef="#ctx0" brushRef="#br1">22787.000 4699.000 24879 0,'-3.000'1.000'2208'0,"-2.000"0.000"-1760"0,2.000 1.000-448 0,3.000-2.000 0 0,0.000 0.000 0 0,-2.000 1.000 0 15,-4.000 1.000 0-15,-7.000 2.000 0 0,0.000 3.000 944 0,-8.000 1.000 144 0,1.000 3.000 48 0,-3.000-1.000 0 16,1.000 2.000-480-16,1.000 1.000-80 16,0.000 0.000-32-16,-1.000 0.000 0 0,-1.000 1.000-352 0,3.000 0.000-64 15,1.000-1.000 0-15,-1.000-1.000-128 0,4.000-1.000 0 0,0.000 0.000 0 0,2.000-3.000 0 0,3.000-1.000 0 16,2.000-2.000 0-16,0.000 1.000-176 0,1.000-2.000 176 0,-3.000-2.000-13840 15</inkml:trace>
  <inkml:trace contextRef="#ctx0" brushRef="#br1">22451.000 4710.000 35007 0,'0.000'2.000'3120'15,"0.000"-1.000"-2496"-15,2.000 1.000-496 0,-1.000 0.000-128 0,1.000 1.000-160 0,1.000 1.000-48 16,-3.000-4.000-16-16,0.000 0.000 0 0,24.000 40.000 224 0,-24.000-40.000 0 15,26.000 45.000 192-15,-26.000-45.000-192 16,30.000 48.000 928-16,-30.000-48.000 80 0,30.000 47.000 16 0,-30.000-47.000 0 16,33.000 47.000-832-16,-33.000-47.000-192 0,28.000 46.000 0 0,-28.000-46.000-16960 15</inkml:trace>
  <inkml:trace contextRef="#ctx0" brushRef="#br1">20058.000 5874.000 34095 0,'3.000'0.000'3024'0,"-3.000"0.000"-2416"0,0.000 0.000-480 0,0.000 0.000-128 16,0.000 0.000-944-16,0.000 1.000-208 0,-3.000-1.000-32 0,2.000 1.000-16 0,1.000 0.000 1200 0,-2.000 1.000 0 0,-1.000 1.000 192 0,-1.000 1.000-16 15,-2.000 2.000 208-15,-5.000 4.000 32 0,-2.000 3.000 16 0,-3.000 4.000 0 16,-3.000 2.000-304-16,-2.000 4.000-128 0,-3.000 1.000 0 0,0.000 0.000 128 16,3.000 0.000-128-16,0.000-2.000 0 0,2.000 0.000 0 0,0.000-3.000 0 31,3.000-1.000-480-31,0.000-4.000 32 0,2.000 0.000 0 0,-1.000-2.000-13312 0</inkml:trace>
  <inkml:trace contextRef="#ctx0" brushRef="#br1">19793.000 6003.000 30399 0,'0.000'0.000'2704'0,"0.000"0.000"-2160"0,1.000 0.000-544 0,-1.000 0.000 0 15,3.000 0.000 0-15,-3.000 0.000-256 0,3.000 1.000 32 0,2.000 0.000 0 0,0.000 1.000 544 0,3.000 1.000 128 16,3.000 2.000 0-16,-11.000-5.000 16 0,0.000 0.000-48 0,36.000 22.000-16 16,-36.000-22.000 0-16,0.000 0.000 0 0,41.000 35.000-400 0,-41.000-35.000 0 15,0.000 0.000 0-15,41.000 43.000 0 0,-41.000-43.000 0 0,0.000 0.000 0 16,36.000 43.000 0-16,-36.000-43.000-14528 15</inkml:trace>
  <inkml:trace contextRef="#ctx0" brushRef="#br1">21296.000 5949.000 34095 0,'2.000'0.000'3024'0,"-2.000"0.000"-2416"0,0.000 0.000-480 0,0.000 0.000-128 16,0.000 0.000 0-16,0.000 0.000 0 0,-2.000 0.000 0 0,2.000 1.000 0 15,0.000-1.000 704-15,-2.000 0.000 160 0,2.000 2.000 32 0,-5.000 2.000 16 16,-2.000 1.000-304-16,0.000 2.000-64 0,-5.000 1.000-16 0,-3.000 4.000 0 15,-1.000 2.000-528-15,-3.000 0.000 0 0,-1.000 2.000 0 0,0.000 0.000 0 0,-1.000 3.000 0 16,-1.000-1.000 0-16,1.000 1.000 0 0,-1.000-1.000-144 16,-1.000-1.000 144-16,1.000-1.000-128 0,0.000 0.000 128 0,-1.000-2.000-128 15,2.000-1.000-1920 1,-1.000-2.000-368-16</inkml:trace>
  <inkml:trace contextRef="#ctx0" brushRef="#br1">20928.000 6022.000 27647 0,'2.000'0.000'2448'0,"-1.000"0.000"-1952"16,-1.000 0.000-496-16,0.000 0.000 0 16,0.000 0.000 1216-16,2.000 0.000 160 0,-2.000 1.000 32 0,1.000 0.000 0 0,3.000 1.000-1040 0,1.000 1.000-208 15,-5.000-3.000-32-15,0.000 0.000-128 0,36.000 23.000 176 0,-36.000-23.000-176 16,29.000 22.000 160-16,-29.000-22.000-160 0,34.000 25.000 0 0,-34.000-25.000 0 16,35.000 26.000 0-16,-35.000-26.000 0 0,32.000 26.000 0 0,-32.000-26.000 0 0</inkml:trace>
  <inkml:trace contextRef="#ctx0" brushRef="#br1">22789.000 5858.000 31327 0,'-2.000'0.000'2784'0,"2.000"1.000"-2224"0,0.000-1.000-560 0,0.000 0.000 0 0,0.000 0.000 368 0,0.000 1.000-48 0,-2.000-1.000 0 0,1.000 1.000 0 16,-4.000 2.000 704-16,-3.000 2.000 128 16,-3.000 3.000 16-16,-5.000 2.000 16 0,-3.000 0.000-864 0,-4.000 3.000-160 0,-1.000 0.000-32 0,0.000 1.000-128 15,-3.000 0.000 128-15,0.000 1.000-128 0,1.000 0.000 0 0,-1.000-2.000 0 16,3.000-1.000 0-16,-2.000-1.000 0 0,-3.000 3.000-128 0,-2.000 0.000-10864 16,0.000 2.000-2160-16</inkml:trace>
  <inkml:trace contextRef="#ctx0" brushRef="#br1">22446.000 5855.000 36863 0,'0.000'0.000'3264'0,"0.000"0.000"-2608"16,2.000 1.000-528-16,-1.000-1.000-128 0,-1.000 2.000 0 0,2.000-1.000-176 16,1.000 1.000 48-16,2.000 1.000 0 0,-5.000-3.000 128 0,0.000 0.000-128 15,0.000 0.000 128-15,38.000 44.000-128 16,-38.000-44.000 128-16,24.000 37.000 0 0,-24.000-37.000 0 0,26.000 44.000 0 0,-26.000-44.000 0 0,24.000 52.000 0 15,-24.000-52.000 0-15,27.000 58.000-10704 16,-27.000-58.000-2176-16</inkml:trace>
  <inkml:trace contextRef="#ctx0" brushRef="#br1">20948.000 7327.000 36863 0,'-2.000'0.000'3264'0,"2.000"0.000"-2608"0,0.000 0.000-528 0,0.000 0.000-128 0,0.000 0.000 0 0,-2.000 0.000 0 0,-1.000 1.000 0 0,-2.000 0.000-176 15,0.000 1.000 176-15,-6.000 2.000 144 16,1.000 1.000-16-16,-2.000 4.000-128 0,-1.000 0.000 0 0,-3.000 1.000 0 0,0.000 5.000 0 0,0.000 1.000 0 15,-3.000 1.000 0-15,-2.000 2.000 0 0,0.000 3.000 0 0,-1.000-1.000 0 16,1.000 1.000-192-16,3.000 0.000 48 0,-1.000-1.000 16 0,0.000-1.000-16112 16</inkml:trace>
  <inkml:trace contextRef="#ctx0" brushRef="#br1">20691.000 7398.000 27647 0,'2.000'-1.000'2448'0,"-2.000"-1.000"-1952"0,0.000 2.000-496 0,0.000 0.000 0 0,0.000-1.000 576 0,0.000 1.000 0 16,2.000 0.000 16-16,-1.000 1.000 0 0,1.000 1.000-592 0,4.000 1.000 0 15,-6.000-3.000-144-15,0.000 0.000 144 0,0.000 0.000-128 0,37.000 30.000 128 16,-37.000-30.000 0-16,0.000 0.000 0 0,39.000 40.000 0 0,-39.000-40.000 0 16,0.000 0.000 0-16,38.000 49.000 0 0,-38.000-49.000 0 0,27.000 39.000 0 15,-27.000-39.000-176-15</inkml:trace>
  <inkml:trace contextRef="#ctx0" brushRef="#br1">22003.000 7272.000 38703 0,'-1.000'-1.000'3440'16,"1.000"1.000"-2752"-16,0.000 0.000-560 0,0.000 0.000-128 0,0.000 0.000 0 0,0.000 0.000 128 15,-2.000 0.000-128-15,2.000 0.000 128 0,-2.000 0.000 176 0,-1.000 0.000 16 16,-2.000 3.000 16-16,-4.000 2.000 0 0,-1.000 3.000-208 0,-6.000 4.000-128 16,-4.000 5.000 160-16,-4.000 3.000-160 0,-4.000 2.000 0 0,-1.000 1.000 0 15,2.000 0.000 0-15,-2.000-1.000 0 0,-1.000 1.000 0 0,1.000-1.000 0 16,4.000-4.000 0-16,2.000 0.000 0 15,3.000-3.000-432-15,0.000 0.000-16 0,1.000 2.000-16 0,0.000-1.000-16976 0</inkml:trace>
  <inkml:trace contextRef="#ctx0" brushRef="#br1">21659.000 7364.000 30399 0,'0.000'-2.000'2704'0,"0.000"1.000"-2160"16,2.000 1.000-544-16,-2.000 0.000 0 0,0.000 0.000 704 0,0.000 0.000 48 0,1.000 0.000 0 0,1.000 1.000 0 15,0.000 0.000-224-15,1.000 1.000-32 0,-3.000-2.000-16 0,0.000 0.000 0 16,0.000 0.000-336-16,32.000 30.000-144 0,-32.000-30.000 128 0,0.000 0.000-128 16,33.000 40.000 0-16,-33.000-40.000 0 0,28.000 32.000 0 0,-28.000-32.000 0 15,29.000 36.000 0-15</inkml:trace>
  <inkml:trace contextRef="#ctx0" brushRef="#br1">22872.000 7205.000 24879 0,'0.000'0.000'2208'0,"2.000"0.000"-1760"0,-1.000 0.000-448 0,-1.000 0.000 0 0,0.000 0.000 304 0,0.000 1.000-32 0,0.000-1.000 0 0,0.000 1.000 0 0,0.000 0.000 1776 0,0.000 2.000 368 15,-1.000 2.000 64-15,1.000-5.000 16 0,0.000 0.000-1184 0,0.000 0.000-224 16,-23.000 40.000-64-16,23.000-40.000 0 0,-27.000 34.000-640 0,9.000-14.000-128 16,-3.000 1.000-16-16,-3.000 1.000-16 0,-1.000 0.000-224 0,-4.000 0.000 0 15,2.000-3.000 0-15,1.000 0.000 0 0,4.000-3.000 0 0,0.000-1.000-240 16,-1.000-1.000 48-16,4.000 0.000-17120 15</inkml:trace>
  <inkml:trace contextRef="#ctx0" brushRef="#br1">22595.000 7303.000 34095 0,'2.000'0.000'1504'0,"-2.000"0.000"320"0,1.000 0.000-1456 0,-1.000 0.000-368 0,2.000 0.000 0 0,-2.000 0.000 0 16,2.000 2.000 0-16,-1.000-1.000 128 0,4.000 2.000-128 0,-5.000-3.000 0 15,0.000 0.000 768-15,33.000 27.000 64 0,-33.000-27.000 32 0,34.000 37.000 0 16,-34.000-37.000-656-16,35.000 45.000-208 0,-35.000-45.000 128 0,37.000 59.000-128 16,-37.000-59.000 0-16,38.000 73.000 0 0</inkml:trace>
  <inkml:trace contextRef="#ctx0" brushRef="#br1">21381.000 8799.000 36863 0,'0.000'0.000'3264'0,"0.000"1.000"-2608"0,0.000-1.000-528 0,0.000 0.000-128 0,0.000 0.000 160 0,-1.000 0.000 0 0,-1.000 2.000 0 0,0.000 2.000 0 0,-4.000 6.000 128 0,-5.000 3.000 32 0,-4.000 6.000 0 0,-2.000 3.000 0 0,-4.000 1.000-320 0,0.000 1.000 0 16,-1.000 1.000 0-16,2.000 0.000 0 0,-1.000-1.000 0 0,-1.000 0.000 0 15,3.000-1.000 0-15,-2.000-1.000 0 0,2.000 1.000 0 0,0.000-4.000 0 16,1.000-1.000 0-16,1.000-1.000-17136 16</inkml:trace>
  <inkml:trace contextRef="#ctx0" brushRef="#br1">21150.000 8924.000 31327 0,'0.000'-1.000'1392'0,"0.000"0.000"272"0,2.000 0.000-1328 0,-2.000 1.000-336 0,0.000 0.000 0 0,2.000 0.000 0 15,-2.000 0.000 256-15,1.000 0.000-32 0,1.000 0.000 0 0,3.000 1.000 0 16,4.000 1.000 720-16,1.000 2.000 144 0,-10.000-4.000 16 0,0.000 0.000 16 16,36.000 24.000-704-16,-36.000-24.000-144 0,0.000 0.000-16 0,41.000 39.000-16 15,-41.000-39.000-240-15,29.000 37.000 0 16,-29.000-37.000 0-16,31.000 44.000 0 0,-31.000-44.000 0 0,31.000 42.000 0 0</inkml:trace>
  <inkml:trace contextRef="#ctx0" brushRef="#br1">22432.000 8842.000 38703 0,'0.000'0.000'3440'0,"0.000"0.000"-2752"0,0.000 0.000-560 0,0.000 0.000-128 0,-2.000 0.000 0 0,2.000 0.000 0 0,0.000 0.000-192 0,-3.000 0.000 192 0,1.000 1.000 256 0,-5.000 2.000 192 0,0.000 2.000 16 0,-3.000 5.000 16 0,-4.000 5.000-352 0,-5.000 3.000-128 16,-1.000 4.000 0-16,-4.000 3.000 144 0,-2.000 3.000-144 0,-1.000 0.000 0 15,-1.000-1.000 0-15,3.000-3.000 0 16,2.000-3.000-160-16,1.000-1.000 160 0,3.000-1.000 0 0,2.000-3.000-144 16,2.000 0.000-576-16,0.000-1.000-112 0,2.000-3.000-32 0,2.000 1.000-16016 0</inkml:trace>
  <inkml:trace contextRef="#ctx0" brushRef="#br1">22137.000 8889.000 29487 0,'2.000'1.000'2624'0,"-2.000"-1.000"-2112"0,0.000 0.000-512 0,2.000 0.000 0 32,-2.000 1.000 1136-32,0.000-1.000 112 0,1.000 1.000 32 0,-1.000 0.000 0 15,4.000 2.000-592-15,-4.000-3.000-112 0,0.000 0.000-32 0,0.000 0.000 0 16,36.000 44.000-272-16,-36.000-44.000-48 0,27.000 39.000-16 0,-27.000-39.000 0 15,31.000 46.000-208-15,-31.000-46.000 144 0,29.000 49.000-144 0,-29.000-49.000 128 16,31.000 51.000-128-16,-31.000-51.000 0 0</inkml:trace>
  <inkml:trace contextRef="#ctx0" brushRef="#br1">21296.000 10310.000 36863 0,'0.000'-1.000'3264'0,"0.000"1.000"-2608"0,0.000 0.000-528 0,0.000 0.000-128 0,0.000 0.000 0 0,0.000 0.000 160 0,0.000 0.000-160 0,-2.000 0.000 160 0,2.000 0.000 512 0,0.000-1.000 96 15,0.000 2.000 32-15,-3.000-1.000 0 0,-1.000 2.000-288 0,-1.000 1.000-48 16,-3.000 3.000-16-16,-5.000 2.000 0 0,-2.000 5.000-448 0,-5.000 4.000 0 16,-3.000 1.000 0-16,-2.000 5.000 0 0,-3.000 0.000 0 0,1.000 3.000 0 15,0.000-2.000 0-15,0.000 1.000 0 16,3.000-1.000-624-16,0.000-1.000-64 0,0.000-1.000-16 0,3.000-3.000-17024 0</inkml:trace>
  <inkml:trace contextRef="#ctx0" brushRef="#br1">21053.000 10369.000 28559 0,'1.000'-1.000'1264'0,"1.000"1.000"272"0,-2.000 0.000-1232 0,0.000 0.000-304 0,0.000-1.000 0 0,2.000 1.000 0 15,-2.000 0.000 336-15,1.000 0.000 16 0,1.000 1.000 0 0,1.000 1.000 0 16,-3.000-2.000 688-16,0.000 0.000 144 0,0.000 0.000 32 0,35.000 29.000 0 15,-35.000-29.000-960-15,0.000 0.000-256 0,39.000 48.000 0 0,-39.000-48.000 128 16,33.000 41.000-128-16,-33.000-41.000 0 0,32.000 44.000 0 0,-32.000-44.000 0 0,34.000 43.000 0 0,-34.000-43.000 0 16,33.000 37.000-160-16</inkml:trace>
  <inkml:trace contextRef="#ctx0" brushRef="#br1">22512.000 10205.000 36863 0,'-2.000'0.000'1632'0,"1.000"0.000"336"15,1.000 1.000-1584-15,0.000-1.000-384 0,0.000 0.000 0 0,-2.000 1.000 0 0,2.000-1.000 336 0,0.000 1.000-16 0,-3.000 1.000 0 0,-2.000 4.000 0 16,-6.000 3.000 192-16,-2.000 5.000 16 16,-3.000 2.000 16-16,-3.000 4.000 0 0,-1.000 0.000-544 0,0.000 1.000 0 0,-1.000 1.000 0 0,-1.000 0.000 0 15,-1.000-1.000 0-15,-2.000-1.000 0 16,-3.000 1.000 0-16,1.000 1.000 0 0,-3.000 2.000-752 0,3.000 1.000-48 0</inkml:trace>
  <inkml:trace contextRef="#ctx0" brushRef="#br1">22336.000 10187.000 37775 0,'3.000'0.000'1664'0,"-3.000"0.000"368"0,2.000 0.000-1632 0,-2.000 0.000-400 16,0.000 0.000 0-16,0.000 0.000 0 0,2.000 0.000 0 0,-1.000 2.000 0 16,1.000 0.000 128-16,-2.000-2.000-128 0,0.000 0.000 0 0,0.000 0.000 0 15,30.000 46.000-192-15,-30.000-46.000 192 0,22.000 40.000-160 0,-22.000-40.000 160 16,22.000 49.000 0-16,-22.000-49.000-11184 15,17.000 57.000-2128-15</inkml:trace>
  <inkml:trace contextRef="#ctx0" brushRef="#br1">20384.000 11603.000 36863 0,'0.000'-1.000'3264'0,"0.000"1.000"-2608"0,0.000 0.000-528 0,0.000 0.000-128 0,0.000 1.000 528 0,0.000-1.000 80 0,-1.000 0.000 16 0,1.000 0.000 0 15,-2.000 0.000-272-15,0.000 2.000-48 0,-1.000 2.000-16 0,-3.000 1.000 0 16,-4.000 3.000-48-16,-4.000 7.000-16 0,-2.000 5.000 0 0,-7.000 5.000 0 16,-1.000 5.000-224-16,-5.000 5.000 0 0,-2.000 5.000 0 0,0.000 0.000 0 15,1.000-3.000 0-15,-2.000-1.000 0 0,3.000-2.000 0 0,2.000-4.000 0 16,3.000-2.000-160-16,0.000-3.000 160 0,3.000-1.000-128 0,1.000-6.000 128 31,5.000-3.000-1776-31,2.000-6.000-272 0,3.000-3.000-48 0,4.000-6.000-13808 0</inkml:trace>
  <inkml:trace contextRef="#ctx0" brushRef="#br1">20005.000 11691.000 27647 0,'0.000'-1.000'2448'0,"0.000"1.000"-1952"15,0.000 0.000-496-15,2.000 0.000 0 0,-2.000 1.000 848 0,2.000-1.000 80 16,2.000 1.000 16-16,-1.000 1.000 0 0,-3.000-2.000-368 0,0.000 0.000-64 15,0.000 0.000 0-15,42.000 28.000-16 0,-42.000-28.000-304 0,33.000 31.000-64 16,-33.000-31.000-128-16,39.000 44.000 192 0,-39.000-44.000-192 0,45.000 52.000 0 16,-45.000-52.000 0-16,43.000 52.000-9872 15,-43.000-52.000-1904-15</inkml:trace>
  <inkml:trace contextRef="#ctx0" brushRef="#br1">21758.000 11637.000 31327 0,'0.000'-1.000'2784'0,"2.000"0.000"-2224"0,-2.000 1.000-560 0,0.000 0.000 0 0,3.000 1.000 1312 0,-3.000-1.000 160 0,-1.000 0.000 16 0,1.000 0.000 16 15,1.000 0.000-592-15,-1.000 0.000-112 0,0.000 1.000-32 0,-1.000-1.000 0 0,-1.000 1.000-80 0,-1.000 1.000-32 0,-2.000 2.000 0 0,-4.000 4.000 0 16,-4.000 4.000-528-16,-5.000 4.000-128 0,-3.000 3.000 0 0,-1.000 3.000 0 16,-4.000 2.000 0-16,2.000 1.000 0 0,2.000 0.000 0 0,0.000-1.000 0 15,2.000-1.000-400-15,-1.000-2.000 32 16,2.000-1.000 16-16,2.000-1.000 0 15,0.000 0.000-1152-15,0.000-4.000-224 0,-2.000 0.000-64 0,3.000-4.000-14384 0</inkml:trace>
  <inkml:trace contextRef="#ctx0" brushRef="#br1">21528.000 11660.000 26719 0,'0.000'1.000'2368'0,"0.000"-1.000"-1888"0,0.000 0.000-480 0,0.000 0.000 0 0,0.000 0.000 848 0,0.000 1.000 80 16,0.000-1.000 16-16,3.000 1.000 0 0,-1.000 1.000-560 0,-2.000-2.000-96 15,0.000 0.000-32-15,0.000 0.000 0 0,32.000 39.000-48 0,-32.000-39.000-16 16,26.000 35.000 0-16,-26.000-35.000 0 0,28.000 42.000-64 0,-28.000-42.000-128 16,28.000 44.000 176-16,-28.000-44.000-176 0,25.000 40.000 0 0,-25.000-40.000 0 15,30.000 36.000 0-15,-30.000-36.000-192 0,31.000 30.000-160 0,-31.000-30.000-32 16</inkml:trace>
  <inkml:trace contextRef="#ctx0" brushRef="#br1">22850.000 11476.000 31327 0,'1.000'1.000'2784'0,"-2.000"0.000"-2224"0,1.000 0.000-560 0,-2.000 1.000 0 16,0.000 0.000 0-16,1.000 2.000 0 0,-4.000 3.000 0 0,5.000-7.000 0 15,-19.000 27.000 0-15,4.000-7.000 0 0,-1.000 3.000 0 0,-3.000 1.000 0 16,-2.000 1.000 0-16,-1.000 0.000 160 0,0.000-1.000-32 0,-1.000 1.000 0 0,-1.000-1.000 64 0,0.000 0.000 16 16,0.000 2.000 0-16,3.000-1.000 0 0,-3.000 1.000-208 0,5.000-3.000 0 15,0.000-2.000 0-15,3.000-3.000-9536 16,1.000-4.000-1968-16</inkml:trace>
  <inkml:trace contextRef="#ctx0" brushRef="#br1">22606.000 11570.000 29487 0,'2.000'1.000'1296'0,"0.000"-1.000"288"0,-1.000 1.000-1264 0,4.000 1.000-320 15,-2.000 0.000 0-15,0.000 0.000 0 0,-3.000-2.000 0 0,0.000 0.000 0 0,0.000 0.000 0 0,50.000 38.000 0 16,-50.000-38.000 1040-16,51.000 42.000 160 0,-51.000-42.000 16 0,45.000 43.000 16 31,-45.000-43.000-1824-31,40.000 45.000-368 0,-40.000-45.000-80 0,33.000 48.000-12976 0</inkml:trace>
  <inkml:trace contextRef="#ctx0" brushRef="#br1">18496.000 13396.000 11967 0,'2.000'2.000'1072'0,"-2.000"-2.000"-864"0,0.000 0.000-208 0,-2.000 1.000 0 0,2.000-1.000 1728 0,0.000 0.000 288 0,0.000 0.000 64 0,0.000 1.000 16 0,0.000 0.000 944 0,0.000-1.000 192 16,0.000 1.000 32-16,0.000-1.000 16 0,-2.000 1.000-1008 0,2.000-1.000-208 16,0.000 1.000-32-16,-2.000 0.000-16 0,2.000 1.000-1408 0,-3.000 3.000-288 15,3.000-5.000-48-15,0.000 0.000-16 0,-12.000 28.000-256 0,12.000-28.000 0 16,-19.000 35.000 0-16,5.000-13.000 0 0,1.000 1.000 0 0,-4.000 0.000 0 16,-1.000 1.000 0-16,2.000-1.000 0 0,-3.000 0.000 0 0,0.000-1.000 0 15,1.000-1.000 0-15,-2.000 0.000 0 0,1.000 1.000 0 0,0.000-1.000 0 16,-3.000 0.000 0-16,1.000 1.000-11760 15,1.000 1.000-2240-15</inkml:trace>
  <inkml:trace contextRef="#ctx0" brushRef="#br1">18124.000 13618.000 31327 0,'2.000'0.000'1392'0,"-2.000"0.000"272"0,0.000 0.000-1328 0,0.000 0.000-336 0,0.000 0.000 0 0,0.000 0.000 0 16,1.000 0.000 320-16,-1.000 0.000-16 0,2.000 0.000 0 0,1.000 1.000 0 15,-3.000-1.000 16-15,0.000 0.000 0 0,0.000 0.000 0 0,37.000 23.000 0 16,-37.000-23.000-320-16,0.000 0.000 0 0,49.000 42.000 0 0,-49.000-42.000 0 16,36.000 35.000 0-16,-36.000-35.000 0 0,40.000 39.000 0 0,-40.000-39.000 0 15,43.000 39.000-144-15,-43.000-39.000 144 0,54.000 36.000-128 0,-21.000-19.000-14672 16</inkml:trace>
  <inkml:trace contextRef="#ctx0" brushRef="#br1">19951.000 13310.000 32255 0,'0.000'0.000'2864'0,"0.000"0.000"-2288"0,0.000 0.000-576 0,-2.000 0.000 0 0,2.000 0.000 864 0,0.000 0.000 64 16,0.000 0.000 16-16,0.000 0.000 0 0,-2.000 1.000-288 0,-1.000 3.000-48 15,-3.000 0.000-16-15,-2.000 5.000 0 0,-2.000 5.000-112 0,-4.000 2.000-32 16,-3.000 5.000 0-16,-1.000 3.000 0 0,-3.000 3.000-448 0,-3.000 4.000 0 16,-2.000 3.000 0-16,-1.000 0.000 0 0,0.000-2.000 0 0,2.000-5.000 0 15,2.000-4.000 0-15,2.000-3.000 0 0,2.000-4.000-256 0,0.000 0.000 0 16,1.000-2.000 0-16,4.000-2.000-16928 0</inkml:trace>
  <inkml:trace contextRef="#ctx0" brushRef="#br1">19661.000 13392.000 28559 0,'0.000'0.000'2544'0,"0.000"0.000"-2032"15,0.000 1.000-512-15,0.000-1.000 0 0,0.000 0.000 1072 0,2.000 0.000 112 0,-2.000 1.000 32 0,3.000 0.000 0 16,-3.000-1.000-688-16,0.000 0.000-128 0,0.000 0.000-16 0,0.000 0.000-16 16,32.000 47.000 64-16,-32.000-47.000 16 0,24.000 46.000 0 0,-24.000-46.000 0 15,27.000 52.000-256-15,-27.000-52.000-64 0,32.000 55.000 0 0,-32.000-55.000 0 0,32.000 50.000-128 0,-32.000-50.000 0 16</inkml:trace>
  <inkml:trace contextRef="#ctx0" brushRef="#br1">21337.000 13232.000 33167 0,'0.000'0.000'2944'0,"2.000"0.000"-2352"0,-2.000 0.000-464 0,0.000 0.000-128 0,0.000 0.000 0 0,0.000 0.000-208 0,-2.000 1.000 48 0,2.000-1.000 16 0,0.000 2.000 560 0,-4.000 1.000 112 16,1.000 3.000 32-16,-4.000 3.000 0 0,-3.000 4.000 0 0,-4.000 3.000 0 16,-1.000 3.000 0-16,-6.000 2.000 0 0,3.000 0.000-560 0,-5.000 2.000 0 15,1.000 2.000 0-15,-2.000 0.000 0 0,0.000 0.000 0 0,0.000 0.000 0 0,3.000-1.000 0 0,-1.000-1.000 0 16,3.000-3.000 0-16,1.000-3.000-304 16,0.000-3.000 48-16,1.000-4.000-15808 15</inkml:trace>
  <inkml:trace contextRef="#ctx0" brushRef="#br1">21075.000 13294.000 30399 0,'2.000'1.000'1344'0,"-2.000"-1.000"288"0,0.000 1.000-1312 0,0.000-1.000-320 0,0.000 0.000 0 0,1.000 0.000 0 0,1.000 1.000 0 0,-2.000-1.000 0 16,0.000 0.000 0-16,0.000 0.000 0 0,0.000 0.000 192 0,32.000 36.000 32 15,-32.000-36.000 0-15,29.000 37.000 0 16,-29.000-37.000-96-16,38.000 44.000-128 0,-38.000-44.000 176 0,38.000 49.000-176 15,-38.000-49.000 0-15,39.000 51.000 0 0</inkml:trace>
  <inkml:trace contextRef="#ctx0" brushRef="#br1">22726.000 13151.000 37775 0,'0.000'-1.000'1664'0,"0.000"1.000"368"0,0.000 1.000-1632 0,0.000-1.000-400 0,0.000 0.000 0 0,-1.000 0.000 0 15,-1.000 0.000-864 1,0.000 2.000-256-16,-1.000 3.000-48 0,-5.000 3.000-16 0,-6.000 7.000 800 0,-5.000 3.000 144 0,-2.000 2.000 48 0,0.000 0.000 0 0,0.000 1.000 192 0,-1.000-1.000 0 16,-1.000 1.000-160-16,1.000 0.000 160 15,0.000 0.000 0-15,-2.000 3.000 0 0,-5.000 3.000-144 0,-3.000 3.000 144 16,0.000 0.000-1056-16,1.000 0.000-160 0</inkml:trace>
  <inkml:trace contextRef="#ctx0" brushRef="#br1">22427.000 13222.000 30399 0,'2.000'1.000'1344'0,"-2.000"-1.000"288"0,1.000 0.000-1312 0,-1.000 0.000-320 0,0.000 0.000 0 0,0.000 1.000 0 16,2.000 0.000 0-16,-2.000-1.000 0 0,0.000 0.000 0 0,0.000 0.000 0 15,0.000 0.000 0-15,32.000 41.000 304 0,-32.000-41.000-48 0,0.000 0.000-16 16,38.000 61.000 112-16,-38.000-61.000 32 0,31.000 62.000 0 0,-31.000-62.000 0 16,33.000 68.000-384-16,-33.000-68.000 0 0</inkml:trace>
  <inkml:trace contextRef="#ctx0" brushRef="#br1">13470.000 9755.000 30063 0,'0.000'-4.000'656'0,"0.000"2.000"144"0,0.000 1.000 32 0,0.000 0.000 0 0,0.000 1.000-656 0,0.000 0.000-176 0,0.000 0.000 0 0,0.000 0.000 0 0,0.000 1.000 320 0,0.000 0.000 48 0,0.000 2.000 0 0,-1.000 2.000 0 0,1.000-5.000 48 0,0.000 0.000 16 0,0.000 0.000 0 0,-9.000 47.000 0 0,9.000-47.000 528 0,-14.000 39.000 128 0,4.000-16.000 0 0,-4.000 0.000 16 16,0.000 0.000-704-16,-5.000 1.000-144 0,-1.000 1.000-16 0,-6.000 3.000-16 0,-3.000 4.000-224 0,0.000 0.000 144 15,0.000 1.000-144-15,2.000 0.000 128 16,1.000-2.000-832-16,1.000-2.000-192 0</inkml:trace>
  <inkml:trace contextRef="#ctx0" brushRef="#br1">13234.000 9968.000 31327 0,'1.000'0.000'1392'0,"-1.000"0.000"272"0,2.000 1.000-1328 0,1.000 1.000-336 0,-1.000-1.000 0 0,0.000 0.000 0 16,2.000 0.000 0-16,1.000 2.000 0 0,-5.000-3.000 0 0,0.000 0.000-192 15,37.000 22.000 192-15,-37.000-22.000 0 0,0.000 0.000 0 0,46.000 32.000 0 0,-46.000-32.000 0 16,0.000 0.000 0-16,40.000 32.000 0 0,-40.000-32.000 0 0,0.000 0.000-128 16,0.000 0.000 128-16,36.000 41.000-128 0,-36.000-41.000-13600 15</inkml:trace>
  <inkml:trace contextRef="#ctx0" brushRef="#br1">12122.000 9988.000 23039 0,'0.000'-4.000'1024'0,"0.000"2.000"192"0,0.000 0.000-960 0,0.000 1.000-256 0,0.000 1.000 0 0,0.000 0.000 0 16,0.000 0.000 224-16,0.000 0.000 0 0,0.000 0.000 0 0,-2.000 1.000 0 15,-1.000 3.000 1568-15,-5.000 3.000 320 0,0.000 7.000 64 0,-6.000 6.000 16 16,-4.000 5.000-1488-16,-4.000 6.000-288 16,-2.000 7.000-64-16,-2.000 0.000-16 0,-1.000-2.000-336 0,3.000-4.000 0 0,3.000-2.000 0 0,0.000-5.000 0 15,5.000-2.000 0-15,1.000-3.000 0 0,2.000-1.000-144 0,-2.000-3.000 144 16,4.000-3.000-1440-16,-2.000-1.000-224 0</inkml:trace>
  <inkml:trace contextRef="#ctx0" brushRef="#br1">11874.000 10084.000 29487 0,'3.000'0.000'1296'0,"-3.000"0.000"288"0,0.000 0.000-1264 0,3.000 1.000-320 15,-1.000 1.000 0-15,0.000 0.000 0 0,1.000 2.000 0 0,-3.000-4.000 0 16,0.000 0.000 0-16,0.000 0.000 0 0,46.000 43.000 176 0,-46.000-43.000-176 15,32.000 35.000 160-15,-32.000-35.000-160 0,32.000 36.000 240 0,-32.000-36.000-48 16,34.000 40.000-16-16,-34.000-40.000 0 0,32.000 42.000-176 0,-32.000-42.000 0 0,27.000 44.000 0 0,-27.000-44.000-13584 16</inkml:trace>
  <inkml:trace contextRef="#ctx0" brushRef="#br1">11970.000 11244.000 31327 0,'0.000'-1.000'2784'0,"0.000"0.000"-2224"0,0.000 0.000-560 0,0.000 1.000 0 0,0.000 0.000 688 0,0.000 0.000 16 0,0.000 0.000 16 0,0.000 0.000 0 0,0.000-1.000 864 0,0.000 1.000 160 0,-3.000 1.000 48 0,1.000 4.000 0 15,-4.000 2.000-1280-15,-2.000 4.000-256 0,-5.000 6.000-64 0,0.000 6.000 0 31,-3.000 6.000-192-31,-3.000 4.000 0 0,0.000 2.000 0 0,1.000 2.000 0 0,-1.000-4.000-256 0,0.000-1.000 48 0,1.000 0.000 16 0,2.000-3.000 0 16,0.000-4.000-1408-16,0.000-2.000-256 16,2.000-1.000-64-16,-2.000-4.000-14016 0</inkml:trace>
  <inkml:trace contextRef="#ctx0" brushRef="#br1">11711.000 11385.000 27647 0,'0.000'0.000'2448'0,"1.000"-1.000"-1952"16,-1.000 1.000-496-16,2.000 0.000 0 0,-2.000 0.000 768 0,3.000 1.000 64 16,1.000 0.000 16-16,-4.000-1.000 0 0,0.000 0.000-224 0,0.000 0.000-48 15,44.000 21.000-16-15,-44.000-21.000 0 0,0.000 0.000-304 0,51.000 36.000-48 16,-51.000-36.000-16-16,0.000 0.000 0 0,53.000 45.000-192 0,-53.000-45.000 0 16,35.000 33.000 0-16,-35.000-33.000-14848 0</inkml:trace>
  <inkml:trace contextRef="#ctx0" brushRef="#br1">12984.000 11135.000 23039 0,'3.000'0.000'2048'0,"-1.000"0.000"-1648"16,-2.000 0.000-400-16,-2.000 0.000 0 0,2.000 1.000 288 0,-3.000 0.000-32 16,0.000 2.000 0-16,-2.000 2.000 0 0,-4.000 5.000 256 0,-6.000 2.000 64 15,2.000 4.000 0-15,-6.000 3.000 0 0,0.000 2.000 208 0,0.000 2.000 48 16,-3.000 3.000 16-16,-1.000 2.000 0 0,2.000 1.000-656 0,0.000 1.000-192 16,1.000 2.000 0-16,1.000-3.000 0 0,1.000-3.000 0 0,3.000-4.000 0 0,3.000-3.000 0 0,2.000-4.000 0 15,-3.000 0.000 0-15,4.000-2.000-192 0</inkml:trace>
  <inkml:trace contextRef="#ctx0" brushRef="#br1">12714.000 11249.000 31327 0,'0.000'1.000'2784'16,"0.000"-1.000"-2224"-16,0.000 0.000-560 0,0.000 0.000 0 15,2.000 0.000 208-15,-1.000 1.000-64 0,2.000 0.000-16 0,0.000 1.000 0 16,2.000 1.000-128-16,-5.000-3.000-176 0,0.000 0.000 48 0,0.000 0.000 0 0,43.000 38.000 128 15,-43.000-38.000 0-15,0.000 0.000 0 0,42.000 52.000-128 0,-42.000-52.000 128 0,30.000 44.000-128 16,-30.000-44.000 128-16,29.000 47.000-9280 16,-29.000-47.000-1792-16</inkml:trace>
  <inkml:trace contextRef="#ctx0" brushRef="#br1">13885.000 11073.000 7359 0,'-2.000'1.000'656'0,"2.000"-1.000"-528"0,0.000 0.000-128 0,0.000 0.000 0 15,-1.000 0.000 6160-15,1.000 0.000 1200 0,0.000 0.000 256 0,-2.000 0.000 32 16,2.000 3.000-6016-16,-3.000 1.000-1200 0,-2.000 2.000-240 0,-1.000 4.000-64 15,-4.000 4.000 32-15,-1.000 2.000 0 0,-4.000 1.000 0 0,-2.000 3.000 0 16,-4.000 1.000-16-16,0.000 1.000 0 0,-4.000 1.000 0 0,-1.000 0.000 0 16,2.000 0.000-144-16,-3.000 0.000 0 0,3.000 0.000 0 0,0.000-1.000 128 15,3.000 0.000-128-15,-1.000-3.000-144 0,5.000-3.000 144 0,3.000-3.000-16272 16</inkml:trace>
  <inkml:trace contextRef="#ctx0" brushRef="#br1">13619.000 11168.000 26719 0,'2.000'0.000'1184'0,"-2.000"0.000"240"0,3.000 0.000-1136 0,-1.000 0.000-288 16,-1.000 1.000 0-16,1.000-1.000 0 0,1.000 1.000 656 0,-3.000-1.000 80 15,0.000 0.000 16-15,0.000 0.000 0 0,54.000 24.000 272 0,-54.000-24.000 48 16,34.000 26.000 16-16,-34.000-26.000 0 0,35.000 35.000-896 0,-35.000-35.000-192 16,29.000 45.000 0-16,-29.000-45.000-14784 0</inkml:trace>
  <inkml:trace contextRef="#ctx0" brushRef="#br1">11991.000 12761.000 35007 0,'-2.000'-3.000'3120'0,"2.000"2.000"-2496"0,0.000 0.000-496 0,0.000 1.000-128 0,0.000 0.000 448 0,0.000 0.000 80 0,0.000 0.000 16 0,0.000 0.000 0 0,0.000 1.000-256 0,-1.000-1.000-48 15,-1.000 1.000-16-15,0.000 3.000 0 0,-1.000 0.000 304 0,-2.000 3.000 64 16,-4.000 5.000 16-16,-1.000 3.000 0 0,-4.000 4.000-608 0,-2.000 3.000 0 16,-2.000 1.000 0-16,-1.000 3.000 0 0,0.000 2.000 0 0,-2.000-1.000 0 15,2.000-1.000 0-15,0.000-2.000-128 16,1.000 0.000-448-16,-1.000-3.000-96 0,4.000 0.000-16 0,0.000-2.000-16272 15</inkml:trace>
  <inkml:trace contextRef="#ctx0" brushRef="#br1">11784.000 12798.000 27647 0,'0.000'0.000'1216'0,"0.000"0.000"256"0,2.000 0.000-1168 0,-2.000 0.000-304 0,0.000 1.000 0 0,2.000-1.000 0 16,-1.000 1.000 640-16,4.000 1.000 80 0,-5.000-2.000 16 15,0.000 0.000 0-15,0.000 0.000 240 0,43.000 25.000 48 0,-43.000-25.000 16 0,0.000 0.000 0 16,53.000 36.000-784-16,-53.000-36.000-256 0,40.000 30.000 128 0,-40.000-30.000-128 16,45.000 35.000 0-16,-45.000-35.000 0 0</inkml:trace>
  <inkml:trace contextRef="#ctx0" brushRef="#br1">13013.000 12671.000 25791 0,'3.000'-1.000'2304'0,"-3.000"0.000"-1856"0,-1.000 1.000-448 0,-1.000-1.000 0 0,2.000 1.000 368 0,0.000 0.000-32 0,0.000-1.000 0 0,0.000-1.000 0 15,0.000-1.000 816-15,0.000 2.000 176 0,0.000 0.000 16 0,0.000 1.000 16 16,0.000 0.000-32-16,0.000 1.000-16 0,-2.000 0.000 0 0,2.000 2.000 0 15,-1.000 0.000-800-15,-1.000 3.000-176 0,2.000-6.000-16 0,-11.000 24.000-16 16,3.000-5.000-128-16,-5.000 2.000-32 0,-1.000 2.000 0 0,-4.000-2.000 0 16,2.000 2.000-144-16,-3.000-3.000 0 0,1.000-1.000 0 0,-2.000-1.000 0 15,2.000-2.000 0-15,-1.000 3.000 0 0,-2.000 2.000 0 0,0.000-1.000 0 32,2.000-1.000-752-32,2.000 0.000-128 0</inkml:trace>
  <inkml:trace contextRef="#ctx0" brushRef="#br1">12888.000 12726.000 25791 0,'2.000'0.000'2304'0,"-2.000"0.000"-1856"0,1.000 0.000-448 0,-1.000 0.000 0 0,0.000 0.000 1232 0,0.000 0.000 160 0,0.000 0.000 16 0,2.000 0.000 16 0,0.000 1.000-1168 0,-2.000-1.000-256 16,0.000 0.000 0-16,0.000 0.000 0 0,0.000 0.000 0 0,43.000 32.000 0 15,-43.000-32.000-128-15,0.000 0.000 128 0,38.000 38.000 0 0,-38.000-38.000 0 16,0.000 0.000-144-16,45.000 48.000-8944 15,-45.000-48.000-1776-15</inkml:trace>
  <inkml:trace contextRef="#ctx0" brushRef="#br1">14155.000 12514.000 32255 0,'-6.000'0.000'2864'0,"2.000"0.000"-2288"16,3.000 0.000-576-16,1.000 0.000 0 0,1.000 0.000 0 0,1.000 0.000 0 15,-2.000 0.000-192-15,0.000 1.000 48 0,3.000-1.000 416 0,-3.000 1.000 96 16,2.000 1.000 16-16,-2.000 1.000 0 0,-2.000 1.000 928 0,-1.000 2.000 192 15,-2.000 4.000 32-15,-4.000 6.000 16 0,-3.000 5.000-1088 0,-3.000 6.000-208 16,-3.000 3.000-64-16,-1.000 3.000 0 0,-2.000-2.000-192 0,0.000-1.000 0 16,0.000-2.000 0-16,1.000 1.000 0 0,-3.000 3.000 0 0,1.000-1.000 0 15,1.000-1.000 0-15,3.000-4.000-11664 16,2.000-8.000-2352-16</inkml:trace>
  <inkml:trace contextRef="#ctx0" brushRef="#br1">13934.000 12655.000 34095 0,'0.000'-1.000'1504'0,"0.000"1.000"320"0,2.000 1.000-1456 0,-2.000-1.000-368 15,0.000 0.000 0-15,0.000-1.000 0 0,2.000 2.000 176 0,-1.000 1.000-48 0,4.000 1.000 0 0,-5.000-3.000 0 16,0.000 0.000 448-16,35.000 33.000 96 0,-35.000-33.000 16 0,32.000 36.000 0 0,-32.000-36.000-336 0,40.000 46.000-64 16,-40.000-46.000-16-16,48.000 54.000 0 15,-48.000-54.000-272-15,53.000 56.000 0 0,-53.000-56.000 0 0,51.000 49.000-16912 16</inkml:trace>
  <inkml:trace contextRef="#ctx0" brushRef="#br1">12221.000 8611.000 31327 0,'0.000'0.000'2784'0,"0.000"0.000"-2224"0,0.000 0.000-560 0,0.000 1.000 0 0,0.000-1.000 0 0,0.000 1.000 0 0,0.000 1.000 0 0,-2.000 1.000-192 0,2.000-3.000 1216 0,0.000 0.000 240 16,-12.000 26.000 48-16,12.000-26.000 16 0,-16.000 30.000-816 0,5.000-13.000-144 15,-1.000 3.000-48-15,-2.000 1.000 0 0,-2.000 1.000-128 0,3.000 0.000-48 16,-3.000 0.000 0-16,0.000 0.000 0 0,0.000 1.000-144 0,-3.000-1.000 0 15,2.000 0.000 0-15,0.000-1.000 0 0,1.000-1.000-288 0,-1.000-3.000 16 16,2.000-1.000 0-16</inkml:trace>
  <inkml:trace contextRef="#ctx0" brushRef="#br1">12004.000 8722.000 29487 0,'0.000'0.000'1296'0,"0.000"0.000"288"15,1.000 0.000-1264-15,-1.000 0.000-320 0,2.000 0.000 0 0,-2.000 0.000 0 0,1.000 0.000 272 0,1.000 1.000 0 0,-2.000-1.000 0 0,0.000 0.000 0 16,0.000 0.000 1008-16,35.000 12.000 208 0,-35.000-12.000 48 0,0.000 0.000 0 16,48.000 27.000-1200-16,-48.000-27.000-336 0,37.000 30.000 144 0,-37.000-30.000-144 15,43.000 40.000 0-15,-43.000-40.000 0 0</inkml:trace>
  <inkml:trace contextRef="#ctx0" brushRef="#br1">13585.000 8563.000 11967 0,'2.000'-2.000'1072'0,"-2.000"1.000"-864"0,0.000 0.000-208 0,2.000 0.000 0 16,-2.000 1.000 4736-16,0.000 0.000 896 0,0.000 0.000 176 0,0.000 0.000 32 16,0.000-1.000-4160-16,1.000 1.000-832 0,-1.000 1.000-160 0,0.000 1.000-48 15,0.000 2.000 320-15,0.000-4.000 64 0,0.000 0.000 16 0,-5.000 32.000 0 16,5.000-32.000-816-16,-14.000 40.000-224 0,4.000-13.000 0 0,-2.000 2.000 0 0,-4.000 3.000 128 0,0.000 2.000-128 16,-3.000 2.000 128-16,-2.000-2.000-128 0,2.000 0.000 0 0,2.000-2.000 0 15,0.000-3.000 128-15,0.000-5.000-128 16,1.000-4.000-432-16,3.000-2.000-112 15,0.000-6.000-32 1,0.000-2.000-16384-16</inkml:trace>
  <inkml:trace contextRef="#ctx0" brushRef="#br1">13364.000 8734.000 31327 0,'1.000'1.000'1392'0,"-1.000"-1.000"272"0,0.000 0.000-1328 0,2.000 0.000-336 15,-2.000 1.000 0-15,2.000-1.000 0 0,0.000 1.000 0 0,-2.000-1.000 0 16,0.000 0.000 0-16,0.000 0.000-128 0,36.000 21.000 640 0,-36.000-21.000 128 0,34.000 25.000 16 0,-34.000-25.000 16 15,36.000 34.000-432-15,-36.000-34.000-96 0,40.000 39.000-16 0,-40.000-39.000 0 32,37.000 43.000-128-32,-37.000-43.000-192 0</inkml:trace>
  <inkml:trace contextRef="#ctx0" brushRef="#br1">12253.000 7092.000 35935 0,'2.000'1.000'3200'0,"-2.000"-1.000"-2560"0,0.000 0.000-512 0,0.000 0.000-128 0,0.000 0.000 0 0,0.000 1.000 0 0,0.000 0.000 0 0,-2.000 1.000 0 0,2.000-2.000 336 0,0.000 0.000 0 15,-14.000 37.000 0-15,3.000-12.000 0 0,-1.000 5.000-336 0,-2.000 3.000 0 16,-2.000 3.000 0-16,-2.000-2.000 0 0,1.000 3.000 0 0,-1.000-5.000 0 16,2.000-5.000 0-16,-2.000 1.000 0 0,-1.000 1.000 0 0,-1.000-3.000 0 15,-1.000-2.000-144-15,3.000-4.000 144 16,2.000-3.000-1168-16,2.000-2.000-176 0,1.000-4.000-16 0,-1.000-1.000-13680 15</inkml:trace>
  <inkml:trace contextRef="#ctx0" brushRef="#br1">11954.000 7313.000 23039 0,'0.000'-1.000'2048'0,"0.000"0.000"-1648"0,2.000 1.000-400 0,-1.000 0.000 0 16,1.000-1.000 960-16,-1.000 0.000 96 0,4.000 0.000 32 0,3.000 0.000 0 15,3.000 1.000-272-15,-11.000 0.000-48 0,34.000 4.000-16 0,-34.000-4.000 0 16,45.000 16.000-176-16,-45.000-16.000-48 15,48.000 24.000 0-15,-48.000-24.000 0 0,50.000 30.000-528 0,-50.000-30.000 0 0,46.000 36.000 0 0,-46.000-36.000-9328 16,41.000 40.000-1856-16</inkml:trace>
  <inkml:trace contextRef="#ctx0" brushRef="#br1">13333.000 7218.000 30399 0,'3.000'0.000'2704'0,"-3.000"0.000"-2160"15,0.000 0.000-544-15,0.000 0.000 0 0,-1.000 0.000 704 0,1.000 0.000 48 0,0.000 1.000 0 0,0.000-1.000 0 16,-2.000 1.000 256-16,2.000 0.000 48 0,-2.000 1.000 16 0,-1.000 4.000 0 15,-2.000 3.000-208-15,-6.000 3.000-32 0,0.000 5.000-16 0,-5.000 2.000 0 16,0.000 3.000-672-16,-2.000 2.000-144 0,-1.000 1.000 0 0,-2.000-1.000 0 16,4.000-4.000 0-16,-1.000 1.000 0 0,0.000-2.000 0 0,-1.000 1.000 0 15,2.000-1.000-240-15,1.000-2.000 16 0,-2.000-3.000 0 0,2.000-1.000-11424 16,3.000-2.000-2304-16</inkml:trace>
  <inkml:trace contextRef="#ctx0" brushRef="#br1">13093.000 7264.000 27647 0,'0.000'1.000'1216'0,"0.000"-1.000"256"0,0.000 0.000-1168 0,3.000 1.000-304 16,-1.000-1.000 0-16,1.000 1.000 0 0,-3.000-1.000 0 0,0.000 0.000 0 15,0.000 0.000 0-15,42.000 26.000 0 0,-42.000-26.000 0 0,41.000 33.000 256 16,-41.000-33.000-48-16,40.000 38.000-16 0,-40.000-38.000 272 0,37.000 40.000 48 16,-37.000-40.000 16-16,38.000 41.000 0 0,-38.000-41.000-400 0,31.000 39.000-128 15,-31.000-39.000 0-15,29.000 39.000-13344 0</inkml:trace>
  <inkml:trace contextRef="#ctx0" brushRef="#br1">14327.000 7159.000 2751 0,'-2.000'-1.000'256'0,"0.000"0.000"-256"0,4.000 1.000 0 0,-2.000 0.000 0 0,0.000 0.000 6176 0,-2.000 1.000 1184 16,2.000-1.000 256-16,0.000 0.000 32 15,0.000 0.000-5552-15,0.000-1.000-1120 0,0.000 1.000-208 0,0.000 1.000-64 0,0.000-1.000 896 0,-1.000 1.000 192 16,-1.000 1.000 16-16,2.000-2.000 16 0,0.000 0.000-1328 0,0.000 0.000-272 15,-16.000 40.000-48-15,16.000-40.000-16 0,-24.000 48.000-160 0,9.000-19.000 0 16,-4.000 1.000 0-16,0.000 0.000-176 0,-1.000-1.000 176 0,-3.000-3.000 0 16,2.000-1.000 0-16,0.000-2.000 0 0,2.000-1.000-256 0,-3.000-1.000 0 0,-1.000 2.000-16 15</inkml:trace>
  <inkml:trace contextRef="#ctx0" brushRef="#br1">14040.000 7286.000 37775 0,'0.000'0.000'1664'0,"3.000"0.000"368"0,-3.000 0.000-1632 0,0.000 0.000-400 0,2.000 0.000 0 0,-1.000 1.000 0 15,1.000 0.000 0-15,-2.000-1.000-176 0,0.000 0.000 16 0,0.000 0.000 0 16,40.000 31.000 160-16,-40.000-31.000-160 0,42.000 36.000 160 0,-42.000-36.000-160 16,46.000 40.000 160-16,-46.000-40.000 0 0,45.000 42.000 0 0,-45.000-42.000-16480 15</inkml:trace>
  <inkml:trace contextRef="#ctx0" brushRef="#br1">12560.000 5850.000 21183 0,'-1.000'2.000'1888'0,"-1.000"1.000"-1504"0,0.000 1.000-384 0,1.000 0.000 0 0,-1.000 1.000 0 0,-4.000 2.000-128 0,1.000 6.000 0 0,-8.000 11.000 0 15,-4.000 9.000 384-15,-6.000 6.000 64 0,-1.000-4.000 32 0,0.000 1.000 0 16,0.000-3.000 672-16,0.000-1.000 144 16,2.000-2.000 32-16,-2.000-2.000 0 0,3.000-2.000-480 0,-1.000-1.000-80 0,1.000 0.000-32 0,3.000-1.000 0 15,-3.000-2.000-608-15,2.000-3.000 0 0,0.000-3.000-192 0,3.000-1.000-12352 16</inkml:trace>
  <inkml:trace contextRef="#ctx0" brushRef="#br1">12224.000 6059.000 25791 0,'2.000'0.000'2304'0,"0.000"-1.000"-1856"16,-1.000 0.000-448-16,1.000 1.000 0 15,1.000 0.000 256-15,2.000 0.000-64 0,1.000 1.000 0 0,-6.000-1.000 0 0,0.000 0.000 784 0,40.000 14.000 160 16,-40.000-14.000 16-16,35.000 22.000 16 0,-35.000-22.000-288 0,34.000 30.000-64 15,-34.000-30.000-16-15,35.000 32.000 0 0,-35.000-32.000-544 0,36.000 34.000-128 16,-36.000-34.000 0-16,44.000 38.000-128 16,-44.000-38.000 0-16,52.000 41.000-224 15</inkml:trace>
  <inkml:trace contextRef="#ctx0" brushRef="#br1">13659.000 5871.000 31327 0,'-3.000'-3.000'1392'0,"3.000"2.000"272"0,0.000 0.000-1328 0,0.000 1.000-336 16,0.000 0.000 0-16,0.000-1.000 0 0,0.000 1.000 560 0,0.000 0.000 32 15,0.000 0.000 16-15,0.000 1.000 0 0,0.000-1.000 896 0,0.000 1.000 176 16,0.000 0.000 48-16,-1.000 1.000 0 0,-3.000 2.000-1136 0,1.000 4.000-208 16,-5.000 2.000-64-16,-3.000 6.000 0 0,-2.000 6.000-320 0,-3.000 2.000 0 15,-1.000 1.000 0-15,-1.000 3.000 0 0,-3.000 2.000 0 0,0.000 1.000 0 16,-1.000 2.000 0-16,1.000-2.000 0 15,2.000-2.000-320-15,-1.000-1.000-96 0,1.000-1.000-16 0,-1.000-2.000-17296 16</inkml:trace>
  <inkml:trace contextRef="#ctx0" brushRef="#br1">13362.000 6040.000 30399 0,'2.000'-1.000'1344'0,"-2.000"0.000"288"0,1.000 0.000-1312 0,-1.000 0.000-320 0,2.000 0.000 0 0,-2.000 1.000 0 15,4.000 0.000 0-15,-1.000 0.000 128 0,2.000 0.000-128 0,-5.000 0.000 0 16,0.000 0.000 768-16,36.000 10.000 64 0,-36.000-10.000 32 0,0.000 0.000 0 16,45.000 26.000-672-16,-45.000-26.000-192 0,34.000 30.000 0 0,-34.000-30.000 0 15,33.000 35.000 0-15,-33.000-35.000 0 0</inkml:trace>
  <inkml:trace contextRef="#ctx0" brushRef="#br1">14675.000 5992.000 11967 0,'0.000'-4.000'1072'0,"0.000"2.000"-864"0,0.000 1.000-208 0,0.000 0.000 0 0,0.000 1.000 2640 0,0.000 0.000 496 0,0.000-1.000 80 0,-2.000 1.000 32 0,2.000 0.000-656 0,0.000 0.000-128 15,-1.000 0.000-32-15,1.000 0.000 0 0,0.000 2.000-656 0,-2.000 0.000-144 16,-1.000 2.000-32-16,0.000 3.000 0 0,3.000-7.000-992 0,-13.000 28.000-208 16,13.000-28.000-32-16,-24.000 46.000-16 0,8.000-17.000-352 0,-3.000-2.000 0 15,3.000-1.000 0-15,-5.000 0.000 0 0,0.000 2.000 0 0,-1.000-1.000 0 16,1.000-2.000 0-16,2.000-1.000 0 0,1.000-2.000 0 0,2.000-3.000-160 15,-1.000-1.000 160-15,2.000-5.000-208 16,-1.000 0.000-1312-16,1.000-4.000-256 0</inkml:trace>
  <inkml:trace contextRef="#ctx0" brushRef="#br1">14337.000 6066.000 35007 0,'0.000'1.000'1552'0,"0.000"-1.000"320"0,2.000 0.000-1488 0,-2.000 1.000-384 0,2.000-1.000 0 0,-1.000 1.000 0 15,1.000 1.000 128-15,-2.000-2.000-128 0,0.000 0.000 160 0,0.000 0.000-160 16,41.000 36.000 192-16,-41.000-36.000-64 0,39.000 41.000-128 0,-39.000-41.000 192 16,45.000 50.000-192-16,-45.000-50.000 144 0,55.000 66.000-144 0,-24.000-24.000-15872 15</inkml:trace>
  <inkml:trace contextRef="#ctx0" brushRef="#br1">12741.000 4905.000 26719 0,'0.000'0.000'2368'0,"0.000"0.000"-1888"0,0.000 0.000-480 0,0.000 0.000 0 0,0.000 0.000 192 0,0.000 0.000-48 15,0.000 1.000-16-15,0.000-1.000 0 0,0.000 2.000 704 0,-1.000 1.000 128 16,-1.000 1.000 16-16,0.000 4.000 16 15,-1.000 1.000-80-15,3.000-9.000-16 0,-11.000 27.000 0 0,1.000-9.000 0 0,2.000 3.000-624 0,-8.000 3.000-128 32,0.000 4.000-16-32,-3.000 1.000-128 0,0.000 1.000 144 0,0.000-2.000-144 15,0.000-2.000 0-15,-1.000-3.000 144 0,1.000-1.000-272 0,0.000-3.000-64 16,2.000-2.000-16-16,-2.000-3.000 0 16,0.000-3.000-1760-16,0.000-1.000-336 0</inkml:trace>
  <inkml:trace contextRef="#ctx0" brushRef="#br1">12411.000 5072.000 23951 0,'2.000'-3.000'1056'0,"0.000"1.000"224"0,-1.000 0.000-1024 0,1.000-1.000-256 0,0.000 2.000 0 0,-1.000 0.000 0 15,1.000 0.000 448-15,3.000 0.000 16 0,2.000 0.000 16 0,3.000 0.000 0 16,3.000 1.000 1184-16,-13.000 0.000 256 0,30.000 6.000 32 0,-30.000-6.000 16 16,34.000 16.000-1344-16,-34.000-16.000-272 0,40.000 25.000-48 0,-40.000-25.000-16 15,40.000 29.000-288-15,-40.000-29.000 0 0,38.000 30.000 0 0,-38.000-30.000 0 16,37.000 26.000-240-16,-37.000-26.000-96 0,37.000 25.000-32 0,-37.000-25.000-14288 15</inkml:trace>
  <inkml:trace contextRef="#ctx0" brushRef="#br1">13808.000 4944.000 23951 0,'2.000'0.000'2128'0,"-1.000"0.000"-1696"0,-1.000 0.000-432 0,0.000 0.000 0 15,0.000 0.000 304-15,0.000 0.000-32 0,0.000 0.000 0 0,0.000 0.000 0 16,0.000 0.000 960-16,0.000 0.000 192 0,-1.000 0.000 48 0,1.000 0.000 0 15,0.000 0.000 352-15,0.000 0.000 80 0,-2.000 1.000 16 0,2.000 1.000 0 16,-2.000 0.000-1072-16,-1.000 3.000-208 0,-3.000 1.000-32 0,-1.000 4.000-16 16,-1.000 2.000-464-16,-6.000 4.000-128 0,-3.000 4.000 0 0,-3.000 2.000 0 15,-1.000 3.000 0-15,-1.000 0.000 0 0,-2.000 0.000 0 0,0.000-1.000 0 32,3.000-5.000-880-32,-1.000-1.000-80 0,3.000 0.000-32 0,-2.000-3.000-15424 0</inkml:trace>
  <inkml:trace contextRef="#ctx0" brushRef="#br1">13583.000 4940.000 31327 0,'0.000'0.000'2784'0,"2.000"0.000"-2224"15,-2.000 1.000-560-15,0.000-1.000 0 0,2.000 1.000 560 0,-2.000-1.000 0 16,3.000 3.000 0-16,-1.000 0.000 0 0,-2.000-3.000-560 0,0.000 0.000-144 16,0.000 0.000-16-16,37.000 36.000 0 0,-37.000-36.000 160 0,0.000 0.000 0 15,45.000 51.000 0-15,-45.000-51.000 0 0,33.000 47.000 0 0,-33.000-47.000 0 16,34.000 54.000 0-16</inkml:trace>
  <inkml:trace contextRef="#ctx0" brushRef="#br1">14915.000 4917.000 24879 0,'3.000'-1.000'2208'0,"-1.000"1.000"-1760"0,-1.000 0.000-448 0,-1.000 0.000 0 0,-1.000 0.000 176 0,1.000 0.000-48 0,0.000 0.000-128 0,1.000 0.000 192 15,1.000 0.000 1216-15,-2.000 0.000 224 0,0.000 0.000 48 0,0.000 2.000 16 16,0.000 1.000-352-16,-2.000 0.000-64 0,1.000 3.000 0 0,-4.000 1.000-16 16,-3.000 5.000-688-16,-2.000 2.000-128 0,-1.000 5.000-16 0,-5.000 2.000-16 15,-5.000 3.000-416-15,-1.000 2.000 128 0,0.000 2.000-128 0,-4.000 0.000 0 16,4.000 0.000 0-16,-2.000-4.000 0 0,1.000-1.000 0 0,-1.000-3.000 0 31,2.000-1.000-1088-31,1.000-4.000-80 0</inkml:trace>
  <inkml:trace contextRef="#ctx0" brushRef="#br1">14720.000 4939.000 31327 0,'1.000'1.000'1392'0,"-1.000"-1.000"272"0,0.000 0.000-1328 0,2.000 1.000-336 0,-2.000-1.000 0 0,0.000 1.000 0 16,3.000 1.000 0-16,-1.000-1.000 0 0,-2.000-1.000 0 0,0.000 0.000 0 0,0.000 0.000 0 0,35.000 28.000 0 15,-35.000-28.000 0-15,0.000 0.000 0 0,45.000 46.000 0 0,-45.000-46.000 0 16,38.000 39.000 0-16,-38.000-39.000 128 0,34.000 44.000-128 0,-34.000-44.000 0 15,35.000 41.000 0-15,-35.000-41.000-14000 16</inkml:trace>
  <inkml:trace contextRef="#ctx0" brushRef="#br1">16044.000 4819.000 29487 0,'0.000'0.000'1296'0,"0.000"0.000"288"0,0.000 0.000-1264 0,0.000 0.000-320 0,0.000 0.000 0 0,0.000 0.000 0 15,0.000 0.000 432-15,0.000 0.000 16 0,0.000 0.000 16 0,0.000-1.000 0 0,0.000 2.000 1296 0,0.000-1.000 256 16,-1.000 1.000 48-16,-1.000 1.000 16 16,-1.000 1.000-1104-16,-2.000 1.000-208 0,-3.000 4.000-64 0,-6.000 5.000 0 0,-1.000 4.000-560 15,-7.000 2.000-144-15,-2.000 4.000 0 0,-3.000 1.000 0 0,-5.000 4.000 0 0,0.000 3.000 0 16,0.000 0.000 0-16,0.000 0.000 0 0,5.000-1.000 0 0,1.000-1.000 0 16,5.000-4.000 0-16,1.000-3.000 0 15,5.000-3.000-1488-15,-1.000-3.000-176 0</inkml:trace>
  <inkml:trace contextRef="#ctx0" brushRef="#br1">15756.000 4851.000 36863 0,'0.000'0.000'1632'0,"0.000"0.000"336"16,2.000 0.000-1584-16,-2.000 0.000-384 0,0.000 0.000 0 0,0.000 0.000 0 0,0.000 0.000 208 0,0.000 0.000-32 0,2.000 0.000-16 0,-1.000 1.000 0 15,2.000 1.000-160-15,2.000 1.000 0 0,-5.000-3.000 0 0,0.000 0.000 0 16,0.000 0.000 0-16,0.000 0.000 0 0,39.000 40.000 0 0,-39.000-40.000 0 15,0.000 0.000 0-15,33.000 40.000 0 0,-33.000-40.000 176 0,0.000 0.000-176 16,35.000 55.000 128-16,-35.000-55.000-128 0,26.000 44.000 0 0,-26.000-44.000 0 16,21.000 49.000 0-16,-21.000-49.000 0 0,16.000 49.000 0 0,-16.000-49.000 0 15,17.000 43.000 0-15,-17.000-43.000-192 0,0.000 0.000 192 0,19.000 47.000-11184 16,-19.000-47.000-2128-16</inkml:trace>
  <inkml:trace contextRef="#ctx0" brushRef="#br1">15764.000 4916.000 12895 0,'-1.000'0.000'1152'0,"1.000"-1.000"-928"15,0.000 1.000-224-15,0.000 0.000 0 0,0.000 0.000 3808 0,0.000 0.000 720 16,0.000 1.000 144-16,1.000 0.000 16 16,-1.000-1.000-5440-16,0.000 0.000-1088 0,0.000 0.000-208 0,0.000 0.000-64 0,44.000 48.000 1584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147480000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24T06:31:15"/>
    </inkml:context>
    <inkml:brush xml:id="br0">
      <inkml:brushProperty name="width" value="0.05292" units="cm"/>
      <inkml:brushProperty name="height" value="0.05292" units="cm"/>
      <inkml:brushProperty name="color" value="#00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2159.000 15473.000 24879 0,'0.000'1.000'2208'0,"0.000"-1.000"-1760"0,0.000 0.000-448 0,0.000-1.000 0 0,0.000 1.000 496 0,0.000 0.000 16 0,-1.000 1.000 0 0,1.000-1.000 0 0,0.000 0.000 672 0,0.000 0.000 144 16,0.000 0.000 16-16,0.000 0.000 16 0,0.000 0.000 64 0,0.000 0.000 16 16,0.000 0.000 0-16,0.000 0.000 0 0,0.000 0.000-928 0,0.000 0.000-192 15,0.000 0.000-48-15,0.000 0.000 0 0,0.000 0.000-32 0,0.000 0.000-16 16,0.000 0.000 0-16,0.000 0.000 0 0,0.000 0.000-224 0,0.000 0.000 128 15,0.000 0.000-128-15,0.000 0.000 0 0,0.000 0.000 0 0,0.000 0.000 128 16,0.000 0.000-128-16,41.000 15.000 0 0,-41.000-15.000 128 0,0.000 0.000 0 16,0.000 0.000-128-16,0.000 0.000 192 0,40.000 9.000 0 0,-40.000-9.000 0 15,0.000 0.000 0-15,37.000-1.000 0 0,-37.000 1.000-192 0,0.000 0.000 0 16,35.000 4.000 0-16,-35.000-4.000 0 0,0.000 0.000 0 0,35.000 4.000 128 16,-35.000-4.000-128-16,0.000 0.000 0 0,37.000 3.000 0 0,-37.000-3.000 0 0,0.000 0.000 0 15,38.000 1.000 0-15,-38.000-1.000 0 0,31.000 3.000 0 0,-31.000-3.000 0 0,34.000 1.000 0 16,-34.000-1.000 0-16,36.000-2.000 128 0,-36.000 2.000-128 0,36.000-4.000 0 15,-36.000 4.000 0-15,38.000-7.000 128 0,-38.000 7.000-128 0,41.000-6.000 0 16,-17.000 1.000 192-16,2.000 0.000-48 0,0.000 0.000-16 0,-1.000 0.000 0 16,-25.000 5.000-128-16,43.000-6.000 0 0,-43.000 6.000 0 0,39.000-5.000 0 15,-39.000 5.000 0-15,37.000-1.000 0 0,-37.000 1.000 0 0,30.000 0.000 0 16,-30.000 0.000 0-16,0.000 0.000 0 0,40.000 4.000 0 0,-40.000-4.000 0 16,0.000 0.000 0-16,45.000 5.000 0 0,-45.000-5.000 0 0,33.000 2.000 0 15,-33.000-2.000 0-15,39.000 3.000 0 0,-39.000-3.000 0 0,42.000 0.000 0 16,-42.000 0.000 0-16,46.000-2.000 0 0,-22.000-1.000 0 0,0.000 0.000 0 15,-24.000 3.000 0-15,45.000-5.000 0 0,-23.000 1.000 0 0,-22.000 4.000 0 0,40.000-6.000 0 16,-40.000 6.000 0-16,43.000-5.000 0 0,-43.000 5.000 0 0,45.000-5.000 0 0,-45.000 5.000 0 16,42.000-3.000 0-16,-42.000 3.000 0 0,48.000-2.000 0 0,-21.000 0.000 0 15,2.000 0.000 0-15,2.000 0.000 0 0,0.000-1.000 0 0,-2.000 0.000 0 16,2.000 1.000 0-16,-2.000-1.000 0 0,0.000 2.000 0 0,-1.000-2.000 0 16,-1.000 1.000 0-16,0.000-2.000 0 0,0.000 2.000 0 0,0.000 0.000 0 15,0.000-2.000 0-15,-1.000 3.000 0 0,3.000 0.000 0 0,0.000 0.000 0 16,-2.000 0.000 0-16,0.000 0.000 0 0,3.000 1.000 0 0,-1.000-2.000 0 15,2.000 1.000 0-15,-2.000-1.000 0 0,1.000 0.000 0 0,-2.000 0.000 0 16,3.000 0.000 0-16,-2.000 0.000 0 0,3.000 0.000 0 0,-2.000 2.000 0 16,2.000 0.000 0-16,2.000-2.000 0 0,-4.000 1.000 0 0,4.000 1.000 0 0,-3.000-1.000 0 0,0.000-1.000 0 15,-2.000 1.000 0-15,0.000-1.000 0 0,-2.000 1.000 0 0,1.000 0.000 0 16,1.000 1.000 0-16,0.000-1.000 0 0,2.000 1.000 0 0,5.000-1.000 0 16,-2.000 1.000 0-16,4.000-1.000 0 0,-1.000 0.000 0 0,2.000-1.000 0 15,-2.000-1.000 0-15,1.000 0.000 0 0,-3.000-1.000 0 0,0.000 0.000 0 16,1.000 1.000 0-16,0.000 0.000 0 0,-2.000 1.000 0 0,4.000 0.000 0 15,-1.000 1.000 0-15,3.000-1.000 0 0,-2.000 1.000 0 0,-1.000-1.000 0 16,-3.000 1.000 0-16,-4.000-2.000 0 0,2.000 1.000 0 0,-1.000 1.000 0 16,2.000 1.000 0-16,-1.000 0.000 0 0,1.000 1.000 0 0,3.000 0.000 0 15,0.000 0.000 0-15,0.000 3.000 0 0,2.000-3.000 0 0,-2.000-1.000 0 16,0.000-1.000 0-16,-2.000-2.000 0 0,0.000 2.000 0 0,-1.000-1.000 0 16,-1.000 1.000 0-16,-3.000 0.000 0 0,1.000 1.000 0 0,-1.000 0.000 0 0,1.000 0.000 0 0,3.000 2.000 0 15,0.000-1.000 0-15,-1.000 0.000 0 0,0.000 0.000 0 0,0.000-1.000 0 16,0.000 0.000 0-16,-3.000 0.000 0 0,1.000 2.000-128 0,-3.000-2.000 128 15,0.000 0.000 0-15,1.000 1.000 0 0,-1.000-1.000 0 0,0.000 1.000 0 16,2.000 1.000 0-16,-1.000-1.000 0 0,1.000 0.000 0 0,-29.000-1.000 0 16,55.000 2.000 0-16,-29.000-2.000 0 0,-2.000-1.000 0 0,-24.000 1.000 0 15,44.000-1.000 0-15,-44.000 1.000 0 0,43.000-1.000 0 0,-43.000 1.000 0 16,45.000-2.000 0-16,-45.000 2.000 0 0,40.000-1.000 0 0,-40.000 1.000 0 16,40.000 0.000 0-16,-40.000 0.000 0 0,43.000 0.000 0 0,-43.000 0.000 0 15,50.000 1.000 0-15,-23.000-1.000 0 0,-1.000 0.000 0 0,1.000 0.000 0 16,-1.000-1.000 0-16,-26.000 1.000 0 0,49.000-1.000 0 0,-49.000 1.000 0 15,42.000-1.000 0-15,-42.000 1.000 0 0,41.000 0.000 0 0,-41.000 0.000 0 16,42.000 1.000 0-16,-42.000-1.000 0 0,38.000 2.000 0 0,-38.000-2.000 0 0,39.000 3.000 0 16,-39.000-3.000 0-16,37.000 2.000 0 0,-37.000-2.000 0 0,38.000 2.000 0 0,-38.000-2.000 0 15,35.000 1.000 0-15,-35.000-1.000 0 0,35.000 1.000 0 0,-35.000-1.000 0 16,29.000-1.000 0-16,-29.000 1.000 0 0,24.000-1.000 0 0,-24.000 1.000 0 16,0.000 0.000 0-16,26.000-1.000 0 0,-26.000 1.000 0 0,0.000 0.000 0 15,0.000 0.000 0-15,24.000-1.000 0 0,-24.000 1.000 0 0,0.000 0.000 0 16,0.000 0.000 0-16,0.000 0.000 0 0,0.000 0.000 0 0,19.000-4.000 0 15,-18.000 3.000 0-15,-1.000 1.000 0 0,0.000 0.000 0 0,0.000 0.000 0 16,0.000 0.000 0-16,5.000-5.000 0 0,-5.000 5.000 0 0,0.000 0.000 0 16,0.000 0.000 0-16,0.000 0.000 0 0,0.000 0.000 0 0,2.000-3.000 0 15,-2.000 3.000-368-15,0.000 0.000 0 0,0.000 0.000 0 0,0.000 0.000-11424 16,0.000-2.000-2288-16</inkml:trace>
  <inkml:trace contextRef="#ctx0" brushRef="#br0">7476.000 15169.000 6447 0,'0.000'0.000'576'0,"-7.000"-1.000"-576"0,7.000 1.000 0 16,-3.000 0.000 0-16,3.000 0.000 2128 0,-2.000-1.000 320 0,2.000 1.000 64 0,-3.000 0.000 16 0,-1.000-1.000 480 0,1.000 1.000 112 0,0.000-2.000 16 0,-1.000 2.000 0 16,4.000 0.000-240-16,-4.000-1.000-32 0,4.000 1.000-16 0,0.000 0.000 0 15,0.000 0.000-1456-15,0.000 0.000-304 0,0.000 0.000-48 0,0.000 0.000-16 16,0.000 0.000-576-16,0.000 0.000-112 0,0.000 0.000-16 0,0.000 0.000-16 15,0.000 0.000-176-15,0.000 0.000-128 0,0.000 0.000 144 0,0.000 0.000-144 16,0.000 0.000 0-16,0.000 0.000 0 0,0.000 0.000 0 0,0.000 0.000 0 16,40.000 21.000 0-16,-40.000-21.000 0 0,0.000 0.000 0 0,41.000 18.000-160 15,-41.000-18.000 160-15,0.000 0.000 0 0,43.000 20.000 0 0,-43.000-20.000 0 0,31.000 14.000 0 0,-31.000-14.000 0 16,0.000 0.000 0-16,37.000 20.000 0 0,-37.000-20.000 0 0,0.000 0.000 0 16,0.000 0.000 0-16,33.000 22.000 0 0,-33.000-22.000 0 0,0.000 0.000 0 15,0.000 0.000 0-15,0.000 0.000 0 0,0.000 0.000 0 0,0.000 0.000 0 16,0.000 0.000 0-16,0.000 0.000 0 0,0.000 0.000 0 0,0.000 0.000 0 15,0.000 0.000 0-15,0.000 0.000 0 0,12.000 42.000 0 0,-19.000-37.000 0 16,1.000 2.000 0-16,-7.000 3.000 128 0,-4.000 3.000 0 0,-3.000 2.000 16 16,-2.000 0.000 0-16,-8.000 2.000 0 0,-9.000 5.000-144 0,-11.000 4.000-224 15,-12.000 1.000 48-15,-5.000 3.000-18576 16</inkml:trace>
  <inkml:trace contextRef="#ctx0" brushRef="#br0">4539.000 12889.000 6447 0,'0.000'-3.000'576'0,"0.000"1.000"-576"0,0.000 1.000 0 0,0.000 0.000 0 0,0.000 1.000 400 0,0.000-1.000-16 0,0.000-2.000-16 0,0.000 0.000 0 0,0.000-1.000 704 0,0.000 0.000 144 16,0.000 0.000 16-16,0.000 2.000 16 0,0.000 0.000 512 0,0.000 0.000 96 15,0.000 0.000 32-15,0.000 2.000 0 0,0.000 0.000-224 0,0.000 0.000-64 16,0.000 0.000 0-16,0.000 0.000 0 0,0.000 0.000-256 0,0.000 0.000-48 0,0.000 2.000-16 0,0.000-2.000 0 16,0.000 0.000-480-16,0.000 1.000-96 0,0.000-1.000-32 0,0.000 1.000 0 15,0.000-1.000-480-15,0.000 0.000-192 16,2.000 2.000 176-16,-2.000-1.000-176 0,0.000 1.000 0 0,3.000 1.000 0 0,-3.000-3.000 0 0,0.000 0.000 0 15,0.000 0.000 0-15,0.000 0.000-128 0,0.000 0.000 128 0,16.000 47.000 0 16,-16.000-47.000 0-16,0.000 0.000 0 0,0.000 0.000 0 0,12.000 57.000 0 16,-12.000-57.000 688-16,5.000 43.000 80 0,-5.000-43.000 32 0,5.000 53.000 0 15,-5.000-53.000-608-15,4.000 57.000-192 0,-4.000-57.000 128 0,3.000 52.000-128 16,-3.000-52.000 0-16,3.000 49.000 128 0,-3.000-49.000-128 0,0.000 49.000 0 16,0.000-49.000 0-16,4.000 49.000 0 0,-4.000-49.000 0 0,1.000 57.000 0 15,-1.000-57.000 128-15,4.000 63.000-128 0,-4.000-63.000 0 0,1.000 65.000 0 16,-1.000-65.000 128-16,4.000 61.000-128 0,-4.000-61.000 0 0,2.000 55.000 0 0,-2.000-55.000 128 0,3.000 54.000-128 15,-3.000-54.000 0-15,0.000 49.000 0 0,0.000-49.000 144 0,2.000 55.000-144 16,-2.000-55.000 0-16,3.000 58.000 144 0,-3.000-58.000 608 0,2.000 61.000 112 16,-2.000-61.000 32-16,3.000 63.000 0 0,-3.000-63.000-624 0,2.000 56.000-112 15,-2.000-56.000-32-15,2.000 55.000 0 16,-2.000-55.000-128-16,3.000 49.000 0 16,-3.000-49.000 0-16,4.000 45.000 0 0,-4.000-45.000 0 0,3.000 49.000 0 0,-3.000-49.000 0 15,5.000 48.000 0-15,-5.000-48.000 0 0,5.000 50.000 0 0,-5.000-50.000 0 0,5.000 50.000 0 0,-5.000-50.000 0 0,4.000 46.000 0 16,-4.000-46.000 0-16,2.000 44.000 0 0,-2.000-44.000 0 0,0.000 45.000 0 15,0.000-45.000 0-15,0.000 45.000 0 0,0.000-45.000 0 0,0.000 45.000 0 0,0.000-45.000 0 16,0.000 46.000 128-16,0.000-46.000 144 0,0.000 46.000 32 16,0.000-46.000 0-16,-2.000 51.000 0 0,2.000-51.000-160 0,2.000 52.000-16 0,-2.000-52.000-128 0,0.000 46.000 192 15,0.000-46.000-192-15,2.000 40.000 0 0,-2.000-40.000 0 0,1.000 40.000 0 16,-1.000-40.000 0-16,4.000 36.000 0 0,-4.000-36.000 0 0,0.000 0.000 0 16,3.000 46.000 0-16,-3.000-46.000 0 0,5.000 33.000 0 0,-5.000-33.000 0 15,3.000 33.000 0-15,-3.000-33.000 0 0,4.000 35.000 0 0,-4.000-35.000 0 16,0.000 34.000 0-16,0.000-34.000 0 0,0.000 34.000 0 0,0.000-34.000 0 15,0.000 34.000 0-15,0.000-34.000 0 16,0.000 0.000 0-16,-2.000 39.000 0 0,2.000-39.000 0 0,0.000 0.000 0 0,2.000 34.000 0 0,-2.000-34.000 0 16,0.000 0.000 0-16,2.000 31.000 0 0,-2.000-31.000 0 0,0.000 0.000 0 0,0.000 0.000 0 15,3.000 41.000 0-15,-3.000-41.000 0 0,0.000 0.000 0 0,2.000 33.000 0 0,-2.000-33.000 0 16,0.000 0.000 0-16,0.000 0.000 0 0,2.000 38.000 0 0,-2.000-38.000 0 16,0.000 0.000 0-16,1.000 39.000 0 0,-1.000-39.000 0 0,0.000 0.000 0 15,2.000 41.000 0-15,-2.000-41.000 0 16,0.000 0.000 0-16,3.000 39.000 0 15,-3.000-39.000 0-15,0.000 0.000 0 0,2.000 34.000 0 0,-2.000-34.000 0 16,0.000 0.000 0-16,3.000 39.000 0 0,-3.000-39.000 0 0,4.000 30.000 0 16,-4.000-30.000 0-16,0.000 0.000 0 0,4.000 44.000 0 0,-4.000-44.000 0 15,1.000 32.000 0-15,-1.000-32.000 0 0,2.000 35.000 0 0,-2.000-35.000 0 16,3.000 37.000 0-16,-3.000-37.000 0 0,0.000 33.000 0 0,0.000-33.000 0 16,0.000 34.000 0-16,0.000-34.000 0 0,0.000 39.000 0 0,0.000-39.000 0 15,0.000 41.000 0-15,0.000-41.000 0 0,0.000 48.000 0 0,0.000-48.000 0 16,2.000 52.000 0-16,-2.000-25.000 0 0,0.000-27.000 0 0,-2.000 48.000 0 0,2.000-48.000 0 0,2.000 44.000 0 15,-2.000-44.000 0-15,2.000 39.000 0 0,-2.000-39.000 0 0,1.000 31.000 0 16,-1.000-31.000 0-16,5.000 41.000 0 0,-5.000-41.000 0 0,6.000 46.000 0 16,-6.000-46.000 0-16,5.000 49.000 0 0,-5.000-49.000 0 0,5.000 52.000 0 15,-3.000-24.000 0-15,1.000-1.000 0 0,-2.000 0.000 0 0,-1.000-27.000 0 16,4.000 44.000 0-16,-4.000-44.000 0 0,4.000 42.000 0 0,-4.000-42.000 0 16,2.000 40.000 0-16,-2.000-40.000 0 0,1.000 27.000 0 0,-1.000-27.000 0 15,2.000 29.000 0-15,-2.000-29.000 0 0,3.000 33.000 0 0,-3.000-33.000 0 16,5.000 36.000 0-16,-5.000-36.000 0 0,2.000 39.000 0 0,-2.000-39.000 0 15,6.000 41.000 0-15,-6.000-41.000 0 0,6.000 46.000 0 0,-6.000-46.000 0 16,5.000 45.000 0-16,-5.000-45.000 0 0,5.000 43.000 0 0,-5.000-43.000 0 16,2.000 41.000 0-16,-2.000-41.000 0 0,3.000 41.000 0 0,-3.000-41.000 0 0,0.000 37.000 0 15,0.000-37.000 0-15,3.000 39.000 0 0,-3.000-39.000 0 0,-1.000 43.000 0 0,-1.000-21.000 0 16,2.000 1.000 0-16,-2.000 2.000 0 0,1.000 1.000 0 0,-1.000 3.000 0 16,2.000 2.000 0-16,-3.000-2.000 0 0,1.000-1.000 0 0,-1.000 0.000 144 15,-2.000 0.000-144-15,2.000-6.000 128 0,0.000-3.000 192 0,0.000 1.000 48 16,-2.000 1.000 0-16,2.000 1.000 0 0,-1.000-1.000-368 0,1.000 0.000 144 15,0.000 1.000-144-15,2.000-1.000 0 0,-1.000 1.000 0 0,2.000 1.000 0 16,0.000 2.000 0-16,-2.000-1.000 0 0,1.000 0.000 0 0,1.000 0.000 0 16,0.000-1.000 0-16,0.000-2.000 0 0,0.000-21.000 0 0,0.000 41.000 0 15,0.000-41.000 0-15,0.000 40.000 0 0,0.000-40.000 0 0,-2.000 33.000 0 16,2.000-33.000 0-16,0.000 39.000 0 0,0.000-19.000 0 0,0.000-20.000 0 16,0.000 40.000 0-16,0.000-19.000 0 0,0.000 0.000 0 0,0.000-1.000 0 15,0.000 2.000 0-15,0.000 0.000 0 0,0.000-1.000 0 0,2.000 0.000 0 0,-2.000-21.000 0 16,1.000 40.000 0-1,-1.000-40.000 0-15,0.000 33.000 0 0,0.000-33.000 0 0,2.000 31.000 0 0,-2.000-31.000 0 0,3.000 34.000 0 0,-3.000-34.000 0 0,3.000 36.000 0 16,-3.000-36.000 0-16,2.000 36.000 0 0,-2.000-36.000 0 0,1.000 35.000 0 16,-1.000-35.000 0-16,0.000 36.000 0 0,0.000-36.000 0 0,0.000 34.000 0 15,0.000-34.000 0-15,0.000 35.000 0 0,0.000-35.000 0 0,2.000 35.000 0 16,-2.000-35.000 0-16,0.000 32.000 0 0,0.000-32.000 0 0,0.000 27.000 0 16,0.000-27.000 0-16,-2.000 23.000 0 0,2.000-23.000 0 0,0.000 0.000 0 15,2.000 30.000 0-15,-2.000-30.000 0 0,0.000 0.000 0 0,0.000 0.000 0 16,3.000 27.000 0-16,-3.000-27.000 0 0,0.000 0.000 0 0,0.000 0.000 0 15,0.000 0.000 0-15,0.000 0.000 0 0,0.000 0.000 0 0,0.000 0.000 0 16,0.000 0.000-688 0,0.000 0.000-80-16</inkml:trace>
  <inkml:trace contextRef="#ctx0" brushRef="#br0">4534.000 12890.000 12895 0,'0.000'0.000'1152'0,"0.000"-1.000"-928"0,0.000 1.000-224 0,2.000 0.000 0 0,-2.000-1.000 864 0,0.000 1.000 128 0,-2.000 0.000 32 0,2.000 0.000 0 16,2.000 0.000 1296-16,-4.000 0.000 272 0,2.000 0.000 48 0,-2.000 0.000 16 16,2.000-1.000-704-16,0.000 3.000-144 0,-2.000 0.000-16 0,-1.000 1.000-16 0,1.000 1.000-752 15,-1.000 0.000-128-15,-2.000 3.000-48 0,2.000 0.000 0 0,-3.000 0.000-272 0,1.000 1.000-64 16,0.000 0.000-16-16,0.000-1.000 0 0,5.000-7.000 192 0,-11.000 17.000 32 15,3.000-8.000 16-15,8.000-9.000 0 0,-12.000 19.000-352 0,12.000-19.000-80 16,-14.000 22.000-16-16,6.000-9.000 0 0,-1.000 0.000-288 0,2.000 1.000 160 16,-1.000-1.000-160-16,1.000-1.000 128 0,7.000-12.000-128 0,-12.000 21.000 0 15,12.000-21.000 0-15,-8.000 14.000 0 0,8.000-14.000 0 0,-8.000 7.000 0 16,8.000-7.000 0-16,-3.000 4.000 0 0,3.000-4.000 0 0,-2.000 0.000 0 16,1.000-1.000 0-16,-1.000 0.000 0 15,2.000-1.000-512-15,-2.000 1.000-48 0,-1.000-1.000 0 0,0.000 0.000-11296 16,0.000-1.000-2272-16</inkml:trace>
  <inkml:trace contextRef="#ctx0" brushRef="#br0">4527.000 12920.000 22111 0,'0.000'0.000'1968'0,"0.000"0.000"-1584"15,0.000 0.000-384-15,0.000 0.000 0 0,-2.000 0.000 1552 0,2.000 0.000 240 0,0.000 0.000 32 0,0.000 0.000 16 16,0.000 1.000 720-16,0.000-1.000 128 0,0.000 0.000 48 0,0.000 0.000 0 15,0.000 0.000-1600-15,0.000 0.000-320 0,0.000 0.000-64 0,0.000 0.000-16 16,0.000 0.000-544-16,0.000 0.000-192 0,0.000 0.000 0 0,0.000 0.000 144 16,0.000 0.000-144-16,0.000 0.000 0 0,0.000 0.000 0 0,0.000 0.000 0 15,0.000 0.000 0-15,0.000 0.000 0 0,0.000 0.000 0 0,31.000 27.000 0 0,-31.000-27.000 0 0,0.000 0.000 0 16,0.000 0.000 0-16,0.000 0.000 0 16,36.000 34.000 0-16,-36.000-34.000 0 0,0.000 0.000 0 0,0.000 0.000 0 0,0.000 0.000 0 0,29.000 29.000 0 15,-29.000-29.000 0-15,0.000 0.000 0 0,0.000 0.000 0 0,0.000 0.000 0 16,0.000 0.000 0-16,0.000 0.000 0 0,37.000 25.000 0 0,-37.000-25.000 0 15,0.000 0.000 0-15,0.000 0.000 0 0,0.000 0.000 0 0,0.000 0.000 0 16,0.000 0.000 0-16,0.000 0.000 0 0,0.000 0.000 0 0,0.000 0.000 0 16,0.000 0.000 0-16,0.000 0.000-18432 15</inkml:trace>
  <inkml:trace contextRef="#ctx0" brushRef="#br0">6896.000 15279.000 21183 0,'0.000'0.000'1888'0,"0.000"0.000"-1504"0,0.000 0.000-384 0,0.000 0.000 0 0,0.000 0.000 352 0,0.000 0.000 0 0,0.000 1.000 0 0,0.000-1.000 0 0,1.000 0.000 1056 0,-1.000 1.000 224 16,0.000-1.000 32-16,0.000 0.000 16 0,0.000 0.000-1168 0,0.000 0.000-224 15,0.000 0.000-48-15,0.000 0.000-16 16,0.000 0.000 384-16,2.000 39.000 80 0,-2.000-39.000 16 0,0.000 0.000 0 16,0.000 0.000-208-16,0.000 0.000-48 0,0.000 0.000 0 0,0.000 39.000 0 0,0.000-39.000-160 0,0.000 0.000-32 15,0.000 0.000-16-15,0.000 0.000 0 0,0.000 0.000 48 0,0.000 0.000 16 16,0.000 0.000 0-16,0.000 0.000 0 0,0.000 0.000-96 0,0.000 0.000-16 15,-8.000 26.000 0-15,8.000-25.000 0 0,0.000-1.000-192 0,0.000 0.000 0 16,0.000 0.000 0-16,0.000-1.000 0 0,0.000 1.000 0 0,0.000 1.000 0 16,0.000-1.000 0-16,0.000-1.000 0 0,0.000 1.000 0 0,0.000-2.000 0 15,-1.000-1.000 0-15,-1.000 0.000 0 0,2.000-2.000 672 0,-2.000-1.000 96 16,2.000-1.000 0-16,0.000-2.000 16 0,-1.000 0.000-544 0,-1.000-1.000-112 16,2.000 1.000-128-16,2.000 2.000 176 0,-2.000-1.000-176 0,1.000 3.000 0 15,-1.000 1.000 0-15,0.000 2.000 0 0,0.000 1.000 0 0,0.000 0.000 0 0,0.000 1.000 0 0,2.000 0.000 0 16,-2.000 1.000-128-16,0.000 0.000 128 15,0.000 0.000 0-15,0.000-1.000 0 0,0.000 1.000 0 0,0.000-1.000 0 0,0.000 1.000 0 0,0.000 1.000 0 16,0.000-2.000-144-16,0.000 0.000 144 0,0.000 0.000-192 0,0.000 0.000 192 16,0.000 0.000-144-16,0.000 0.000 144 0,3.000 43.000 0 0,-3.000-43.000-144 15,0.000 0.000 144-15,0.000 0.000 0 0,0.000 0.000 0 16,0.000 0.000 0-16,0.000 0.000 0 0,0.000 0.000 0 0,0.000 0.000 0 0,0.000 0.000 0 16,0.000 0.000 0-16,0.000 0.000 0 0,0.000 0.000 0 0,0.000 0.000 0 15,0.000 0.000 0-15,0.000 0.000 0 0,-5.000 6.000 0 0,5.000-16.000 0 16,4.000-3.000-832-16,0.000-3.000-128 0,-1.000-2.000-16 15,-1.000 1.000-16-15,3.000 4.000-112 16,-4.000 3.000-32-16,1.000 4.000 0 0,1.000 3.000 0 0,-3.000 1.000 896 0,0.000 2.000 240 0,2.000 1.000 0 0,-2.000 0.000 0 0,-2.000 0.000 352 0,2.000 0.000 160 16,2.000 1.000 16-16,-2.000 0.000 16 0,0.000-2.000 256 0,0.000 0.000 48 15,0.000 0.000 16-15,0.000 0.000 0 0,0.000 0.000-256 0,0.000 0.000-48 16,2.000 43.000-16-16,-2.000-43.000 0 0,0.000 0.000-240 0,0.000 0.000-48 16,0.000 0.000-16-16,-4.000 36.000 0 0,4.000-36.000-416 0,0.000 0.000-80 15</inkml:trace>
  <inkml:trace contextRef="#ctx0" brushRef="#br0">7011.000 15768.000 23039 0,'0.000'0.000'2048'0,"0.000"0.000"-1648"0,0.000 0.000-400 0,0.000 0.000 0 0,0.000 0.000 608 0,0.000 0.000 32 0,0.000 0.000 16 0,0.000 0.000 0 16,0.000 0.000 1152-16,0.000 0.000 240 16,0.000 1.000 32-16,0.000 0.000 16 0,-1.000-2.000-976 0,1.000 2.000-192 0,0.000 0.000-32 0,-2.000 1.000-16 15,2.000-2.000-288-15,0.000 0.000-48 0,0.000 0.000-16 0,0.000 0.000 0 16,-7.000 36.000-384-16,7.000-36.000-144 16,0.000 0.000 0-16,-8.000 52.000 144 0,8.000-52.000-16 0,-9.000 49.000-128 0,9.000-49.000 192 0,-11.000 60.000-64 15,4.000-28.000 352-15,-1.000 0.000 64 0,8.000-32.000 16 0,-9.000 57.000 0 16,9.000-57.000-384-16,-10.000 45.000-176 0,10.000-45.000 160 0,-5.000 37.000-160 15,5.000-37.000 0-15,0.000 0.000 0 0,-1.000 44.000 0 0,1.000-44.000 0 16,0.000 0.000 0-16,0.000 0.000 0 0,1.000 38.000 0 0,-1.000-38.000 0 0,0.000 0.000 0 16,0.000 0.000 0-16,0.000 0.000 0 0,0.000 0.000 0 15,0.000 0.000-320-15,0.000 0.000-48 0,0.000 0.000-16 0,0.000 0.000 0 16,0.000 0.000-1344-16,-8.000-1.000-288 16,5.000-13.000-48-16,-2.000-5.000-13360 0</inkml:trace>
  <inkml:trace contextRef="#ctx0" brushRef="#br0">6986.000 15778.000 7887 0,'11.000'-12.000'336'0,"-7.000"7.000"96"0,3.000 0.000-432 0,-4.000 1.000 0 15,2.000 2.000 0-15,-5.000 2.000 0 0,0.000 0.000 1664 0,14.000-4.000 240 16,-14.000 4.000 48-16,26.000-2.000 16 0,-26.000 2.000 112 0,0.000 0.000 32 16,38.000 11.000 0-16,-38.000-11.000 0 0,0.000 0.000-240 0,0.000 0.000-32 15,26.000 44.000-16-15,-26.000-44.000 0 0,0.000 0.000-592 0,1.000 44.000-112 16,-1.000-44.000-32-16,-5.000 32.000 0 0,5.000-32.000-384 0,-9.000 30.000-64 15,9.000-30.000-32-15,-13.000 29.000 0 0,13.000-29.000-160 0,-21.000 28.000-16 0,7.000-14.000-16 0,3.000 0.000 0 16,-2.000-2.000-288-16,0.000-2.000-128 0,2.000-4.000 0 0,0.000-2.000 128 16,4.000-1.000-128-16,1.000-3.000 0 0,1.000 0.000 0 0,-1.000-2.000 0 15,6.000 2.000 0-15,-5.000-1.000 0 0,2.000 0.000 0 0,1.000-1.000 0 16,-1.000 0.000 0-16,3.000 2.000 0 0,0.000-3.000 0 0,0.000 3.000 0 16,0.000-3.000 336-16,0.000 3.000 144 0,0.000 0.000 32 0,3.000-3.000 0 15,-3.000 3.000-112-15,2.000-4.000-16 0,-2.000 4.000 0 0,0.000 0.000 0 0,0.000 0.000-256 16,0.000 0.000-128-16,0.000 0.000 128 0,0.000 0.000-128 0,0.000 0.000 0 0,32.000 20.000 0 15,-32.000-20.000 128-15,0.000 0.000-128 0,0.000 0.000 0 0,29.000 32.000 0 16,-29.000-32.000 0-16,0.000 0.000 0 0,0.000 0.000 320 0,27.000 38.000 0 16,-27.000-38.000-16-16,0.000 0.000 0 0,0.000 0.000-176 0,22.000 38.000-128 15,-22.000-38.000 192-15,0.000 0.000-192 0,0.000 0.000 0 0,21.000 36.000 0 32,-21.000-36.000 0-32,0.000 0.000 0 0,0.000 0.000 0 0,0.000 0.000 0 0,21.000 38.000 0 0,-21.000-38.000 0 0,0.000 0.000 0 0,0.000 0.000 0 15,0.000 0.000 0-15,0.000 0.000 0 0,0.000 0.000 0 0,0.000 0.000 0 16,0.000 0.000 0-16,0.000 0.000 0 15,0.000 0.000-384-15,0.000 0.000-128 0</inkml:trace>
  <inkml:trace contextRef="#ctx0" brushRef="#br0">7262.000 16063.000 31327 0,'0.000'0.000'1392'0,"0.000"0.000"272"0,0.000 0.000-1328 0,0.000 0.000-336 0,0.000 0.000 0 0,0.000 0.000 0 0,0.000 0.000 480 0,0.000 0.000 32 0,0.000 0.000 0 0,0.000 0.000 0 16,0.000 0.000 1040-16,0.000 0.000 224 0,0.000 0.000 32 0,0.000 0.000 16 15,0.000 0.000-1360-15,0.000 0.000-272 0,0.000 0.000-48 0,3.000 36.000-16 16,-3.000-36.000 128-16,0.000 0.000 32 0,0.000 0.000 0 0,-1.000 36.000 0 16,1.000-36.000-80-16,0.000 0.000-16 0,-4.000 32.000 0 0,4.000-32.000 0 15,0.000 0.000-64-15,-3.000 32.000 0 0,3.000-32.000-128 0,0.000 0.000 192 16,-3.000 33.000-192-16,3.000-33.000 0 0,0.000 0.000 0 0,-6.000 27.000 0 15,6.000-27.000 0-15,0.000 0.000 0 0,0.000 0.000 0 0,0.000 38.000 0 0,0.000-38.000 0 0,0.000 0.000 0 16,0.000 0.000 0-16,0.000 0.000 0 0,0.000 0.000 0 0,0.000 0.000 0 16,0.000 0.000 0-16,0.000 0.000-18816 15</inkml:trace>
  <inkml:trace contextRef="#ctx0" brushRef="#br0">5957.000 15276.000 17503 0,'0.000'1.000'1552'0,"0.000"-1.000"-1232"0,0.000 0.000-320 0,0.000 0.000 0 0,0.000 0.000 480 0,0.000 0.000 32 0,0.000 1.000 16 0,0.000-1.000 0 0,1.000 2.000 1088 0,-1.000-2.000 224 16,0.000 0.000 32-16,0.000 0.000 16 0,0.000 0.000-320 0,0.000 0.000-64 15,5.000 40.000-16-15,-5.000-40.000 0 0,0.000 0.000-736 0,0.000 0.000-160 16,0.000 0.000-16-16,2.000 40.000-16 0,-2.000-40.000-368 0,0.000 0.000-64 16,0.000 0.000 0-16,0.000 0.000-128 0,0.000 0.000 0 0,0.000 0.000 0 15,0.000 0.000 0-15,0.000 0.000 0 0,0.000 0.000 128 0,0.000 0.000-128 16,0.000 0.000 0-16,0.000 0.000 0 0,0.000 0.000 240 0,-5.000 4.000-16 16,5.000-8.000 0-16,0.000-3.000 0 0,-2.000-1.000 64 0,2.000 1.000 16 15,0.000-1.000 0-15,0.000 1.000 0 0,0.000 1.000-464 0,0.000 1.000-96 0,2.000 0.000 0 0,-2.000 2.000-16 16,0.000 2.000 272-16,2.000-1.000-128 0,-2.000 2.000 128 0,1.000-1.000 0 15,-1.000 0.000 0-15,0.000 0.000 0 0,0.000 1.000 0 0,2.000 0.000 0 16,-2.000 0.000 0-16,0.000-1.000 0 16,1.000 1.000 0-16,1.000 0.000 0 0,-2.000 1.000 0 0,0.000-1.000 0 0,0.000 1.000 0 0,0.000-1.000 0 15,0.000 0.000 0-15,2.000 1.000 0 0,-2.000 0.000 0 16,0.000 0.000 0-16,0.000 1.000 304 0,0.000 0.000-48 0,-2.000 0.000 0 0,2.000 1.000 0 16,0.000-1.000 320-16,-2.000-1.000 48 0,1.000 0.000 16 0,-1.000 0.000 0 15,2.000 1.000-192-15,0.000-1.000-16 0,-1.000-1.000-16 0,-1.000 1.000 0 16,2.000 1.000-416-16,-2.000-1.000 0 0,1.000 1.000 128 0,-1.000 2.000-128 15,2.000-4.000-752-15,0.000 0.000-176 0,0.000 0.000-32 0,-3.000 39.000-15760 16</inkml:trace>
  <inkml:trace contextRef="#ctx0" brushRef="#br0">5818.000 15746.000 32255 0,'-2.000'0.000'1424'0,"2.000"-1.000"304"0,0.000 1.000-1392 0,-2.000 0.000-336 0,2.000 0.000 0 0,0.000 0.000 0 0,0.000 0.000 0 0,0.000 0.000-128 0,0.000 0.000 0 0,0.000 0.000 0 0,0.000 0.000 448 16,0.000 0.000 112-16,0.000 0.000 16 0,-6.000 43.000 0 15,6.000-43.000 0-15,0.000 0.000 0 0,-3.000 48.000 0 0,3.000-48.000 0 16,-3.000 43.000 560-16,3.000-43.000 112 0,-5.000 52.000 32 0,5.000-52.000 0 15,-5.000 59.000-576-15,5.000-59.000-96 0,-5.000 60.000-32 0,5.000-60.000 0 0,-9.000 58.000-224 0,9.000-58.000-48 16,-5.000 52.000-16-16,5.000-52.000 0 0,-8.000 46.000-160 16,8.000-46.000 0-16,-8.000 38.000 144 0,8.000-38.000-144 0,-5.000 33.000 0 0,5.000-33.000 0 15,0.000 0.000 0-15,-5.000 34.000 128 0,5.000-34.000-128 0,0.000 0.000 0 16,0.000 0.000 0-16,0.000 32.000 0 0,0.000-32.000 0 0,0.000 0.000 0 16,0.000 0.000 0-16,0.000 0.000 0 0,0.000 0.000 0 0,0.000 0.000 0 15,0.000-14.000 0-15,2.000-3.000 0 16,1.000-4.000-832-16,-1.000-3.000-144 0,4.000-1.000-32 0</inkml:trace>
  <inkml:trace contextRef="#ctx0" brushRef="#br0">5819.000 15822.000 19343 0,'0.000'-4.000'848'0,"2.000"-1.000"192"16,0.000 2.000-832-16,-1.000 1.000-208 0,2.000 0.000 0 0,-3.000 1.000 0 0,0.000 1.000 640 0,8.000-3.000 64 0,-1.000 0.000 32 0,2.000-1.000 0 15,2.000-1.000 480-15,2.000 2.000 112 0,-13.000 3.000 16 0,23.000 1.000 0 16,-23.000-1.000-688-16,0.000 0.000-128 0,0.000 0.000-16 0,40.000 22.000-16 15,-40.000-22.000 432-15,0.000 0.000 96 0,0.000 0.000 0 0,24.000 37.000 16 16,-24.000-37.000-128-16,0.000 0.000-16 0,0.000 0.000-16 0,9.000 46.000 0 16,-9.000-46.000-320-16,0.000 0.000-64 0,-5.000 35.000-16 0,5.000-35.000 0 15,0.000 0.000-80-15,-17.000 34.000-16 0,17.000-34.000 0 0,-18.000 20.000 0 0,7.000-9.000-256 16,-2.000-2.000-128-16,-1.000-1.000 128 0,1.000-2.000-128 0,0.000-1.000 128 0,2.000-1.000-128 16,0.000-1.000 128-16,1.000-1.000-128 0,1.000 2.000 240 0,1.000-2.000-48 15,8.000-2.000 0-15,-15.000 5.000 0 0,15.000-5.000-192 0,0.000 0.000 0 16,-9.000 6.000 128-16,9.000-6.000-128 0,0.000 0.000 0 0,0.000 0.000 0 15,0.000 0.000 0-15,0.000 0.000 0 0,0.000 0.000 0 0,0.000 0.000 0 16,0.000 0.000 0-16,0.000 0.000 0 0,0.000 0.000 0 0,0.000 0.000 144 16,25.000 40.000-16-16,-25.000-40.000 0 0,0.000 0.000 64 0,0.000 0.000 16 15,24.000 31.000 0-15,-24.000-31.000 0 0,0.000 0.000 16 0,0.000 0.000 0 16,28.000 31.000 0-16,-28.000-31.000 0 0,0.000 0.000-224 0,0.000 0.000 0 16,25.000 28.000 128-16,-25.000-28.000-128 0,0.000 0.000 0 0,0.000 0.000 0 0,0.000 0.000 0 15,26.000 26.000 0-15,-26.000-26.000 0 0,0.000 0.000 0 0,0.000 0.000 0 0,0.000 0.000 0 16,0.000 0.000-256-16,0.000 0.000-64 0,0.000 0.000 0 0,0.000 0.000-17968 15</inkml:trace>
  <inkml:trace contextRef="#ctx0" brushRef="#br0">6021.000 16109.000 16575 0,'0.000'0.000'1472'0,"0.000"0.000"-1168"0,0.000 0.000-304 0,0.000 0.000 0 0,0.000 0.000 2912 0,0.000 0.000 528 0,0.000 0.000 96 0,0.000 0.000 32 0,0.000 0.000-3040 0,0.000 0.000-528 16,0.000 0.000-256-16,0.000 0.000 32 0,30.000 33.000 960 0,-30.000-33.000 192 16,0.000 0.000 32-16,0.000 0.000 16 0,0.000 0.000-528 0,13.000 35.000-128 15,-13.000-35.000 0-15,0.000 0.000-16 16,0.000 0.000 336-16,0.000 0.000 64 0,-2.000 33.000 0 0,2.000-33.000 16 0,0.000 0.000-144 0,-14.000 20.000-16 16,14.000-20.000-16-16,-11.000 14.000 0 0,11.000-14.000-352 0,-16.000 16.000-192 15,16.000-16.000 192-15,-13.000 13.000-192 16,13.000-13.000 192-16,-11.000 9.000-192 0,11.000-9.000 192 0,0.000 0.000-192 0,0.000 0.000 512 0,-10.000 11.000-16 15,10.000-11.000 0-15,0.000 0.000 0 0,0.000 0.000 16 0,0.000 0.000 0 16,0.000 0.000 0-16,0.000 0.000 0 0,0.000 0.000-144 0,0.000 0.000-32 16,0.000 0.000 0-16,0.000 0.000 0 0,0.000 0.000-96 0,0.000 0.000-32 15,0.000 0.000 0-15,0.000 0.000 0 0,0.000 0.000-64 0,0.000 0.000-16 16,0.000 0.000 0-16,32.000 12.000 0 0,-32.000-12.000-128 0,0.000 0.000 0 16,0.000 0.000 144-16,35.000 9.000-144 0,-35.000-9.000 0 0,0.000 0.000 0 0,0.000 0.000 0 0,32.000 10.000 0 15,-32.000-10.000 0-15,0.000 0.000 0 0,0.000 0.000 0 0,34.000 11.000-13232 16,-34.000-11.000-2640-1</inkml:trace>
  <inkml:trace contextRef="#ctx0" brushRef="#br0">5904.000 15360.000 6447 0,'0.000'0.000'576'0,"0.000"0.000"-576"0,0.000 0.000 0 0,0.000-1.000 0 0,0.000 1.000 512 0,0.000 0.000-16 0,0.000 0.000 0 0,0.000 0.000 0 0,0.000 0.000 1216 0,0.000-2.000 240 15,0.000 2.000 48-15,0.000 0.000 16 0,0.000 0.000 160 0,0.000 0.000 16 16,-1.000-1.000 16-16,1.000 1.000 0 0,0.000 0.000-656 0,0.000 0.000-128 16,0.000 0.000-16-16,0.000 0.000-16 0,0.000 0.000 368 15,0.000 0.000 80-15,0.000 0.000 16 0,0.000 0.000 0 0,0.000-1.000-1456 0,0.000 1.000-272 16,0.000 0.000-128-16,1.000 0.000 0 0,-1.000 0.000 0 0,0.000 0.000 0 15,0.000 0.000 0-15,0.000 0.000-160 0,0.000 0.000 160 0,0.000 0.000 0 0,0.000-1.000 0 0,0.000 1.000 0 16,0.000 0.000 0-16,0.000 0.000 0 0,0.000 0.000 0 0,0.000 0.000 0 16,-1.000-1.000 0-16,1.000 1.000 224 0,0.000-1.000-32 0,0.000 1.000 0 31,0.000-1.000-544-31,0.000 1.000-112 0,0.000-1.000-32 0,0.000 1.000 0 0,0.000-1.000 496 0,0.000 0.000 192 0,0.000 0.000-16 0,0.000 0.000 0 16,0.000 1.000-48-16,0.000-1.000-128 0,-2.000 0.000 192 0,2.000 0.000-64 15,0.000 0.000 0-15,0.000 0.000 0 0,0.000 0.000 0 0,0.000 1.000 0 16,0.000-1.000-128-16,0.000 1.000 0 0,0.000 0.000 0 0,0.000 0.000 0 15,0.000 0.000 0-15,0.000 0.000 0 0,0.000 0.000 0 0,0.000 0.000-176 16,0.000 0.000 176-16,0.000 1.000 0 0,0.000-1.000 0 0,0.000 0.000 0 16,0.000 0.000-3040-1,0.000 0.000-576-15,0.000 0.000-112 0,0.000 0.000-32 0,0.000 0.000 1136 0,0.000 0.000 208 0,0.000 0.000 48 0,0.000 0.000-4880 16</inkml:trace>
  <inkml:trace contextRef="#ctx0" brushRef="#br0">5947.000 15313.000 911 0,'0.000'0.000'0'0,"0.000"0.000"0"16,0.000 0.000 0-16,0.000 0.000 0 0,0.000 0.000 944 0,0.000 0.000 96 0,0.000 0.000 32 0,0.000 0.000 0 16,-1.000 0.000 1792-16,1.000 0.000 352 0,0.000 0.000 80 0,-2.000 0.000 16 15,4.000 0.000-880-15,-4.000 0.000-192 0,2.000 0.000-16 0,0.000 0.000-16 16,0.000 0.000-656-16,0.000 0.000-128 0,0.000 0.000-16 0,0.000 0.000-16 15,0.000-1.000-288-15,0.000 1.000-48 16,-2.000-1.000-16-16,2.000 1.000 0 0,-1.000-2.000-80 0,1.000 2.000 0 0,-2.000-1.000-16 16,2.000 0.000 0-16,-1.000 0.000-144 0,-1.000-1.000-32 0,2.000 1.000 0 0,-2.000-1.000 0 15,1.000 0.000-304-15,-1.000-1.000-64 0,-1.000 1.000-16 0,2.000 0.000 0 16,-1.000-1.000-96-16,0.000 1.000-32 0,1.000-2.000 0 0,-1.000 1.000 0 16,0.000-1.000 0-16,1.000 0.000-16 15,-1.000-1.000 0-15,-1.000 1.000 0 0,1.000-2.000-112 0,-1.000 1.000 0 0,0.000 1.000-128 0,2.000-1.000 192 0,-3.000-2.000 0 0,3.000 2.000-16 16,-3.000 0.000 0-16,3.000-1.000 0 15,-1.000 2.000-176-15,-1.000-2.000 0 0,1.000 1.000 144 0,1.000 0.000-144 16,-1.000 0.000 0-16,-1.000 1.000 128 0,0.000-2.000-128 0,1.000 2.000 0 0,1.000 0.000 0 16,-2.000 0.000 144-16,1.000 1.000-144 0,-1.000-1.000 0 0,1.000 0.000 144 0,0.000 1.000-144 15,-1.000 0.000 0-15,0.000 0.000 144 0,0.000-1.000 0 0,1.000 1.000 0 16,1.000 0.000 0-16,-1.000-2.000 0 0,-1.000 2.000-144 0,3.000-1.000 0 16,-2.000 1.000 144-16,-1.000-1.000-144 0,1.000 0.000 0 0,-1.000-1.000 0 15,0.000 1.000 0-15,0.000-1.000 128 0,1.000 0.000-128 0,-1.000 1.000 0 16,0.000-3.000 0-16,1.000 3.000 128 0,-1.000-1.000 0 0,0.000 0.000 16 15,-2.000 1.000 0-15,2.000-2.000 0 0,-2.000 1.000-144 0,2.000 1.000 0 16,0.000-1.000 144-16,-1.000 0.000-144 0,-2.000-1.000 0 0,3.000 1.000 144 16,-2.000 0.000-144-16,2.000 1.000 0 0,-2.000-1.000 144 0,2.000-1.000-144 0,-2.000 1.000 0 15,2.000 0.000 144-15,-2.000 1.000-144 0,2.000-2.000 0 16,0.000 1.000 0-16,-1.000 0.000 0 0,-2.000 1.000 0 0,3.000-1.000 0 0,-2.000 0.000 0 0,2.000 0.000 0 31,0.000 0.000 0-31,-1.000 0.000 0 0,-1.000 0.000 0 0,-1.000-1.000 0 0,2.000 1.000 0 0,-1.000 0.000 0 0,0.000 1.000 0 0,-3.000-1.000 0 16,3.000-1.000 0-16,0.000 0.000 0 0,-1.000 1.000 0 0,-2.000-2.000 0 15,3.000-1.000 0-15,-1.000 2.000 0 16,-1.000 0.000 128-16,1.000-2.000-128 0,-2.000 2.000 0 0,1.000 0.000 0 0,2.000 0.000 0 0,-4.000-1.000 0 16,3.000 0.000 0-16,-3.000 1.000 0 0,2.000 0.000 128 0,-1.000-1.000-128 15,1.000 2.000 0-15,-2.000 0.000 0 0,1.000-1.000 0 0,1.000-1.000 0 16,-2.000 2.000 0-16,2.000 1.000 0 0,1.000-1.000 0 0,-2.000 0.000 0 16,2.000-1.000 0-16,-1.000 1.000 0 0,2.000 0.000 0 0,-2.000-1.000 0 0,0.000 0.000 0 15,0.000 0.000 0-15,0.000 0.000 0 0,-1.000 0.000 0 0,-1.000-2.000 0 0,0.000 0.000 0 16,1.000 1.000 0-16,0.000-2.000 0 0,-1.000 1.000 0 0,0.000-1.000 0 15,-1.000 0.000 0-15,0.000 1.000 0 0,1.000 0.000 0 0,-3.000-1.000 0 16,4.000 1.000 0-16,-2.000 0.000 0 0,-1.000 0.000 0 0,3.000 1.000 0 16,-1.000 1.000 0-16,0.000 0.000 0 0,3.000 0.000 0 0,-2.000 1.000 0 15,0.000 0.000 0-15,1.000 1.000 0 0,1.000-2.000 0 0,-2.000 2.000 0 16,2.000 0.000 0-16,-1.000-1.000 0 0,0.000 1.000 0 0,0.000-2.000 0 16,0.000 2.000 0-16,1.000-1.000 0 15,-2.000 1.000 0-15,0.000-1.000 0 0,-3.000-1.000 0 0,3.000 0.000 0 0,0.000 1.000 0 0,-1.000-1.000 0 16,0.000 0.000 0-16,1.000 1.000 0 0,-3.000 0.000 0 0,3.000 0.000 0 0,-3.000 0.000 0 15,3.000-1.000 0-15,0.000 1.000 0 0,-3.000-1.000 0 0,3.000 1.000 0 0,0.000-2.000 0 16,-2.000 2.000 0-16,2.000 0.000 0 0,2.000 0.000 0 0,-4.000 0.000 0 16,2.000 1.000 0-16,0.000-1.000 0 0,0.000 1.000 0 0,-1.000 1.000 0 15,-1.000 0.000-128-15,0.000-1.000 128 16,2.000 0.000 0-16,-1.000 0.000 0 0,-1.000 1.000 0 0,2.000 0.000 0 0,-3.000-1.000 0 0,1.000 1.000 0 16,-1.000-1.000 0-16,0.000 0.000 0 0,-2.000 0.000 0 0,2.000 1.000 0 15,0.000 0.000 0-15,0.000-1.000 0 0,0.000 1.000 0 0,-1.000-2.000 0 16,1.000 2.000 0-16,0.000 0.000 0 0,1.000 0.000 0 0,-1.000-1.000 0 15,1.000 1.000 0-15,1.000-1.000 0 0,-1.000-1.000 0 0,2.000 2.000 0 16,-1.000 0.000 0-16,-1.000 0.000 0 0,2.000 0.000 0 0,0.000 0.000 0 16,-2.000 2.000 0-16,1.000-1.000 0 0,1.000 0.000 0 0,1.000-1.000 0 0,-2.000 2.000 0 0,3.000-1.000 0 15,-1.000 1.000 0-15,-2.000 0.000 0 0,2.000 0.000 0 0,-1.000 0.000 0 16,1.000 0.000 0-16,-3.000-1.000 0 0,1.000 1.000-128 0,-3.000 0.000 128 16,2.000 0.000 0-16,-4.000 0.000 0 0,2.000 0.000 0 0,-2.000-1.000 0 15,3.000 0.000 0-15,-2.000 0.000 0 0,0.000 1.000 0 0,-1.000-1.000 0 16,2.000 1.000 0-16,0.000-1.000 0 0,0.000 1.000 0 0,0.000 0.000 0 15,0.000 0.000 0-15,0.000 0.000 0 16,0.000 0.000 0-16,0.000 1.000 0 0,-2.000-1.000 0 0,1.000 1.000 0 0,0.000 1.000 0 0,0.000 0.000 0 16,-1.000 0.000 0-16,-1.000 1.000 0 0,1.000 0.000 0 0,-2.000 0.000 0 15,3.000 2.000 0-15,-3.000-1.000 0 0,2.000 1.000-128 0,-1.000 0.000 128 16,1.000 0.000 0-16,1.000 0.000 0 0,-1.000 0.000 0 0,1.000 0.000 0 16,-3.000 0.000 0-16,0.000-1.000 0 0,1.000 2.000 0 0,0.000 0.000 0 0,-3.000 1.000 0 15,2.000-1.000 0-15,0.000-1.000 0 0,-1.000 1.000 0 16,2.000 1.000 0-16,-1.000-3.000 0 0,3.000 1.000 0 0,-3.000-1.000 0 0,4.000 1.000 0 0,-1.000 0.000 0 15,0.000 2.000 0-15,0.000-1.000 0 0,0.000 1.000 0 0,0.000 0.000 0 16,-3.000 1.000 0-16,2.000 0.000 0 0,1.000 1.000 0 0,2.000-1.000 0 16,0.000 1.000-128-16,1.000-1.000 128 0,-2.000 1.000 0 0,2.000 1.000 0 15,-1.000-1.000 0-15,1.000-1.000 0 0,-1.000 2.000 0 0,3.000-1.000 0 16,-2.000 2.000 0-16,-2.000-1.000 0 0,0.000 0.000 0 0,-2.000 2.000 0 16,4.000-3.000 0-16,-1.000-1.000 0 15,1.000 1.000 0-15,-2.000 1.000 0 0,-1.000 3.000 0 0,-5.000 1.000 0 0,-2.000 2.000 0 0,-1.000 0.000 0 16,4.000-1.000 0-16,0.000 1.000 0 0,1.000-2.000 0 0,1.000 1.000 0 15,0.000 1.000 0-15,-1.000 1.000 0 0,3.000 0.000 0 0,-1.000-1.000 0 16,2.000 0.000 0-16,-2.000-1.000 0 0,4.000 0.000 0 0,1.000-1.000 0 0,-1.000 0.000 0 0,1.000 0.000 0 16,1.000 1.000 0-16,1.000 1.000 0 0,7.000-15.000 0 0,-14.000 27.000 0 15,7.000-13.000 0-15,1.000-1.000 0 16,-2.000 0.000 0-16,3.000-2.000 0 16,0.000 0.000 0-16,0.000-2.000 0 0,5.000-9.000 0 0,0.000 0.000 0 15,-12.000 29.000 0-15,9.000-19.000 0 0,3.000-10.000 0 0,0.000 0.000 0 16,0.000 0.000 0-16,-12.000 37.000 0 0,12.000-37.000 0 0,0.000 0.000 0 15,0.000 0.000 0-15,-9.000 41.000 0 0,9.000-41.000 0 0,0.000 0.000 0 16,0.000 0.000 0-16,-3.000 47.000 0 0,3.000-47.000 0 0,0.000 0.000 0 16,0.000 0.000 0-16,0.000 53.000 0 0,0.000-53.000 0 0,0.000 0.000 0 15,0.000 0.000 0-15,1.000 53.000 0 0,-1.000-53.000 0 0,0.000 0.000 0 16,0.000 0.000 0-16,0.000 49.000 0 0,0.000-49.000 0 0,0.000 0.000 0 0,0.000 0.000 0 16,5.000 51.000 0-16,-5.000-51.000 0 0,0.000 0.000 0 0,0.000 0.000 0 0,9.000 50.000 0 15,-9.000-50.000 0-15,0.000 0.000 0 0,0.000 0.000 0 0,9.000 46.000 0 16,-9.000-46.000 0-16,0.000 0.000 0 0,0.000 0.000 0 0,0.000 0.000 0 15,11.000 47.000 0-15,-11.000-47.000 0 0,0.000 0.000 0 0,0.000 0.000 0 16,0.000 0.000 0-16,0.000 0.000 0 0,13.000 50.000 0 0,-13.000-50.000 0 16,0.000 0.000 0-16,0.000 0.000 0 0,0.000 0.000 0 0,0.000 0.000 0 15,14.000 50.000 0-15,-13.000-43.000 0 0,-1.000-7.000 0 0,0.000 0.000 0 16,0.000 0.000 0-16,0.000 0.000 0 0,0.000 0.000 0 0,0.000 0.000 0 16,15.000 52.000 0-16,-15.000-52.000 0 0,0.000 0.000 0 0,0.000 0.000 0 15,0.000 0.000 0-15,13.000 47.000 0 0,-13.000-47.000 0 0,0.000 0.000 0 16,0.000 0.000 0-16,0.000 0.000 0 0,11.000 47.000 0 0,-11.000-47.000 0 0,0.000 0.000 0 0,0.000 0.000 0 15,0.000 0.000 0-15,0.000 0.000 0 0,14.000 48.000 0 0,-14.000-48.000 0 16,0.000 0.000 0-16,0.000 0.000 0 0,0.000 0.000 0 0,0.000 0.000 0 16,0.000 0.000 0-16,0.000 0.000 0 0,16.000 48.000 0 0,-16.000-48.000 0 15,0.000 0.000 0-15,0.000 0.000 0 0,0.000 0.000 0 0,0.000 0.000 0 16,0.000 0.000 0-16,17.000 44.000 0 0,-17.000-44.000 0 0,0.000 0.000 0 16,0.000 0.000 0-16,0.000 0.000 0 0,0.000 0.000 0 0,0.000 0.000 0 15,20.000 46.000 0-15,-20.000-46.000 0 0,0.000 0.000 0 0,0.000 0.000 0 16,0.000 0.000 0-16,0.000 0.000 0 0,21.000 51.000 0 0,-21.000-51.000 0 15,0.000 0.000 0-15,0.000 0.000 0 0,0.000 0.000 0 0,22.000 45.000 0 16,-22.000-45.000 0-16,0.000 0.000 0 0,0.000 0.000 0 0,0.000 0.000 0 16,24.000 42.000 0-16,-24.000-42.000 0 0,0.000 0.000 0 0,0.000 0.000 0 15,0.000 0.000 0-15,0.000 0.000 0 0,31.000 41.000 0 0,-31.000-41.000 0 16,0.000 0.000 0-16,0.000 0.000 0 0,0.000 0.000 0 0,0.000 0.000 0 0,0.000 0.000 0 0,33.000 33.000 0 16,-33.000-33.000 0-16,0.000 0.000 0 0,0.000 0.000 0 0,0.000 0.000 0 15,0.000 0.000 0-15,0.000 0.000 0 0,0.000 0.000 0 0,36.000 35.000 0 16,-36.000-35.000 0-16,0.000 0.000 0 0,0.000 0.000 0 0,0.000 0.000 0 15,0.000 0.000 0-15,36.000 31.000 0 0,-36.000-31.000 0 0,0.000 0.000 0 16,0.000 0.000 0-16,0.000 0.000 0 0,36.000 27.000 0 0,-36.000-27.000 0 16,0.000 0.000 0-16,0.000 0.000 0 0,0.000 0.000 0 0,38.000 24.000 0 15,-38.000-24.000 0-15,0.000 0.000 0 0,0.000 0.000 0 0,35.000 21.000 0 0,-35.000-21.000 0 16,0.000 0.000 0-16,0.000 0.000 0 0,38.000 21.000 0 0,-38.000-21.000 0 0,0.000 0.000 0 16,0.000 0.000 0-16,0.000 0.000 0 0,34.000 20.000 0 0,-34.000-20.000 0 15,0.000 0.000 0-15,0.000 0.000 0 0,45.000 26.000 0 0,-45.000-26.000 0 16,0.000 0.000 0-16,35.000 20.000 0 0,-35.000-20.000 0 0,0.000 0.000 0 15,0.000 0.000 0-15,38.000 21.000 0 0,-38.000-21.000 0 0,0.000 0.000 0 16,0.000 0.000 0-16,37.000 18.000 0 0,-37.000-18.000 0 0,0.000 0.000 0 16,0.000 0.000 0-16,35.000 16.000 0 0,-35.000-16.000 0 0,0.000 0.000 0 15,0.000 0.000 0-15,37.000 14.000 0 0,-37.000-14.000 0 0,0.000 0.000 0 16,0.000 0.000 0-16,37.000 10.000 0 0,-37.000-10.000 0 0,0.000 0.000 0 16,35.000 8.000 0-16,-35.000-8.000 0 0,0.000 0.000 0 0,35.000 9.000 0 15,-35.000-9.000 0-15,0.000 0.000 0 0,33.000 9.000 0 0,-33.000-9.000 0 16,0.000 0.000 0-16,0.000 0.000 0 0,41.000 11.000 0 0,-41.000-11.000 0 0,0.000 0.000 0 0,0.000 0.000 0 15,40.000 7.000 0-15,-40.000-7.000 0 0,0.000 0.000 0 16,30.000 3.000 0-16,-30.000-3.000 0 0,0.000 0.000 0 0,34.000 3.000 0 0,-34.000-3.000 0 16,0.000 0.000 0-16,38.000 5.000 0 0,-38.000-5.000 0 0,0.000 0.000 0 15,34.000 2.000 0-15,-34.000-2.000 0 0,0.000 0.000 0 0,0.000 0.000 0 16,35.000 4.000 0-16,-35.000-4.000 0 0,0.000 0.000 0 0,0.000 0.000 0 16,29.000 1.000 0-16,-29.000-1.000 0 0,0.000 0.000 0 0,0.000 0.000 0 15,29.000 0.000 0-15,-29.000 0.000 0 0,0.000 0.000 0 0,24.000-3.000 0 16,-24.000 3.000 0-16,19.000-2.000 0 0,-19.000 2.000 0 0,19.000-2.000 0 15,-9.000 0.000-128-15,1.000 0.000 128 0,-1.000 0.000 0 0,0.000 0.000 0 16,0.000 0.000 0-16,-10.000 2.000 0 0,21.000-2.000 0 0,-11.000 0.000 0 16,-10.000 2.000 0-16,22.000-3.000 0 0,-22.000 3.000 0 0,21.000-5.000 0 15,-21.000 5.000 0-15,29.000-5.000 0 0,-29.000 5.000 0 0,30.000-6.000 0 0,-30.000 6.000 0 0,29.000-5.000 0 16,-29.000 5.000 0-16,22.000-6.000 0 0,-22.000 6.000 0 0,21.000-6.000 0 16,-21.000 6.000 0-16,19.000-6.000 0 0,-19.000 6.000 0 0,18.000-5.000 0 15,-10.000 1.000 0-15,-8.000 4.000 0 0,16.000-7.000 0 0,-6.000 3.000 0 16,-1.000 1.000 0-16,-1.000-1.000 0 0,0.000 0.000 0 0,0.000-1.000 0 15,0.000 1.000 0-15,0.000 0.000 0 0,3.000 1.000 0 0,-4.000-1.000 0 16,2.000 1.000 0-16,-2.000 0.000 0 0,-1.000-1.000 0 0,2.000 1.000 0 16,-8.000 3.000 0-16,14.000-5.000 0 0,-7.000 2.000 0 0,1.000 0.000 0 15,-2.000 0.000 0-15,-1.000 0.000 0 0,3.000-1.000 0 0,0.000 0.000 0 16,0.000 1.000 0-16,-1.000-1.000 0 0,2.000 0.000 0 0,-1.000 0.000 0 16,-3.000 0.000 0-16,4.000 0.000 0 0,1.000-1.000 0 0,3.000 0.000 0 0,-2.000 0.000 0 15,3.000-1.000 0-15,-4.000 2.000 0 0,-2.000 1.000 0 0,-8.000 3.000 0 0,14.000-5.000 0 16,-14.000 5.000 0-16,18.000-5.000 0 0,-7.000 2.000 0 0,-3.000-1.000 0 15,0.000 1.000 0-15,0.000 0.000 0 0,0.000 0.000 0 0,0.000 0.000 0 16,-3.000 0.000 0-16,-5.000 3.000 0 0,14.000-5.000 0 0,-9.000 1.000 0 16,2.000 1.000 0-16,-1.000-1.000 0 0,0.000 1.000 0 0,1.000-1.000 0 15,-2.000 1.000 0-15,0.000-1.000 0 0,2.000-2.000 0 0,-2.000 1.000 0 16,2.000 0.000 0-16,-2.000 0.000 0 0,0.000 0.000 0 0,0.000 0.000 128 16,2.000-1.000-128-16,-2.000 1.000 0 0,0.000-1.000 0 0,2.000 0.000 128 15,-2.000 1.000-128-15,0.000 0.000 0 0,0.000 1.000 0 0,1.000-2.000 0 16,-1.000 1.000 0-16,0.000 0.000 0 0,0.000 1.000 0 0,-2.000-1.000 0 15,3.000-1.000 0-15,1.000 1.000 0 0,-2.000 0.000 0 0,1.000 0.000 0 0,0.000-1.000 0 0,1.000-1.000 0 16,-1.000 1.000 0-16,1.000 1.000 0 0,0.000 0.000 0 0,0.000-1.000 0 16,1.000 1.000 0-16,0.000 0.000 0 0,0.000 0.000 0 0,-1.000 0.000 0 15,0.000-1.000 0-15,0.000 1.000 0 0,-1.000 0.000 0 0,-1.000-1.000 0 16,3.000-1.000 0-16,-3.000 2.000 0 0,1.000 0.000 0 0,-2.000-1.000 0 16,1.000 0.000 0-16,0.000 1.000 0 0,0.000 0.000 0 0,0.000 0.000 0 15,0.000 1.000 0-15,1.000-3.000 0 0,-1.000 1.000 0 0,0.000 1.000 0 16,1.000 1.000 0-16,0.000-3.000 0 0,-1.000 0.000 0 0,2.000 1.000 0 15,-2.000 0.000 0-15,0.000-1.000 0 0,1.000 1.000 0 0,-3.000 0.000 0 16,2.000-1.000 0-16,0.000 0.000 0 0,-2.000 1.000 0 0,3.000 1.000 0 16,-3.000 0.000 0-16,-1.000-1.000 0 0,3.000 1.000 0 0,-2.000-1.000 0 15,-1.000 1.000 0-15,1.000-1.000 0 0,3.000 2.000 0 0,-3.000 0.000 0 16,1.000-1.000 0-16,-1.000 1.000 0 0,0.000-2.000 0 0,0.000 1.000 0 0,1.000 1.000 0 0,0.000-1.000 0 16,-1.000 0.000 0-16,1.000-1.000 0 0,1.000 0.000 0 0,-2.000-2.000 0 15,3.000 2.000 0-15,0.000-2.000 0 0,-1.000 0.000 0 0,0.000 1.000 0 16,0.000-1.000 0-16,-2.000 1.000 0 0,3.000 0.000 0 0,-4.000-2.000 0 15,1.000 2.000 0-15,1.000 1.000 0 0,-3.000 2.000 0 0,2.000-3.000 0 16,1.000 0.000 0-16,0.000 0.000 0 0,-1.000 3.000 0 0,-1.000-2.000 0 16,1.000-1.000 0-16,1.000 1.000 0 0,-1.000 0.000 0 0,-2.000 0.000 0 15,3.000 2.000 0-15,0.000-1.000 0 0,-2.000 0.000 0 0,1.000-1.000 0 16,0.000 2.000 0-16,1.000-1.000 0 0,-1.000 1.000 0 0,-2.000-1.000 0 16,3.000-2.000 0-16,0.000 2.000 0 0,-1.000 0.000 0 0,-1.000-1.000 0 0,0.000 0.000 0 15,-1.000-1.000 0-15,1.000 2.000 0 0,-1.000-1.000 0 0,1.000 1.000 0 0,1.000-1.000 0 16,-1.000 1.000 128-16,-2.000 0.000-128 0,3.000 0.000 0 0,-3.000 1.000 0 15,3.000-1.000 0-15,-3.000 1.000 0 0,3.000 0.000 0 0,-3.000 1.000 0 16,2.000 1.000 0-16,0.000-1.000 0 0,-1.000-2.000 0 0,1.000-1.000 0 16,-1.000-1.000 0-16,1.000 2.000 0 0,0.000 2.000 0 0,-1.000-1.000 0 15,1.000 1.000 0-15,0.000-1.000 0 0,-1.000 1.000 0 0,2.000-1.000 0 16,-3.000 1.000 0-16,0.000-1.000 0 0,2.000-1.000 0 0,-1.000 0.000 0 16,-1.000 0.000 0-16,0.000 0.000 0 0,0.000-1.000 0 0,2.000 0.000 0 15,-2.000 1.000 0-15,0.000-1.000 0 0,0.000 1.000 0 0,0.000-2.000 0 16,0.000 2.000 0-16,0.000 0.000 0 15,0.000 0.000 0-15,0.000-1.000 0 0,0.000 1.000 0 0,0.000 1.000 0 0,-2.000 1.000 0 0,2.000-1.000 0 16,0.000 0.000 0-16,0.000-1.000 0 0,-1.000 1.000 0 0,1.000 0.000 0 16,-2.000 1.000 0-16,2.000-1.000 0 0,0.000 0.000 0 0,-3.000 0.000 0 0,3.000 0.000 0 0,-1.000 1.000 0 15,-1.000-1.000 0-15,2.000 0.000 0 0,0.000 0.000 0 0,0.000-1.000 0 16,-2.000 1.000 0-16,2.000-1.000 0 0,0.000 0.000 0 0,0.000-1.000 0 16,0.000-2.000 0-16,0.000 0.000 0 0,0.000-2.000 0 0,0.000 1.000 0 15,0.000 0.000-160-15,0.000-3.000-16 0,0.000 1.000 0 0,0.000-3.000 0 31,0.000 0.000-752-31,0.000-3.000-160 0</inkml:trace>
  <inkml:trace contextRef="#ctx0" brushRef="#br0">6866.000 15362.000 8287 0,'-2.000'0.000'736'0,"2.000"0.000"-592"0,0.000 0.000-144 0,0.000 0.000 0 0,0.000 0.000 192 0,0.000 0.000 0 15,0.000 0.000 0-15,0.000 0.000 0 0,0.000-1.000 1200 0,0.000 1.000 240 0,0.000 0.000 48 0,0.000 0.000 16 16,0.000 0.000 384-16,0.000 0.000 80 0,0.000 0.000 16 0,0.000 0.000 0 16,0.000 0.000-224-16,0.000 0.000-32 0,0.000-1.000-16 0,0.000 1.000 0 15,0.000 0.000-496-15,0.000 0.000-112 0,0.000 0.000-16 0,0.000 0.000 0 16,0.000 0.000-384-16,2.000 0.000-64 0,-2.000 0.000-32 0,0.000 0.000 0 15,0.000-1.000-352-15,0.000-1.000-80 0,0.000 2.000-16 0,0.000-2.000 0 0,0.000 1.000-176 0,1.000-1.000-48 16,-1.000 1.000 0-16,0.000-1.000 0 16,0.000 0.000 0-16,0.000 0.000-128 0,0.000 0.000 192 0,0.000 0.000-64 15,0.000 0.000-128-15,0.000 0.000 160 0,0.000 0.000-160 0,0.000-2.000 160 0,-1.000 2.000-16 0,-1.000-1.000 0 16,2.000-1.000 0-16,0.000 0.000 0 0,-2.000 0.000-16 0,2.000-1.000 0 16,-1.000 1.000 0-16,-1.000 0.000 0 0,2.000 0.000-128 0,0.000 0.000 0 15,-1.000 0.000 144-15,-1.000-2.000-144 0,2.000 1.000 160 0,-2.000 1.000-32 16,2.000-1.000-128-16,-1.000 1.000 192 15,-1.000-2.000-16-15,0.000 1.000-16 0,2.000 0.000 0 0,-1.000 1.000 0 0,-1.000 0.000 32 0,-1.000-2.000 16 16,0.000 1.000 0-16,1.000 1.000 0 0,2.000-1.000-64 0,-1.000 0.000-16 16,-1.000-1.000 0-16,-1.000-1.000 0 0,1.000 1.000 16 0,-1.000-3.000 0 15,1.000 2.000 0-15,-1.000-1.000 0 0,0.000 1.000 32 0,2.000-2.000 0 0,-1.000 1.000 0 0,-1.000-1.000 0 16,1.000 0.000 16-16,-1.000 0.000 0 0,1.000 0.000 0 0,1.000 1.000 0 16,-1.000 1.000-192-16,0.000-1.000 192 15,1.000 1.000-192-15,-1.000 1.000 192 0,-1.000 0.000-192 0,0.000-2.000 0 16,1.000 2.000 0-16,-1.000-1.000 0 0,2.000 0.000 0 0,-1.000 1.000 0 0,0.000 1.000 0 0,-1.000-2.000 0 15,1.000 0.000 208-15,-1.000 1.000-32 0,0.000 1.000-16 0,0.000-1.000 0 16,0.000-1.000 0-16,1.000 0.000 0 0,-1.000 1.000 0 0,-2.000-1.000 0 16,0.000-2.000-160-16,1.000 1.000 192 0,2.000 3.000-192 0,-1.000-1.000 192 15,0.000-1.000-192-15,-1.000-1.000 192 0,-1.000-1.000-192 0,-1.000 0.000 192 16,0.000 0.000-192-16,1.000-2.000 0 16,0.000 2.000 144-16,0.000-2.000-144 0,-1.000 2.000 0 0,1.000 1.000 0 0,2.000-1.000 0 0,-2.000 1.000 128 0,3.000 1.000-128 15,-3.000-1.000 0-15,1.000 1.000 0 0,1.000 1.000 128 0,0.000-2.000-128 0,-1.000 1.000 0 16,-1.000 1.000 0-16,2.000-2.000 128 0,-1.000 0.000 0 0,0.000 2.000 16 15,1.000 1.000 0-15,0.000-3.000 0 0,-2.000 0.000-16 0,2.000 0.000-128 16,-3.000-1.000 192-16,1.000 1.000-64 0,0.000 0.000-128 0,2.000 0.000 0 16,-1.000 3.000 0-16,1.000-1.000 0 15,-1.000-1.000 0-15,-1.000-2.000 0 0,0.000 1.000 0 0,0.000 1.000 0 0,0.000-1.000 0 0,-1.000 0.000 0 16,1.000 1.000 0-16,0.000-2.000 0 0,-1.000 2.000 0 0,-2.000 0.000 0 16,2.000-2.000 0-16,-1.000 1.000 0 0,0.000 1.000 0 0,2.000-2.000 0 31,0.000 3.000 0-31,-2.000 0.000 0 0,4.000 0.000 0 0,-5.000-2.000 0 0,3.000 2.000 0 0,-1.000-1.000 0 0,-1.000-1.000 0 0,1.000 0.000 0 15,0.000 1.000 0-15,-1.000-2.000 0 0,0.000 1.000 0 0,0.000 0.000 0 16,2.000-1.000 0 0,-2.000 0.000 0-16,0.000 0.000 0 0,0.000-2.000 0 0,2.000 2.000 0 0,-3.000-3.000 0 15,2.000 3.000 0-15,-2.000 0.000 0 0,1.000-1.000 0 0,0.000 1.000 0 16,0.000-1.000 0-16,1.000 2.000 0 0,1.000 1.000 0 0,-3.000-2.000 0 16,2.000 0.000 0-16,-3.000-1.000 0 0,3.000-1.000 0 0,-3.000 1.000 0 15,0.000-1.000 0-15,3.000 1.000 0 0,-3.000 0.000 0 0,2.000-1.000 0 16,-1.000 2.000 0-16,0.000-2.000 0 0,2.000 1.000 0 0,-1.000-1.000 0 15,1.000 2.000 0-15,1.000-1.000 0 0,0.000 2.000 0 0,-1.000 0.000 0 16,1.000-1.000 0-16,-1.000 2.000 0 0,1.000 0.000 0 0,0.000 1.000 0 16,0.000-1.000 0-16,-1.000 1.000 0 0,1.000-1.000 0 0,-1.000-1.000 0 15,-1.000 1.000 0-15,0.000 1.000 0 0,0.000 1.000 0 0,0.000-2.000 0 16,-2.000-1.000 0-16,-1.000 1.000 0 0,2.000-1.000 0 0,-1.000 2.000 0 0,-3.000-2.000 0 0,0.000-1.000 0 16,1.000 1.000 0-16,-2.000 0.000 0 0,0.000-2.000-128 0,-1.000 1.000 128 15,1.000 0.000 0-15,-3.000-1.000 0 0,2.000 1.000 0 0,-1.000-1.000 0 16,1.000 2.000 0-16,1.000-1.000 0 0,0.000-2.000 0 0,3.000 3.000 0 15,1.000 1.000 0-15,-1.000 0.000 0 0,-2.000 0.000 0 0,-1.000-1.000 0 16,-2.000-2.000 0-16,2.000 2.000 0 0,-2.000 1.000-128 0,0.000-2.000 128 16,2.000 3.000 0-16,-3.000 0.000 0 0,3.000 0.000 0 0,-2.000-1.000 0 15,0.000 1.000 0-15,1.000-1.000 0 0,-4.000-1.000 0 0,2.000 1.000 0 16,3.000 1.000 0-16,-3.000 0.000 0 0,0.000-1.000 0 0,-3.000 1.000 0 16,0.000 1.000 0-16,-2.000 0.000 0 0,2.000-1.000-128 0,1.000 1.000 128 15,1.000-1.000 0-15,-1.000 0.000 0 0,3.000 0.000 0 0,3.000 2.000 0 0,0.000-1.000 0 16,-2.000 0.000 0-16,0.000-1.000 0 0,3.000 0.000 0 0,0.000 2.000 0 0,3.000 0.000 0 15,-4.000-1.000 0-15,-4.000-2.000 0 0,2.000 0.000 0 0,-1.000 1.000 0 16,-2.000 1.000 0-16,7.000 2.000 0 0,1.000 0.000 0 0,-1.000 0.000 0 16,-4.000 0.000 0-16,-1.000-1.000 0 0,-4.000 0.000 0 0,0.000 0.000 0 15,-3.000 0.000 0-15,-1.000-1.000 0 0,1.000 1.000 0 0,0.000 1.000 0 16,4.000-1.000-128-16,-2.000 1.000 128 0,5.000-1.000 0 0,0.000 1.000 0 16,-1.000-2.000 0-16,2.000 2.000 0 0,1.000-1.000 0 0,-1.000 1.000 0 15,-1.000-1.000 0-15,1.000 1.000 0 0,0.000-1.000 0 0,1.000 1.000 0 16,0.000 0.000 0-16,0.000 0.000 0 0,2.000 1.000 0 0,-2.000-1.000 0 15,0.000 0.000 0-15,2.000 0.000 0 0,-2.000-1.000 0 0,0.000 1.000 0 16,1.000 1.000 0-16,0.000 1.000 0 0,0.000-1.000 0 0,0.000 1.000 0 0,0.000-1.000 0 0,0.000 1.000 0 16,1.000-1.000 0-16,-2.000 0.000 0 0,-1.000 1.000 0 0,3.000-1.000 0 15,0.000 1.000 0-15,1.000-1.000 0 0,-4.000-1.000-128 0,-1.000 0.000 128 16,1.000-1.000 0-16,-2.000 1.000 0 0,3.000-1.000 0 0,-1.000 1.000 0 16,4.000-1.000 0-16,-4.000 0.000 0 0,4.000 1.000 0 0,-1.000 0.000 0 15,1.000 1.000 0-15,0.000-2.000 0 0,1.000 3.000 0 0,-1.000 0.000 0 16,0.000 0.000 0-16,0.000 0.000 0 0,1.000 1.000 0 0,0.000-1.000 0 15,1.000 1.000 0-15,-1.000 0.000 0 0,-1.000 0.000 0 0,2.000 0.000 0 16,0.000 1.000 0-16,0.000-1.000 0 0,-2.000-1.000 0 0,-1.000 0.000 0 16,1.000 1.000 0-16,-2.000 0.000 0 0,2.000-2.000 0 0,1.000 0.000 0 15,-1.000 2.000 0-15,3.000 0.000 0 0,-3.000-2.000 0 0,1.000 0.000 0 16,-1.000 1.000 0-16,1.000 0.000 0 0,1.000 0.000 0 0,0.000 0.000 0 16,0.000 0.000 0-16,0.000 0.000 0 0,-3.000 0.000 0 0,1.000 0.000 0 0,-1.000-1.000 0 0,0.000 1.000 0 15,3.000-1.000 0-15,-3.000 1.000 0 0,3.000-1.000 0 0,-2.000 0.000 0 16,-1.000-1.000 0-16,1.000 1.000 0 0,1.000 0.000 0 0,-1.000 0.000 0 15,2.000 1.000 0-15,-1.000-1.000 0 0,0.000 1.000 0 0,0.000 0.000 0 16,1.000 0.000 0-16,-2.000 1.000 0 0,1.000-1.000 0 0,-1.000 0.000 0 16,-1.000-1.000 0-16,1.000 1.000 0 0,1.000 0.000 0 0,-1.000 0.000 0 15,1.000 1.000 0-15,-1.000-1.000 0 0,0.000 1.000 0 0,1.000-1.000 0 16,-2.000-1.000 0-16,-1.000 1.000 0 0,0.000 0.000 0 0,0.000 0.000 0 16,0.000 1.000 0-16,0.000-2.000 0 0,1.000 1.000 0 0,2.000 0.000 0 15,-2.000 1.000 0-15,-1.000-1.000 0 0,1.000 0.000 0 0,0.000 0.000 0 16,1.000 2.000 0-16,-3.000-1.000 0 0,2.000 1.000 0 0,0.000-1.000 0 0,-2.000 0.000-128 15,-1.000 1.000 128-15,1.000 0.000 0 0,0.000 0.000 0 0,-3.000 2.000 0 0,2.000 1.000 0 16,0.000-1.000 0-16,-1.000 1.000 0 0,4.000 0.000 0 0,-5.000 0.000 0 16,3.000 0.000 0-16,-1.000 1.000 0 0,1.000-2.000 0 0,-1.000 1.000 0 15,0.000 1.000 0-15,-3.000-1.000 0 0,1.000 2.000 0 0,-1.000 0.000 0 16,0.000 1.000 0-16,0.000-1.000 0 0,1.000 3.000 0 0,1.000-3.000 0 16,0.000-1.000 0-16,-3.000 2.000 0 0,2.000 3.000-128 0,-2.000-2.000 128 15,-1.000 0.000 0-15,2.000 1.000 0 0,2.000-2.000 0 0,-1.000 0.000 0 16,1.000 1.000 0-16,1.000-3.000 0 0,2.000 0.000 0 0,2.000-1.000 0 15,-3.000 2.000 0-15,0.000-1.000 0 0,2.000 1.000 0 0,-2.000 0.000 0 16,4.000 0.000 0-16,-4.000 0.000 0 0,3.000 1.000 0 0,-4.000 0.000 0 16,4.000 1.000 0-16,-2.000 0.000 0 0,2.000-1.000 0 0,-1.000 1.000 0 15,1.000 1.000 0-15,-1.000-1.000 0 0,3.000 2.000 0 0,0.000-2.000 0 0,-1.000 0.000 0 0,2.000 1.000 0 16,-1.000 0.000 0-16,0.000 2.000 0 0,0.000-2.000 0 0,1.000 1.000 0 16,-2.000 1.000-128-16,1.000-2.000 128 0,3.000-1.000 0 0,-1.000-1.000 0 15,-2.000 2.000 0-15,0.000 1.000 0 0,0.000-2.000 0 0,-2.000 0.000 0 16,1.000 3.000 0-16,-2.000-2.000 0 0,1.000 2.000 0 0,-3.000-3.000 0 15,5.000 0.000 0-15,-2.000 0.000 0 0,1.000-1.000 0 0,-1.000 0.000 0 16,-4.000 4.000 0-16,4.000-2.000 0 0,-1.000-2.000 0 0,3.000 2.000 0 16,-2.000 0.000 0-16,-1.000 2.000 0 0,0.000-1.000 0 0,2.000-1.000 0 15,2.000 1.000 0-15,-1.000-1.000 0 0,3.000 1.000 0 0,-3.000-1.000 0 16,2.000 0.000 0-16,1.000 1.000 0 0,0.000-2.000 0 0,-1.000 0.000 0 16,0.000 3.000 0-16,1.000-2.000 0 0,0.000-1.000 0 0,-1.000 0.000 0 0,1.000 1.000 0 15,-2.000 2.000 0-15,1.000 0.000 0 0,-2.000 3.000 0 0,0.000-2.000 0 0,1.000 2.000 0 16,-2.000-2.000 0-16,1.000 1.000 0 0,0.000 0.000 0 0,-3.000 2.000 0 15,3.000-2.000 0-15,-2.000-2.000 0 0,2.000-1.000 0 0,2.000 1.000 0 16,-1.000 0.000 0-16,-1.000 0.000 0 0,4.000-2.000 0 0,-1.000 1.000 0 16,1.000-3.000 0-16,-1.000 1.000 0 0,-1.000 1.000 0 0,3.000 0.000 0 15,0.000-1.000 0-15,1.000 2.000 0 0,-3.000-1.000 0 0,2.000 0.000 0 16,1.000 1.000 0-16,-4.000-1.000 0 0,6.000-9.000 0 0,0.000 0.000 0 16,-14.000 34.000 0-16,14.000-34.000 0 0,0.000 0.000 0 0,-16.000 34.000 0 15,9.000-21.000 0-15,2.000-2.000 0 0,-1.000-2.000 0 0,2.000 3.000 0 16,-3.000-1.000 0-16,2.000 2.000 0 0,-2.000-1.000 0 0,0.000 1.000 0 15,2.000 0.000 0-15,0.000-1.000 0 0,5.000-12.000 0 0,0.000 0.000 0 16,-16.000 41.000 0-16,16.000-41.000 0 0,0.000 0.000 0 0,-12.000 41.000 0 0,12.000-41.000 0 0,0.000 0.000 0 16,-12.000 43.000 0-16,7.000-32.000 0 0,2.000-3.000 0 0,-3.000 2.000 0 15,3.000 2.000 0-15,-2.000-2.000 0 0,0.000 1.000 0 0,0.000 0.000 0 16,-1.000 2.000 0-16,1.000-1.000 0 0,0.000-1.000 0 0,2.000-1.000 0 16,3.000-10.000 0-16,0.000 0.000 0 0,-12.000 33.000 0 0,8.000-24.000 0 15,1.000 2.000 0-15,-2.000 1.000 0 0,5.000-12.000 0 0,0.000 0.000 0 16,-11.000 40.000 0-16,11.000-40.000 0 0,0.000 0.000 0 0,-13.000 37.000 0 15,13.000-37.000-128-15,0.000 0.000 128 0,-9.000 33.000 0 0,9.000-33.000 0 16,0.000 0.000 0-16,-10.000 40.000 0 0,10.000-40.000 0 0,-10.000 30.000 0 16,10.000-30.000 0-16,-11.000 35.000 0 0,11.000-35.000 0 0,-13.000 35.000 0 15,13.000-35.000 0-15,-11.000 36.000 0 0,11.000-36.000 0 0,-8.000 31.000 0 16,8.000-31.000 0-16,0.000 0.000 0 0,-11.000 44.000 0 0,11.000-44.000 0 0,0.000 0.000 0 0,-10.000 42.000 0 16,10.000-42.000 0-16,0.000 0.000 0 0,-8.000 36.000 0 0,8.000-36.000 0 15,0.000 0.000 0-15,-7.000 37.000 0 0,7.000-37.000 0 0,0.000 0.000 0 16,-9.000 35.000 0-16,9.000-35.000 0 0,0.000 0.000 0 0,-11.000 37.000 0 15,11.000-37.000 0-15,0.000 0.000 0 0,-11.000 43.000 0 0,11.000-43.000 0 16,0.000 0.000 0-16,-8.000 41.000 0 16,8.000-41.000 0-16,0.000 0.000 0 0,-8.000 37.000 0 0,8.000-37.000 0 0,0.000 0.000 0 0,-5.000 32.000 0 15,5.000-32.000 0-15,0.000 0.000 0 0,-10.000 37.000 0 0,10.000-37.000 0 16,0.000 0.000 0-16,-6.000 35.000 0 0,6.000-35.000 0 0,0.000 0.000 0 16,-8.000 37.000 0-16,8.000-37.000 0 0,0.000 0.000 0 0,0.000 0.000 0 15,-5.000 37.000 0-15,5.000-37.000 0 0,0.000 0.000 0 0,0.000 0.000 0 0,0.000 40.000 0 0,0.000-40.000 0 16,0.000 0.000 0-16,0.000 0.000 0 0,2.000 41.000 0 0,-2.000-41.000 0 15,0.000 0.000 0-15,0.000 0.000 0 0,5.000 58.000 0 0,-5.000-58.000 0 16,0.000 0.000 0-16,6.000 57.000 0 0,-6.000-57.000 0 0,0.000 0.000 0 16,8.000 59.000 0-16,-8.000-59.000 0 0,0.000 0.000 0 0,8.000 51.000 0 15,-8.000-51.000 0-15,0.000 0.000 0 0,5.000 47.000 0 0,-5.000-47.000 0 16,0.000 0.000 0-16,0.000 0.000 0 16,11.000 50.000 0-16,-11.000-50.000 0 0,0.000 0.000 0 0,0.000 0.000 0 0,16.000 46.000 0 0,-16.000-46.000 0 15,0.000 0.000 0-15,0.000 0.000 0 0,21.000 49.000 0 0,-21.000-49.000 0 16,0.000 0.000 0-16,0.000 0.000 0 0,24.000 46.000 0 0,-24.000-46.000 0 15,0.000 0.000 0-15,0.000 0.000 0 0,24.000 53.000 0 0,-24.000-53.000 0 16,0.000 0.000 0-16,0.000 0.000 0 0,23.000 52.000 0 0,-23.000-52.000 0 0,0.000 0.000 0 16,0.000 0.000 0-16,22.000 48.000 0 0,-22.000-48.000 0 15,0.000 0.000 0-15,0.000 0.000 0 0,0.000 0.000 0 0,24.000 42.000 0 0,-24.000-42.000 0 0,0.000 0.000 0 16,0.000 0.000 0-16,0.000 0.000 0 0,27.000 42.000 0 0,-27.000-42.000 0 16,0.000 0.000 0-16,0.000 0.000 0 0,0.000 0.000 0 0,30.000 43.000 0 15,-30.000-43.000 0-15,0.000 0.000 0 0,0.000 0.000 0 0,32.000 37.000 0 16,-32.000-37.000 0-16,0.000 0.000 0 0,0.000 0.000 0 0,34.000 34.000 0 15,-34.000-34.000 0-15,0.000 0.000 0 0,0.000 0.000 0 0,0.000 0.000 0 16,38.000 33.000 0-16,-38.000-33.000 0 16,0.000 0.000 0-16,0.000 0.000 0 0,34.000 26.000 0 0,-34.000-26.000 0 0,0.000 0.000 0 0,0.000 0.000 0 15,38.000 28.000 0-15,-38.000-28.000 0 0,0.000 0.000 0 0,0.000 0.000 0 16,0.000 0.000 0-16,40.000 36.000 0 0,-40.000-36.000 0 0,0.000 0.000 0 0,0.000 0.000 0 0,0.000 0.000 0 16,39.000 38.000 0-16,-39.000-38.000 0 0,0.000 0.000 0 15,0.000 0.000 0-15,36.000 30.000 0 0,-36.000-30.000 0 0,0.000 0.000 0 0,0.000 0.000 0 16,36.000 32.000 0-16,-36.000-32.000 0 15,0.000 0.000 0-15,0.000 0.000 0 0,41.000 30.000 0 0,-41.000-30.000 0 0,0.000 0.000 0 0,0.000 0.000 0 16,37.000 29.000 0-16,-37.000-29.000 0 0,0.000 0.000 0 0,0.000 0.000 0 16,0.000 0.000 0-16,38.000 26.000 0 0,-38.000-26.000 0 0,0.000 0.000 0 15,0.000 0.000 0-15,44.000 26.000 0 0,-44.000-26.000 0 0,0.000 0.000 0 16,0.000 0.000 0-16,41.000 21.000 0 16,-41.000-21.000 0-16,0.000 0.000 0 0,0.000 0.000 0 0,40.000 16.000 0 0,-40.000-16.000 0 0,0.000 0.000 0 15,0.000 0.000 0-15,40.000 17.000 0 0,-40.000-17.000 0 0,0.000 0.000 0 0,0.000 0.000 0 0,0.000 0.000 0 16,40.000 22.000 0-16,-40.000-22.000 0 0,0.000 0.000 0 15,0.000 0.000 0-15,0.000 0.000 0 0,40.000 25.000 0 0,-40.000-25.000 0 0,0.000 0.000 0 16,0.000 0.000 0-16,0.000 0.000 0 0,0.000 0.000 0 0,43.000 25.000 0 16,-43.000-25.000 0-16,0.000 0.000 0 0,0.000 0.000 0 0,37.000 20.000 0 15,-37.000-20.000 0-15,0.000 0.000 0 0,0.000 0.000 0 0,0.000 0.000 0 16,39.000 19.000 0-16,-39.000-19.000 0 16,0.000 0.000 0-16,0.000 0.000 0 0,0.000 0.000 0 0,0.000 0.000 0 0,39.000 16.000 0 0,-39.000-16.000 0 15,0.000 0.000 0-15,0.000 0.000 0 0,0.000 0.000 0 0,39.000 13.000 0 16,-39.000-13.000 0-16,0.000 0.000 0 0,0.000 0.000 0 0,0.000 0.000 0 15,45.000 16.000 0-15,-45.000-16.000 0 0,0.000 0.000 0 0,0.000 0.000 0 16,40.000 15.000 0-16,-40.000-15.000 0 0,0.000 0.000 0 0,0.000 0.000 0 16,41.000 15.000 0-16,-41.000-15.000 0 0,0.000 0.000 0 0,0.000 0.000 0 15,39.000 12.000 0-15,-39.000-12.000 0 0,0.000 0.000 0 0,0.000 0.000 0 0,0.000 0.000 0 16,45.000 13.000 0-16,-45.000-13.000-384 0,0.000 0.000 64 0,0.000 0.000 0 0,39.000 10.000 0 16,-39.000-10.000 160-16,0.000 0.000 160 0,0.000 0.000-208 0,0.000 0.000 80 15,39.000 7.000 128-15,-39.000-7.000 0 0,0.000 0.000 0 0,0.000 0.000 0 16,40.000 5.000 0-16,-40.000-5.000 0 0,0.000 0.000 0 0,0.000 0.000 0 15,34.000 2.000 0-15,-34.000-2.000 0 0,0.000 0.000 0 0,0.000 0.000 0 16,33.000 1.000 0-16,-33.000-1.000 0 16,0.000 0.000 0-16,0.000 0.000 0 0,0.000 0.000 0 0,39.000 4.000 0 0,-39.000-4.000 0 0,0.000 0.000 0 15,0.000 0.000 0-15,0.000 0.000 0 0,38.000 6.000 0 0,-38.000-6.000 0 16,0.000 0.000 0-16,0.000 0.000 0 0,38.000 7.000 0 0,-38.000-7.000 0 0,0.000 0.000 0 16,0.000 0.000 0-16,35.000 6.000 0 0,-35.000-6.000 0 0,0.000 0.000 0 15,0.000 0.000 0-15,0.000 0.000 0 0,39.000 6.000 0 0,-39.000-6.000 0 0,0.000 0.000 0 16,0.000 0.000 0-16,37.000 8.000 0 15,-37.000-8.000 0-15,0.000 0.000 0 0,0.000 0.000 0 0,44.000 6.000 0 0,-44.000-6.000 0 0,0.000 0.000 0 16,34.000 2.000 0-16,-34.000-2.000 0 0,0.000 0.000 0 0,38.000 0.000 0 16,-38.000 0.000 0-16,0.000 0.000 0 0,39.000-1.000 0 0,-39.000 1.000 0 15,0.000 0.000 0-15,33.000-1.000 0 0,-33.000 1.000-208 0,0.000 0.000 32 16,37.000-1.000 16-16,-37.000 1.000 0 0,0.000 0.000 160 0,34.000 1.000 0 16,-34.000-1.000 0-16,0.000 0.000 0 0,38.000-1.000 0 0,-38.000 1.000 0 15,0.000 0.000 0-15,39.000-2.000 0 0,-39.000 2.000 0 0,0.000 0.000 0 16,38.000-2.000 0-16,-38.000 2.000 0 0,0.000 0.000 0 0,30.000-4.000 0 15,-30.000 4.000 0-15,0.000 0.000 0 0,0.000 0.000 0 0,36.000-3.000 0 0,-36.000 3.000 0 16,0.000 0.000 0-16,31.000-5.000 0 0,-31.000 5.000 0 0,0.000 0.000 0 0,31.000-8.000 0 16,-31.000 8.000 0-16,0.000 0.000 0 0,38.000-3.000 0 0,-38.000 3.000 0 15,27.000-5.000 832-15,-27.000 5.000 160 0,29.000-8.000 32 0,-29.000 8.000 0 32,31.000-7.000-1648-32,-31.000 7.000-320 0,38.000-7.000-64 0,-38.000 7.000-16 0,34.000-8.000 832 0,-34.000 8.000 192 0,36.000-8.000 0 0,-36.000 8.000 0 15,31.000-7.000 0-15,-31.000 7.000 0 0,30.000-5.000 0 0,-30.000 5.000 0 16,26.000-6.000 0-16,-26.000 6.000 0 0,30.000-6.000 0 0,-30.000 6.000 0 15,27.000-8.000 0-15,-27.000 8.000 0 0,26.000-10.000 0 0,-26.000 10.000 0 16,30.000-12.000 832-16,-30.000 12.000 144 0,26.000-11.000 48 0,-26.000 11.000 0 16,29.000-10.000-832-16,-29.000 10.000-192 0,24.000-9.000 0 0,-24.000 9.000 0 15,27.000-11.000 0-15,-13.000 5.000 0 0,-14.000 6.000 0 0,23.000-8.000 0 32,-23.000 8.000-768-32,24.000-7.000-208 0,-24.000 7.000-48 0,22.000-6.000 0 0,-22.000 6.000 816 0,0.000 0.000 208 0,29.000-4.000 0 0,-29.000 4.000 0 0,0.000 0.000 0 0,0.000 0.000 0 15,31.000-3.000 0-15,-31.000 3.000 0 0,0.000 0.000 0 0,0.000 0.000 0 16,31.000-6.000 0-16,-31.000 6.000 0 0,0.000 0.000 0 0,27.000-6.000 0 31,-27.000 6.000 0-31,0.000 0.000 0 0,24.000-7.000 0 0,-24.000 7.000 0 16,0.000 0.000 0-16,24.000-7.000 0 0,-24.000 7.000 0 0,0.000 0.000 0 0,23.000-7.000 0 0,-23.000 7.000 0 0,0.000 0.000 0 0,0.000 0.000 0 15,27.000-6.000 0-15,-27.000 6.000 0 0,0.000 0.000 0 0,0.000 0.000 0 16,27.000-6.000 0-16,-27.000 6.000 0 0,0.000 0.000 0 0,19.000-6.000 0 16,-19.000 6.000 0-16,0.000 0.000 0 0,21.000-8.000 0 0,-21.000 8.000 0 0,13.000-7.000 0 15,-13.000 7.000 0-15,16.000-7.000 0 0,-16.000 7.000 0 0,19.000-8.000 0 0,-19.000 8.000 0 16,20.000-8.000 0-16,-20.000 8.000 0 15,17.000-6.000 0-15,-17.000 6.000 0 0,18.000-7.000 0 0,-18.000 7.000 0 0,20.000-6.000 0 0,-20.000 6.000 0 16,21.000-6.000 0-16,-21.000 6.000 0 0,18.000-7.000 0 0,-18.000 7.000 0 16,22.000-9.000 0-16,-22.000 9.000 0 0,21.000-8.000 0 0,-21.000 8.000 0 15,21.000-9.000 0-15,-21.000 9.000 0 0,21.000-11.000 0 0,-21.000 11.000 0 16,20.000-11.000 0-16,-10.000 3.000 0 0,3.000 0.000 0 0,-3.000 1.000-128 16,2.000-1.000 128-16,-2.000 0.000 0 0,1.000 0.000 0 0,0.000-2.000 0 15,-1.000 3.000 0-15,1.000-1.000 0 0,-3.000 0.000 0 0,0.000 1.000 0 16,3.000-1.000 0-16,-3.000 0.000 0 0,-8.000 8.000 0 0,18.000-13.000 0 15,-8.000 5.000 0-15,-1.000-1.000 0 0,1.000 1.000 0 0,-1.000-1.000 0 16,1.000 2.000 0-16,-2.000-1.000 0 0,1.000-1.000 0 0,-1.000 1.000-128 0,2.000 1.000 128 16,0.000 0.000 0-16,-1.000-2.000 0 0,1.000 0.000 0 0,-1.000 0.000 0 0,1.000-1.000 0 15,3.000 1.000 0-15,-2.000-3.000 0 0,2.000 2.000 0 0,-2.000-2.000 0 16,3.000 2.000 0-16,-4.000-1.000 0 16,4.000 1.000 0-16,-4.000-1.000-128 15,1.000 3.000 128-15,-1.000-1.000-192 0,-1.000 1.000 192 0,-4.000 1.000-192 16,3.000 0.000 192-16,0.000 0.000-192 0,-2.000 0.000 192 0,-1.000 2.000 0 15,-1.000 1.000 0-15,-1.000 0.000 0 0,5.000-3.000 0 0,-2.000 0.000 0 16,2.000-2.000 0-16,0.000 0.000 0 0,0.000 0.000 0 0,0.000 1.000 0 16,0.000 0.000 0-16,0.000-1.000 0 0,-1.000 2.000 0 0,-1.000-2.000 0 15,2.000 1.000 0-15,-2.000 0.000 0 0,1.000-1.000 0 0,2.000 1.000 0 16,-2.000 0.000 0-16,-1.000-1.000 0 0,4.000 1.000 0 0,-4.000-1.000 0 16,2.000-1.000 0-16,-3.000 1.000 0 0,4.000-1.000 0 0,-4.000 2.000 0 0,2.000 0.000 0 0,-1.000 0.000 0 15,0.000 0.000 0-15,-1.000 1.000 0 0,0.000-1.000 0 0,0.000 1.000 0 16,1.000 1.000 0-16,-1.000-3.000 0 0,0.000 2.000 0 0,0.000 0.000 0 15,2.000 0.000 0-15,-2.000-2.000 0 0,2.000 2.000 0 16,-2.000 0.000 0-16,2.000-1.000 0 0,0.000 1.000 0 0,-2.000 1.000 0 0,0.000-1.000 0 16,0.000 0.000 0-16,2.000 0.000 0 0,-2.000 1.000 0 0,0.000-2.000 0 15,0.000 1.000 0-15,-1.000 3.000 0 0,0.000 1.000 0 0,-1.000-1.000 0 16,0.000-2.000 0-16,1.000 0.000 0 0,2.000-3.000 0 0,2.000-1.000 0 16,-2.000 1.000 0-16,1.000-1.000 0 0,-2.000 3.000 0 0,2.000-2.000 0 15,0.000 1.000 0-15,0.000 0.000 0 0,0.000 1.000 0 0,1.000-2.000 0 16,-1.000 2.000 0-16,2.000 0.000 0 0,-4.000-1.000 0 0,2.000 0.000 0 15,-4.000 2.000 0-15,4.000 0.000 0 0,-3.000-1.000 0 0,-1.000 1.000 0 0,2.000 0.000 0 0,-2.000 1.000 0 16,0.000-2.000 0-16,3.000 2.000 0 0,-2.000-1.000 0 0,-1.000 0.000 0 16,0.000-1.000 0-16,2.000 1.000 128 0,-2.000-1.000-128 0,1.000 2.000 0 15,0.000 1.000 0-15,-1.000-3.000 0 0,2.000-1.000 0 0,-3.000 0.000 0 16,3.000 0.000 0-16,-2.000 1.000 0 0,1.000-1.000 0 0,0.000-1.000 0 16,-1.000 0.000 0-16,0.000-1.000 0 0,1.000 3.000 0 0,-1.000 0.000 0 15,0.000 1.000 0-15,1.000-1.000 0 0,0.000 0.000 0 0,-1.000 1.000 0 16,0.000 0.000 0-16,-1.000 0.000 0 0,1.000 1.000 0 0,2.000 0.000 0 15,-2.000 0.000 0-15,0.000 0.000 0 0,0.000 1.000 0 0,1.000 1.000 0 16,-1.000-1.000 0-16,-1.000 1.000 0 0,-1.000 0.000 0 0,1.000-1.000 0 16,1.000-1.000 0-16,-1.000 1.000 0 0,-1.000 0.000 0 0,2.000 0.000 0 15,-1.000-1.000 0-15,-1.000 0.000 0 0,1.000 0.000 0 0,0.000 0.000 0 16,-1.000 0.000 0-16,1.000-2.000 0 0,1.000-1.000 0 0,-1.000 1.000 0 16,1.000-1.000 0-16,-1.000 0.000 0 0,-1.000 2.000 0 0,4.000-1.000 0 0,-4.000-1.000 0 0,3.000 1.000 0 15,-3.000 2.000 0-15,3.000 1.000 0 0,-3.000-3.000 0 0,2.000 3.000 0 16,-1.000-1.000 0-16,0.000 0.000 0 0,-1.000 1.000 0 0,2.000-2.000 0 15,-1.000 2.000 0-15,-1.000 0.000 0 0,1.000 1.000 0 0,-2.000 0.000 0 16,3.000-1.000 0-16,-3.000-1.000 0 0,2.000 1.000 0 0,0.000-1.000 0 16,-1.000 1.000 0-16,1.000-1.000 0 0,-1.000 1.000 0 0,1.000-1.000 0 15,1.000 0.000 0-15,0.000 0.000 0 0,-1.000-1.000 0 0,-1.000-1.000 0 16,1.000 2.000 0-16,0.000-1.000 0 0,-1.000 1.000 0 0,1.000-2.000 0 16,-2.000 2.000 0-16,2.000-1.000 0 0,-1.000 0.000 0 0,-1.000-2.000 0 15,0.000 3.000 0-15,2.000-1.000 0 0,-1.000-1.000 0 0,1.000 0.000 0 0,-2.000 0.000 0 0,3.000 1.000 0 16,0.000 0.000 0-16,-1.000-1.000 0 15,-1.000 3.000 0-15,3.000 0.000 0 0,-3.000-2.000 0 0,1.000 2.000 0 0,0.000 0.000 0 0,-1.000 1.000 0 16,1.000 0.000 0-16,-1.000 0.000 0 0,1.000 1.000 0 0,-2.000-1.000 0 16,0.000 1.000 0-16,0.000-1.000 0 0,2.000 0.000 0 0,-2.000 0.000 0 15,0.000 0.000 0-15,1.000-1.000 128 0,-1.000 0.000-128 0,0.000 0.000 0 16,0.000 1.000 0-16,0.000-3.000 0 0,0.000 2.000 0 0,-1.000-1.000 0 16,1.000 0.000 0-16,-2.000 0.000 128 0,2.000-1.000-128 0,0.000 1.000 0 15,0.000 0.000 0-15,0.000 0.000 128 0,0.000 2.000-128 0,0.000-2.000 0 16,-2.000 2.000 0-16,2.000 0.000 0 0,0.000 1.000 0 0,0.000 0.000 0 15,0.000 0.000 0-15,0.000 0.000 0 0,-1.000 0.000 0 0,1.000 0.000 0 0,0.000 1.000 0 0,-2.000-3.000 0 16,2.000 2.000 0-16,0.000 0.000 0 0,-1.000-1.000 0 0,1.000 1.000 0 16,-2.000-1.000 0-16,2.000-2.000 0 0,0.000-1.000 0 0,-2.000-1.000-13360 15,2.000-2.000-2560 1</inkml:trace>
  <inkml:trace contextRef="#ctx0" brushRef="#br1">5579.000 14257.000 11967 0,'0.000'0.000'1072'0,"0.000"0.000"-864"0,0.000-1.000-208 0,0.000 0.000 0 0,0.000 1.000 1376 0,0.000-1.000 224 0,0.000 0.000 64 0,0.000-2.000 0 0,-1.000 1.000 1104 0,1.000-1.000 240 0,0.000 1.000 32 0,-2.000 0.000 16 16,2.000 2.000-896-16,0.000-2.000-176 0,0.000 1.000-48 0,0.000 0.000 0 0,0.000 1.000-736 0,0.000 0.000-160 31,0.000 0.000-16-31,0.000 0.000-16 0,0.000 0.000-672 0,0.000 0.000-128 0,0.000 0.000-16 0,0.000 0.000-16 0,0.000 0.000-176 16,0.000 0.000 0-16,0.000 0.000 0 0,0.000 0.000 0 0,0.000 0.000-160 0,0.000 0.000 160 15,0.000 0.000 0-15,0.000 0.000-144 0,0.000 0.000 144 0,0.000 0.000 0 16,0.000 0.000 0-16,0.000 0.000 0 0,0.000 0.000 0 0,0.000 0.000 0 16,0.000 0.000 0-16,0.000 0.000 0 0,0.000 0.000-128 0,0.000 0.000 0 15,0.000 0.000 0-15,0.000 0.000 0 0,0.000 0.000-128 0,0.000 0.000 0 16,0.000 0.000-16-16,-7.000 32.000 0 0,3.000-31.000 272 0,-1.000 0.000 0 16,0.000-1.000-128-16,0.000 0.000 128 0,2.000-1.000 0 0,-1.000 0.000-128 15,4.000-2.000 128-15,-2.000 1.000 0 0,1.000-1.000-288 0,1.000 0.000 48 16,1.000 0.000 16-16,-1.000 0.000 0 0,2.000-1.000-48 0,0.000 1.000-16 0,2.000 0.000 0 0,-1.000 1.000 0 15,-3.000 2.000 288-15,0.000 0.000 0 16,12.000-5.000 0-16,-12.000 5.000 0 0,0.000 0.000 128 0,0.000 0.000-128 0,0.000 0.000 0 0,0.000 0.000 0 16,0.000 0.000 128-16,0.000 0.000-128 0,0.000 0.000 0 15,0.000 0.000 144-15,36.000 24.000-144 0,-36.000-24.000 0 0,0.000 0.000 0 0,0.000 0.000 0 16,0.000 0.000 256-16,0.000 0.000-16 0,0.000 0.000-16 0,-5.000 25.000 0 16,5.000-25.000 352-16,-9.000 5.000 80 0,4.000-4.000 16 0,0.000 1.000 0 15,-2.000 1.000-368-15,0.000-1.000-80 0,0.000-2.000-16 0,-1.000 0.000 0 16,-1.000-1.000-208-16,2.000-2.000 0 0,2.000 0.000 0 0,-2.000-2.000 0 15,2.000 2.000 0-15,2.000 0.000-160 0,1.000-2.000 160 0,0.000 2.000-192 16,2.000 2.000-416-16,0.000-1.000-96 0,2.000-1.000 0 0,1.000 0.000-16 16,-3.000 3.000 192-1,5.000-5.000 32-15,-1.000 1.000 16 0,-4.000 4.000 0 0,0.000 0.000 336 0,0.000 0.000 144 0,0.000 0.000-128 0,20.000-5.000 128 0,-20.000 5.000 0 16,0.000 0.000 0-16,0.000 0.000 0 0,0.000 0.000 0 0,0.000 0.000 0 0,0.000 0.000 144 31,0.000 0.000-144-31,0.000 0.000 0 0,0.000 0.000 208 0,0.000 0.000-64 0,0.000 0.000-16 0,0.000 0.000 0 0,0.000 0.000 560 0,0.000 0.000 96 16,0.000 0.000 32-16,6.000 37.000 0 0,-6.000-37.000-416 0,-11.000 6.000-80 15,6.000-5.000 0-15,0.000-1.000-16 0,2.000 2.000-304 0,3.000-2.000 128 16,-7.000 1.000-128-16,3.000-2.000 0 0,3.000 0.000 0 0,-1.000-1.000-320 16,2.000 0.000 32-16,-2.000-2.000 16 15,4.000 2.000-1136-15,-2.000 0.000-240 0,0.000 2.000-32 0,0.000 0.000-16 16,0.000 0.000 800-16,0.000 0.000 176 0,0.000 0.000 16 0,0.000 0.000 16 0,0.000 0.000 688 0,0.000 0.000 0 0,0.000 0.000 0 0,0.000 0.000 128 16,0.000 0.000 272-16,0.000 0.000 64 15,34.000 25.000 16-15,-34.000-25.000 0 0,0.000 0.000 352 0,0.000 0.000 64 0,0.000 0.000 0 0,0.000 0.000 16 16,0.000 0.000-528-16,0.000 0.000-96 0,0.000 0.000-32 0,0.000 0.000 0 31,0.000 0.000-128-31,0.000 0.000-128 0,0.000 0.000 192 0,0.000 0.000-192 0,0.000 0.000 480 0,0.000 0.000-16 0,0.000 0.000 0 0,0.000 0.000 0 16,0.000 0.000-160-16,0.000 0.000-48 0,0.000 0.000 0 0,0.000 0.000 0 15,0.000 0.000-256-15,-7.000 9.000 0 0,7.000-9.000 0 0,0.000 0.000 0 16,0.000 0.000-176-16,0.000 0.000-32 0,0.000 0.000-16 0,0.000 0.000 0 31,0.000 0.000-656-31,0.000 0.000-128 0,0.000 0.000-16 0,0.000 0.000-15536 0</inkml:trace>
  <inkml:trace contextRef="#ctx0" brushRef="#br1">5675.000 13303.000 27647 0,'0.000'0.000'2448'0,"0.000"0.000"-1952"0,0.000 0.000-496 0,0.000 0.000 0 0,0.000 0.000 320 0,0.000 0.000-48 0,2.000 0.000 0 0,-2.000 0.000 0 0,2.000 0.000 1056 0,1.000 0.000 208 16,4.000-1.000 32-16,-2.000 1.000 16 0,-5.000 0.000-944 0,0.000 0.000-176 15,31.000-1.000-32-15,-31.000 1.000-16 0,26.000-1.000-416 0,-26.000 1.000 0 16,25.000 0.000 128-16,-25.000 0.000-128 0,29.000 1.000 0 0,-29.000-1.000 0 15,0.000 0.000 0-15,37.000 3.000 0 0,-37.000-3.000 0 0,27.000 3.000 0 16,-27.000-3.000 0-16,0.000 0.000 0 0,32.000 8.000 0 0,-32.000-8.000 0 16,0.000 0.000 128-16,0.000 0.000-128 15,0.000 0.000 0-15,0.000 0.000 0 0,32.000 7.000 0 0,-31.000-6.000 0 0,1.000 0.000 0 0,0.000 0.000 0 16,-2.000 0.000 0-16,1.000 0.000 0 0,-1.000 1.000 0 0,0.000-1.000 0 16,0.000 0.000 0-16,-1.000 0.000 0 0,1.000 1.000 0 0,-2.000 0.000 0 15,0.000 2.000 0-15,1.000-1.000 0 0,-4.000 0.000 512 0,2.000 2.000 32 16,0.000 0.000 0-16,-2.000 1.000 0 0,0.000 1.000-208 0,0.000-1.000-32 15,-3.000 2.000-16-15,2.000 2.000 0 0,-1.000-1.000-64 0,1.000 2.000-16 16,-2.000-1.000 0-16,8.000-10.000 0 0,-13.000 24.000-208 0,5.000-11.000 0 0,8.000-13.000 128 0,-13.000 25.000-128 16,13.000-25.000 0-16,-14.000 25.000 144 0,8.000-15.000-144 0,-1.000 1.000 128 15,-1.000 0.000 16-15,8.000-11.000 0 0,-11.000 16.000 0 0,6.000-9.000 0 16,-4.000 3.000-16-16,2.000 1.000 0 0,-1.000-2.000 0 0,-1.000 1.000 0 16,1.000-2.000-128-16,1.000-1.000 0 0,-2.000 1.000 0 0,2.000-1.000 0 15,2.000-2.000 0-15,-2.000 0.000 0 0,2.000 1.000 0 0,0.000-2.000 0 16,0.000-1.000 0-16,0.000 0.000 0 0,3.000-1.000 0 0,-2.000 0.000 0 15,1.000-1.000 0-15,0.000 0.000 0 0,1.000 0.000 0 0,0.000 0.000 0 16,1.000 0.000 0-16,-1.000 0.000 0 0,2.000-1.000 0 0,-2.000 0.000 0 0,2.000 0.000 0 0,0.000 0.000 0 16,0.000 0.000 0-16,0.000 0.000 0 0,0.000 0.000 0 0,0.000 0.000 0 15,2.000-1.000 0-15,-2.000 1.000 0 0,0.000 1.000 352 0,0.000-1.000-16 16,0.000 1.000 0-16,2.000-2.000 0 0,-2.000 1.000-128 0,1.000 0.000-16 16,-1.000 0.000-16-16,0.000 0.000 0 15,0.000 0.000-176-15,0.000 0.000 128 0,0.000 0.000-128 0,0.000 0.000 128 0,23.000-2.000-128 0,-23.000 2.000 0 16,0.000 0.000 0-16,22.000-2.000 0 0,-22.000 2.000 0 0,0.000 0.000 0 15,24.000-4.000 128-15,-24.000 4.000-128 0,0.000 0.000 0 0,27.000-2.000 0 16,-27.000 2.000 0-16,0.000 0.000 0 0,29.000-2.000 0 0,-29.000 2.000 0 16,0.000 0.000 0-16,27.000 2.000 0 0,-27.000-2.000 0 0,0.000 0.000 0 15,0.000 0.000 0-15,37.000 8.000 0 0,-37.000-8.000 0 0,0.000 0.000 0 16,0.000 0.000 0-16,0.000 0.000 0 0,35.000 12.000 0 0,-35.000-12.000 0 0,0.000 0.000 0 0,0.000 0.000 0 16,0.000 0.000 0-16,0.000 0.000 0 0,0.000 0.000 0 0,0.000 0.000 0 15,0.000 0.000-192-15,0.000 0.000 0 0,0.000 0.000-16 0,0.000 0.000 0 31,26.000 1.000-736-31,-28.000-5.000-144 0,2.000-2.000-16 0,-3.000-1.000-16688 0</inkml:trace>
  <inkml:trace contextRef="#ctx0" brushRef="#br1">5704.000 13508.000 16575 0,'0.000'0.000'736'0,"0.000"-1.000"160"0,0.000 1.000-720 0,0.000 0.000-176 0,0.000 0.000 0 0,0.000 0.000 0 0,0.000 0.000 2304 0,-1.000 0.000 448 0,1.000 0.000 64 0,0.000-2.000 32 0,0.000 2.000 288 0,1.000-1.000 64 16,-1.000 2.000 16-16,0.000-2.000 0 0,0.000 1.000-2064 0,0.000 0.000-432 15,0.000 0.000-80-15,0.000 0.000 0 0,0.000 0.000-400 0,0.000 0.000-80 16,26.000-2.000-16-16,-26.000 2.000 0 0,0.000 0.000-144 0,33.000-3.000 0 16,-33.000 3.000 0-16,24.000-2.000 0 0,-24.000 2.000 0 0,0.000 0.000 0 15,34.000 0.000 0-15,-34.000 0.000 0 0,0.000 0.000 0 0,0.000 0.000 0 16,35.000 5.000 0-16,-35.000-5.000 0 0,0.000 0.000 0 0,0.000 0.000 0 15,0.000 0.000 0-15,32.000 11.000 0 0,-32.000-11.000 0 0,0.000 0.000 0 16,0.000 0.000 0-16,0.000 0.000 0 0,0.000 0.000 0 0,0.000 0.000 0 0,0.000 0.000 0 0,0.000 0.000-12192 31,0.000 0.000-2432-31</inkml:trace>
  <inkml:trace contextRef="#ctx0" brushRef="#br1">6254.000 13078.000 22111 0,'-1.000'0.000'1968'15,"1.000"0.000"-1584"-15,0.000 0.000-384 0,0.000 0.000 0 0,0.000 0.000 1088 0,0.000 0.000 144 16,0.000 0.000 32-16,-2.000 0.000 0 0,2.000 1.000 208 0,0.000 0.000 32 15,-2.000 0.000 16-15,1.000 1.000 0 0,1.000 0.000-48 0,-3.000 2.000-16 16,3.000-4.000 0-16,0.000 0.000 0 0,-13.000 21.000-816 0,13.000-21.000-176 16,-11.000 19.000-16-16,11.000-19.000-16 15,-15.000 24.000-176-15,7.000-12.000-16 0,-3.000 2.000-16 0,3.000-1.000 0 0,-3.000 3.000-224 0,0.000-1.000 0 16,1.000-1.000 0-16,-3.000 1.000 0 0,4.000-3.000 0 0,-2.000 1.000 128 16,1.000 0.000-128-16,1.000-2.000 0 0,2.000-3.000 0 0,-1.000 2.000 0 15,3.000-2.000 0-15,-3.000-1.000 0 0,3.000 1.000 0 0,-1.000-2.000 0 0,1.000-1.000 0 16,1.000-1.000 0-16,0.000 1.000 0 0,3.000-3.000 0 0,-3.000 0.000 0 0,1.000-1.000 0 31,2.000 1.000-448-31,-3.000-1.000 0 0,3.000 0.000 16 0,-1.000-1.000 0 16,-1.000 0.000-1824-16,2.000 0.000-368 0,-1.000-1.000-80 0,0.000-1.000-11520 0</inkml:trace>
  <inkml:trace contextRef="#ctx0" brushRef="#br1">6061.000 13143.000 21183 0,'-2.000'-1.000'944'0,"2.000"0.000"192"0,0.000 1.000-912 0,-1.000-1.000-224 0,1.000 1.000 0 0,0.000 0.000 0 0,1.000 1.000 1536 0,-1.000-1.000 256 15,0.000 0.000 48-15,0.000 0.000 16 0,2.000 0.000 0 16,-1.000 1.000 16-16,1.000 0.000 0 0,-2.000-1.000 0 0,0.000 0.000-1488 0,0.000 0.000-384 31,0.000 0.000 0-31,0.000 0.000 128 0,0.000 0.000-128 0,37.000 35.000 128 0,-37.000-35.000-128 0,0.000 0.000 128 0,0.000 0.000 128 0,28.000 32.000 48 16,-28.000-32.000 0-16,0.000 0.000 0 0,0.000 0.000 448 0,31.000 36.000 80 15,-31.000-36.000 32-15,0.000 0.000 0 0,0.000 0.000-656 0,29.000 35.000-208 16,-29.000-35.000 128-16,0.000 0.000-128 0,0.000 0.000 0 0,0.000 0.000 0 16,33.000 40.000 0-16,-33.000-40.000 0 0,0.000 0.000 0 0,0.000 0.000 0 15,0.000 0.000 0-15,0.000 0.000 0 0,0.000 0.000 0 0,0.000 0.000 0 16,0.000 0.000 0-16,0.000 0.000 0 0,0.000 0.000-272 0,0.000 0.000-64 0,0.000 0.000-16 0,0.000 0.000-16736 16</inkml:trace>
  <inkml:trace contextRef="#ctx0" brushRef="#br1">5966.000 13250.000 14735 0,'0.000'-1.000'1312'15,"0.000"0.000"-1056"-15,0.000 1.000-256 0,0.000-1.000 0 16,0.000 1.000 768-16,0.000 0.000 80 15,2.000-1.000 32-15,-2.000 0.000 0 0,0.000-1.000 1104 0,3.000 1.000 208 0,-1.000-2.000 48 0,1.000 2.000 16 16,2.000 0.000-1312-16,-2.000 1.000-272 0,2.000 0.000-48 0,1.000 0.000-16 0,-6.000 0.000 352 0,0.000 0.000 64 16,0.000 0.000 0-16,0.000 0.000 16 0,37.000 9.000-80 0,-37.000-9.000-32 15,0.000 0.000 0-15,27.000 4.000 0 0,-27.000-4.000-208 0,24.000 1.000-32 16,-24.000-1.000-16-16,27.000-1.000 0 0,-12.000-1.000-480 0,-2.000 0.000-192 16,-1.000 0.000 128-16,1.000-2.000-128 0,1.000 2.000 0 0,-2.000-1.000 0 15,-1.000 1.000 0-15,-1.000 0.000 0 0,-1.000 0.000 0 0,-1.000 0.000 0 31,0.000 1.000 0-31,0.000-1.000 0 0,-3.000 1.000 0 0,1.000 0.000 0 16,-1.000 0.000 0-16,-3.000 1.000 0 0,4.000-1.000 0 0,-4.000 0.000 128 16,-1.000 1.000-128-16,1.000 0.000 0 0,1.000 0.000 0 0,-3.000-1.000 0 15,0.000 1.000 0-15,0.000 0.000 0 0,0.000 0.000 0 0,0.000 1.000 0 16,0.000-1.000 0-16,0.000 0.000 0 0,0.000 0.000-176 0,-3.000 1.000-64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3175-4722-4A10-8460-97CF65A54A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4CBFD-70A7-4979-A18C-0C8BAF40B6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image" Target="../media/image57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4" Type="http://schemas.openxmlformats.org/officeDocument/2006/relationships/slideLayout" Target="../slideLayouts/slideLayout13.xml"/><Relationship Id="rId33" Type="http://schemas.openxmlformats.org/officeDocument/2006/relationships/image" Target="../media/image66.png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image" Target="../media/image65.png"/><Relationship Id="rId3" Type="http://schemas.openxmlformats.org/officeDocument/2006/relationships/image" Target="../media/image56.png"/><Relationship Id="rId29" Type="http://schemas.openxmlformats.org/officeDocument/2006/relationships/tags" Target="../tags/tag21.xml"/><Relationship Id="rId28" Type="http://schemas.openxmlformats.org/officeDocument/2006/relationships/tags" Target="../tags/tag20.xml"/><Relationship Id="rId27" Type="http://schemas.openxmlformats.org/officeDocument/2006/relationships/image" Target="../media/image64.png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image" Target="../media/image63.png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62.png"/><Relationship Id="rId20" Type="http://schemas.openxmlformats.org/officeDocument/2006/relationships/tags" Target="../tags/tag15.xml"/><Relationship Id="rId2" Type="http://schemas.openxmlformats.org/officeDocument/2006/relationships/tags" Target="../tags/tag3.xml"/><Relationship Id="rId19" Type="http://schemas.openxmlformats.org/officeDocument/2006/relationships/tags" Target="../tags/tag14.xml"/><Relationship Id="rId18" Type="http://schemas.openxmlformats.org/officeDocument/2006/relationships/image" Target="../media/image61.png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image" Target="../media/image60.png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image" Target="../media/image59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customXml" Target="../ink/ink2.xml"/><Relationship Id="rId4" Type="http://schemas.openxmlformats.org/officeDocument/2006/relationships/image" Target="../media/image74.png"/><Relationship Id="rId3" Type="http://schemas.openxmlformats.org/officeDocument/2006/relationships/customXml" Target="../ink/ink1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1.png"/><Relationship Id="rId6" Type="http://schemas.openxmlformats.org/officeDocument/2006/relationships/customXml" Target="../ink/ink4.xml"/><Relationship Id="rId5" Type="http://schemas.openxmlformats.org/officeDocument/2006/relationships/image" Target="../media/image80.png"/><Relationship Id="rId4" Type="http://schemas.openxmlformats.org/officeDocument/2006/relationships/customXml" Target="../ink/ink3.xml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image" Target="../media/image8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2.png"/><Relationship Id="rId2" Type="http://schemas.openxmlformats.org/officeDocument/2006/relationships/customXml" Target="../ink/ink5.xml"/><Relationship Id="rId1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1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101.png"/><Relationship Id="rId7" Type="http://schemas.openxmlformats.org/officeDocument/2006/relationships/customXml" Target="../ink/ink6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2" Type="http://schemas.openxmlformats.org/officeDocument/2006/relationships/slideLayout" Target="../slideLayouts/slideLayout13.xml"/><Relationship Id="rId11" Type="http://schemas.openxmlformats.org/officeDocument/2006/relationships/image" Target="../media/image104.png"/><Relationship Id="rId10" Type="http://schemas.openxmlformats.org/officeDocument/2006/relationships/image" Target="../media/image103.png"/><Relationship Id="rId1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image" Target="../media/image10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png"/><Relationship Id="rId7" Type="http://schemas.openxmlformats.org/officeDocument/2006/relationships/image" Target="../media/image119.png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22.png"/><Relationship Id="rId1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30.png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image" Target="../media/image1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36.png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12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png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4.png"/><Relationship Id="rId11" Type="http://schemas.openxmlformats.org/officeDocument/2006/relationships/image" Target="../media/image153.png"/><Relationship Id="rId10" Type="http://schemas.openxmlformats.org/officeDocument/2006/relationships/image" Target="../media/image152.png"/><Relationship Id="rId1" Type="http://schemas.openxmlformats.org/officeDocument/2006/relationships/image" Target="../media/image143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image" Target="../media/image155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png"/><Relationship Id="rId8" Type="http://schemas.openxmlformats.org/officeDocument/2006/relationships/image" Target="../media/image167.png"/><Relationship Id="rId7" Type="http://schemas.openxmlformats.org/officeDocument/2006/relationships/image" Target="../media/image166.png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9.png"/><Relationship Id="rId1" Type="http://schemas.openxmlformats.org/officeDocument/2006/relationships/image" Target="../media/image160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8.png"/><Relationship Id="rId8" Type="http://schemas.openxmlformats.org/officeDocument/2006/relationships/image" Target="../media/image177.png"/><Relationship Id="rId7" Type="http://schemas.openxmlformats.org/officeDocument/2006/relationships/image" Target="../media/image176.png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4" Type="http://schemas.openxmlformats.org/officeDocument/2006/relationships/slideLayout" Target="../slideLayouts/slideLayout13.xml"/><Relationship Id="rId13" Type="http://schemas.openxmlformats.org/officeDocument/2006/relationships/image" Target="../media/image182.png"/><Relationship Id="rId12" Type="http://schemas.openxmlformats.org/officeDocument/2006/relationships/image" Target="../media/image181.png"/><Relationship Id="rId11" Type="http://schemas.openxmlformats.org/officeDocument/2006/relationships/image" Target="../media/image180.png"/><Relationship Id="rId10" Type="http://schemas.openxmlformats.org/officeDocument/2006/relationships/image" Target="../media/image179.png"/><Relationship Id="rId1" Type="http://schemas.openxmlformats.org/officeDocument/2006/relationships/image" Target="../media/image170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90.png"/><Relationship Id="rId7" Type="http://schemas.openxmlformats.org/officeDocument/2006/relationships/image" Target="../media/image189.png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image" Target="../media/image18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196.png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image" Target="../media/image184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png"/><Relationship Id="rId8" Type="http://schemas.openxmlformats.org/officeDocument/2006/relationships/image" Target="../media/image208.png"/><Relationship Id="rId7" Type="http://schemas.openxmlformats.org/officeDocument/2006/relationships/image" Target="../media/image207.png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0.png"/><Relationship Id="rId1" Type="http://schemas.openxmlformats.org/officeDocument/2006/relationships/image" Target="../media/image20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15.png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image" Target="../media/image2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857250"/>
            <a:ext cx="9144000" cy="519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286" y="1670810"/>
            <a:ext cx="9141714" cy="2470655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" r="8214" b="45501"/>
          <a:stretch>
            <a:fillRect/>
          </a:stretch>
        </p:blipFill>
        <p:spPr>
          <a:xfrm flipV="1">
            <a:off x="0" y="857250"/>
            <a:ext cx="9143999" cy="3355020"/>
          </a:xfrm>
          <a:custGeom>
            <a:avLst/>
            <a:gdLst>
              <a:gd name="connsiteX0" fmla="*/ 0 w 12191999"/>
              <a:gd name="connsiteY0" fmla="*/ 4473360 h 4473360"/>
              <a:gd name="connsiteX1" fmla="*/ 12191999 w 12191999"/>
              <a:gd name="connsiteY1" fmla="*/ 4473360 h 4473360"/>
              <a:gd name="connsiteX2" fmla="*/ 12191999 w 12191999"/>
              <a:gd name="connsiteY2" fmla="*/ 0 h 4473360"/>
              <a:gd name="connsiteX3" fmla="*/ 0 w 12191999"/>
              <a:gd name="connsiteY3" fmla="*/ 0 h 447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4473360">
                <a:moveTo>
                  <a:pt x="0" y="4473360"/>
                </a:moveTo>
                <a:lnTo>
                  <a:pt x="12191999" y="447336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65444" y="2414588"/>
            <a:ext cx="8013113" cy="1008851"/>
          </a:xfrm>
        </p:spPr>
        <p:txBody>
          <a:bodyPr anchor="ctr">
            <a:noAutofit/>
          </a:bodyPr>
          <a:lstStyle/>
          <a:p>
            <a:r>
              <a:rPr lang="zh-CN" altLang="en-US" sz="4200" b="1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复变函数与积分变换</a:t>
            </a:r>
            <a:endParaRPr lang="zh-CN" altLang="en-US" sz="4200" b="1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78681" y="4212270"/>
            <a:ext cx="7101908" cy="649229"/>
          </a:xfrm>
        </p:spPr>
        <p:txBody>
          <a:bodyPr anchor="ctr">
            <a:normAutofit/>
          </a:bodyPr>
          <a:lstStyle/>
          <a:p>
            <a:r>
              <a:rPr lang="zh-CN" altLang="en-US" sz="2100" dirty="0">
                <a:solidFill>
                  <a:srgbClr val="000000"/>
                </a:solidFill>
              </a:rPr>
              <a:t>狄艳媚</a:t>
            </a:r>
            <a:endParaRPr lang="zh-CN" altLang="en-US" sz="2100" dirty="0">
              <a:solidFill>
                <a:srgbClr val="00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" y="5915025"/>
            <a:ext cx="914400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5546" y="5207391"/>
            <a:ext cx="8183880" cy="131254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、在解析函数的孤立奇点进行分类讨论，然后给出留数的概念，最后介绍留数理论的一些应用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206702" y="640790"/>
            <a:ext cx="8882009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500" b="1" dirty="0">
                <a:latin typeface="楷体" panose="02010609060101010101" pitchFamily="49" charset="-122"/>
                <a:ea typeface="楷体" panose="02010609060101010101" pitchFamily="49" charset="-122"/>
              </a:rPr>
              <a:t>第三章  解析函数的级数理论与留数定理</a:t>
            </a:r>
            <a:endParaRPr lang="zh-CN" altLang="en-US" sz="3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275546" y="1454541"/>
            <a:ext cx="6367780" cy="58102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本章的主要内容分为两部分：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44761" y="2243846"/>
            <a:ext cx="8183880" cy="269938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、首先把级数作为工具继续研究解析函数。引入有关级数的一些基本概念和性质，接着从解析函数的柯西积分公式出发，给出解析函数的级数表示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—Taylor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级数和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Laurent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级数；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4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第三章</a:t>
              </a: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级数与留数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859" y="1187417"/>
            <a:ext cx="1816735" cy="504190"/>
          </a:xfrm>
        </p:spPr>
        <p:txBody>
          <a:bodyPr>
            <a:noAutofit/>
          </a:bodyPr>
          <a:lstStyle/>
          <a:p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教学目标：</a:t>
            </a:r>
            <a:r>
              <a:rPr lang="en-US" altLang="zh-CN" sz="3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endParaRPr lang="en-US" altLang="zh-CN" sz="3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28044" y="496537"/>
            <a:ext cx="5922010" cy="71247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500" b="1" dirty="0">
                <a:latin typeface="楷体" panose="02010609060101010101" pitchFamily="49" charset="-122"/>
                <a:ea typeface="楷体" panose="02010609060101010101" pitchFamily="49" charset="-122"/>
              </a:rPr>
              <a:t>3.1</a:t>
            </a:r>
            <a:r>
              <a:rPr lang="zh-CN" altLang="en-US" sz="3500" b="1" dirty="0">
                <a:latin typeface="楷体" panose="02010609060101010101" pitchFamily="49" charset="-122"/>
                <a:ea typeface="楷体" panose="02010609060101010101" pitchFamily="49" charset="-122"/>
              </a:rPr>
              <a:t>  复数列的级数与幂级数</a:t>
            </a:r>
            <a:endParaRPr lang="zh-CN" altLang="en-US" sz="3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538079" y="1691607"/>
            <a:ext cx="8453120" cy="5041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掌握复数项级数、部分和、收敛、发散的概念；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567924" y="2223737"/>
            <a:ext cx="8253730" cy="83566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掌握复数项级数收敛的充要条件，并知道条件收敛与绝对收敛的关系；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567924" y="3087337"/>
            <a:ext cx="8180070" cy="8597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知道幂级数的概念，会求复项幂级数的收敛圆盘和和函数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63809" y="4006182"/>
            <a:ext cx="4455160" cy="50419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了解幂级数的运算和性质。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74929" y="4507201"/>
            <a:ext cx="1335258" cy="50442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重难点：</a:t>
            </a:r>
            <a:r>
              <a:rPr lang="en-US" altLang="zh-CN" sz="30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</a:t>
            </a:r>
            <a:endParaRPr lang="en-US" altLang="zh-CN" sz="30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840339" y="5011387"/>
            <a:ext cx="8034020" cy="8382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重点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掌握复数项级数、部分和、收敛、发散的概念；条件收敛和绝对收敛的判定。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805414" y="5849587"/>
            <a:ext cx="8103235" cy="83820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难点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—</a:t>
            </a:r>
            <a:r>
              <a:rPr lang="zh-CN" altLang="zh-CN" sz="3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复数项级数与幂级数敛散性的判定；收敛半径与收敛圆域的求法。</a:t>
            </a:r>
            <a:endParaRPr lang="zh-CN" altLang="zh-CN" sz="3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5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0" grpId="0"/>
      <p:bldP spid="3" grpId="0"/>
      <p:bldP spid="4" grpId="0"/>
      <p:bldP spid="8" grpId="0"/>
      <p:bldP spid="9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95" y="598968"/>
            <a:ext cx="7426325" cy="894080"/>
          </a:xfrm>
        </p:spPr>
        <p:txBody>
          <a:bodyPr>
            <a:normAutofit/>
          </a:bodyPr>
          <a:lstStyle/>
          <a:p>
            <a:r>
              <a:rPr lang="zh-CN" altLang="en-US" sz="3335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一、复数项级数、函数项级数与幂级数</a:t>
            </a:r>
            <a:endParaRPr lang="zh-CN" altLang="en-US" sz="3335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468630" y="1040765"/>
                <a:ext cx="8207375" cy="13284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335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𝐷𝑒𝑓</m:t>
                    </m:r>
                  </m:oMath>
                </a14:m>
                <a:r>
                  <a:rPr lang="zh-CN" altLang="en-US" sz="3335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：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给定复数列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rPr>
                      <m:t>若前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项之和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630" y="1040765"/>
                <a:ext cx="8207375" cy="13284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73380" y="2673985"/>
                <a:ext cx="8447405" cy="16713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的极限记为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称为级数，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称为级数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的部分和。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" y="2673985"/>
                <a:ext cx="8447405" cy="16713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478280" y="2010410"/>
                <a:ext cx="6187440" cy="6635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000" b="0" i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3000" i="1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280" y="2010410"/>
                <a:ext cx="6187440" cy="663575"/>
              </a:xfrm>
              <a:prstGeom prst="rect">
                <a:avLst/>
              </a:prstGeom>
              <a:blipFill rotWithShape="1">
                <a:blip r:embed="rId3"/>
                <a:stretch>
                  <a:fillRect t="-1627" b="-1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373380" y="4263390"/>
                <a:ext cx="8447405" cy="19577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若部分和数列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收敛，则称级数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收敛，否则称级数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发散。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" y="4263390"/>
                <a:ext cx="8447405" cy="19577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3" grpId="0"/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0" y="684831"/>
                <a:ext cx="2714324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𝐸𝑔</m:t>
                    </m:r>
                    <m:r>
                      <a:rPr lang="en-US" altLang="zh-CN" sz="33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30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3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84831"/>
                <a:ext cx="2714324" cy="762635"/>
              </a:xfrm>
              <a:prstGeom prst="rect">
                <a:avLst/>
              </a:prstGeom>
              <a:blipFill rotWithShape="1">
                <a:blip r:embed="rId1"/>
                <a:stretch>
                  <a:fillRect t="-39" r="12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5" y="1540214"/>
                <a:ext cx="8656205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3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33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≠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+⋯+</m:t>
                    </m:r>
                    <m:sSup>
                      <m:sSupPr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5" y="1540214"/>
                <a:ext cx="8656205" cy="762635"/>
              </a:xfrm>
              <a:prstGeom prst="rect">
                <a:avLst/>
              </a:prstGeom>
              <a:blipFill rotWithShape="1">
                <a:blip r:embed="rId2"/>
                <a:stretch>
                  <a:fillRect l="-1" t="-44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640195" y="2318298"/>
                <a:ext cx="6203367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&lt;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3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3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altLang="zh-CN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95" y="2318298"/>
                <a:ext cx="6203367" cy="762635"/>
              </a:xfrm>
              <a:prstGeom prst="rect">
                <a:avLst/>
              </a:prstGeom>
              <a:blipFill rotWithShape="1">
                <a:blip r:embed="rId3"/>
                <a:stretch>
                  <a:fillRect l="-2" t="-72" r="3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640195" y="2992908"/>
                <a:ext cx="5853649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&gt;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3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3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不存在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95" y="2992908"/>
                <a:ext cx="5853649" cy="762635"/>
              </a:xfrm>
              <a:prstGeom prst="rect">
                <a:avLst/>
              </a:prstGeom>
              <a:blipFill rotWithShape="1">
                <a:blip r:embed="rId4"/>
                <a:stretch>
                  <a:fillRect l="-2" t="-20" r="6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681903" y="3644604"/>
                <a:ext cx="7263751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3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但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≠</m:t>
                    </m:r>
                    <m:r>
                      <a:rPr lang="en-US" altLang="zh-CN" sz="3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3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3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33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func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不存在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03" y="3644604"/>
                <a:ext cx="7263751" cy="762635"/>
              </a:xfrm>
              <a:prstGeom prst="rect">
                <a:avLst/>
              </a:prstGeom>
              <a:blipFill rotWithShape="1">
                <a:blip r:embed="rId5"/>
                <a:stretch>
                  <a:fillRect l="-8" t="-44" r="7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326777" y="4250428"/>
                <a:ext cx="5102879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Cambria Math" panose="02040503050406030204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3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3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时，</a:t>
                </a:r>
                <a:r>
                  <a:rPr lang="en-US" altLang="zh-CN" sz="33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33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</m:oMath>
                </a14:m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，发散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777" y="4250428"/>
                <a:ext cx="5102879" cy="762635"/>
              </a:xfrm>
              <a:prstGeom prst="rect">
                <a:avLst/>
              </a:prstGeom>
              <a:blipFill rotWithShape="1">
                <a:blip r:embed="rId6"/>
                <a:stretch>
                  <a:fillRect l="-3" t="-49" r="3" b="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640195" y="5507949"/>
                <a:ext cx="6203367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3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300" b="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300" i="1" smtClean="0"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3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3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33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3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3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3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3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zh-CN" altLang="en-US" sz="3300" dirty="0">
                                <a:latin typeface="楷体" panose="02010609060101010101" pitchFamily="49" charset="-122"/>
                                <a:ea typeface="楷体" panose="02010609060101010101" pitchFamily="49" charset="-122"/>
                                <a:cs typeface="楷体" panose="02010609060101010101" pitchFamily="49" charset="-122"/>
                              </a:rPr>
                              <m:t>发散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,|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|≥</m:t>
                            </m:r>
                            <m:r>
                              <a:rPr lang="en-US" altLang="zh-CN" sz="33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95" y="5507949"/>
                <a:ext cx="6203367" cy="762635"/>
              </a:xfrm>
              <a:prstGeom prst="rect">
                <a:avLst/>
              </a:prstGeom>
              <a:blipFill rotWithShape="1">
                <a:blip r:embed="rId7"/>
                <a:stretch>
                  <a:fillRect l="-2" t="-34216" r="3" b="-22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714324" y="731205"/>
                <a:ext cx="6063916" cy="7626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600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zh-CN" sz="26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  <m:e>
                            <m:r>
                              <a:rPr lang="zh-CN" alt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不存在</m:t>
                            </m:r>
                            <m:r>
                              <a:rPr lang="zh-CN" altLang="en-US" sz="2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，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altLang="zh-CN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≥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zh-CN" altLang="en-US" sz="2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且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CN" sz="2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3300" dirty="0">
                    <a:latin typeface="楷体" panose="02010609060101010101" pitchFamily="49" charset="-122"/>
                    <a:ea typeface="楷体" panose="02010609060101010101" pitchFamily="49" charset="-122"/>
                    <a:cs typeface="楷体" panose="02010609060101010101" pitchFamily="49" charset="-122"/>
                  </a:rPr>
                  <a:t>      </a:t>
                </a:r>
                <a:endParaRPr lang="en-US" altLang="zh-CN" sz="3300" dirty="0">
                  <a:latin typeface="楷体" panose="02010609060101010101" pitchFamily="49" charset="-122"/>
                  <a:ea typeface="楷体" panose="02010609060101010101" pitchFamily="49" charset="-122"/>
                  <a:cs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324" y="731205"/>
                <a:ext cx="6063916" cy="762635"/>
              </a:xfrm>
              <a:prstGeom prst="rect">
                <a:avLst/>
              </a:prstGeom>
              <a:blipFill rotWithShape="1">
                <a:blip r:embed="rId8"/>
                <a:stretch>
                  <a:fillRect l="-6" t="-42" b="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36220" y="3359150"/>
                <a:ext cx="8671560" cy="17799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：复数项级数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14:m>
                  <m:oMath xmlns:m="http://schemas.openxmlformats.org/officeDocument/2006/math">
                    <m:groupChr>
                      <m:groupChrPr>
                        <m:chr m:val="⇔"/>
                        <m:vertJc m:val="bot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groupChrPr>
                      <m:e/>
                    </m:groupCh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实数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项级数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都收敛。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3359150"/>
                <a:ext cx="8671560" cy="1779905"/>
              </a:xfrm>
              <a:prstGeom prst="rect">
                <a:avLst/>
              </a:prstGeom>
              <a:blipFill rotWithShape="1">
                <a:blip r:embed="rId1"/>
                <a:stretch>
                  <a:fillRect t="-499" b="-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 txBox="1"/>
          <p:nvPr/>
        </p:nvSpPr>
        <p:spPr>
          <a:xfrm>
            <a:off x="267925" y="5287144"/>
            <a:ext cx="8576990" cy="83352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：将复级数的敛散性转化为两个实级数的敛散性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6220" y="274320"/>
                <a:ext cx="8608695" cy="23577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nary>
                          <m:naryPr>
                            <m:chr m:val="∑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𝑅𝑒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的部分和，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𝐼𝑚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的部分和。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" y="274320"/>
                <a:ext cx="8608695" cy="235775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267970" y="2432050"/>
            <a:ext cx="8721090" cy="1323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由复极限和实虚部极限的关系，有如下结论：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1578944" y="1352284"/>
            <a:ext cx="6847974" cy="8590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正项级数：比较、比值、根植审敛法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7779" y="672406"/>
            <a:ext cx="1626268" cy="78632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高数中：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528880" y="672406"/>
                <a:ext cx="7109794" cy="7608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常数项级数：级数收敛，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则</m:t>
                    </m:r>
                    <m:func>
                      <m:funcPr>
                        <m:ctrlPr>
                          <a:rPr lang="pt-BR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880" y="672406"/>
                <a:ext cx="7109794" cy="760808"/>
              </a:xfrm>
              <a:prstGeom prst="rect">
                <a:avLst/>
              </a:prstGeom>
              <a:blipFill rotWithShape="1">
                <a:blip r:embed="rId1"/>
                <a:stretch>
                  <a:fillRect l="-6" t="-12846" r="2" b="-12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578944" y="2533039"/>
                <a:ext cx="6847974" cy="85907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交错项级数：莱布尼兹定理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pt-BR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且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944" y="2533039"/>
                <a:ext cx="6847974" cy="859076"/>
              </a:xfrm>
              <a:prstGeom prst="rect">
                <a:avLst/>
              </a:prstGeom>
              <a:blipFill rotWithShape="1">
                <a:blip r:embed="rId2"/>
                <a:stretch>
                  <a:fillRect l="-5" t="-11386" r="7" b="-1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标题 1"/>
          <p:cNvSpPr txBox="1"/>
          <p:nvPr/>
        </p:nvSpPr>
        <p:spPr>
          <a:xfrm>
            <a:off x="1659790" y="3893410"/>
            <a:ext cx="6847974" cy="8590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绝对收敛、条件收敛：绝对收敛必收敛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1694047" y="4580012"/>
            <a:ext cx="6847974" cy="8590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幂级数：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Abel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定理、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、和函数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1694047" y="5266614"/>
            <a:ext cx="6847974" cy="8590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函数展开成幂级数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7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38235" y="1493910"/>
                <a:ext cx="8555990" cy="165862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：对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:r>
                  <a:rPr lang="zh-CN" altLang="en-US" sz="3000" dirty="0">
                    <a:solidFill>
                      <a:srgbClr val="0070C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正项级数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收敛，则称级数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zh-CN" altLang="en-US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绝对</m:t>
                    </m:r>
                    <m:r>
                      <a:rPr lang="zh-CN" altLang="en-US" sz="3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；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5" y="1493910"/>
                <a:ext cx="8555990" cy="1658620"/>
              </a:xfrm>
              <a:prstGeom prst="rect">
                <a:avLst/>
              </a:prstGeom>
              <a:blipFill rotWithShape="1">
                <a:blip r:embed="rId1"/>
                <a:stretch>
                  <a:fillRect l="-5" t="-24" r="5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38235" y="4785263"/>
                <a:ext cx="8207126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绝对收敛，则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5" y="4785263"/>
                <a:ext cx="8207126" cy="802071"/>
              </a:xfrm>
              <a:prstGeom prst="rect">
                <a:avLst/>
              </a:prstGeom>
              <a:blipFill rotWithShape="1">
                <a:blip r:embed="rId2"/>
                <a:stretch>
                  <a:fillRect l="-5" t="-1017" r="2" b="-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99734" y="3256334"/>
                <a:ext cx="8419702" cy="147546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发散，而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条件收敛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4" y="3256334"/>
                <a:ext cx="8419702" cy="1475461"/>
              </a:xfrm>
              <a:prstGeom prst="rect">
                <a:avLst/>
              </a:prstGeom>
              <a:blipFill rotWithShape="1">
                <a:blip r:embed="rId3"/>
                <a:stretch>
                  <a:fillRect t="-950" r="3" b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99734" y="729498"/>
                <a:ext cx="8207126" cy="83352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4" y="729498"/>
                <a:ext cx="8207126" cy="833529"/>
              </a:xfrm>
              <a:prstGeom prst="rect">
                <a:avLst/>
              </a:prstGeom>
              <a:blipFill rotWithShape="1">
                <a:blip r:embed="rId4"/>
                <a:stretch>
                  <a:fillRect t="-3871" r="5" b="-3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标题 1"/>
          <p:cNvSpPr txBox="1"/>
          <p:nvPr/>
        </p:nvSpPr>
        <p:spPr>
          <a:xfrm>
            <a:off x="440792" y="5482478"/>
            <a:ext cx="8207126" cy="802071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0" dirty="0">
                <a:solidFill>
                  <a:srgbClr val="FF0000"/>
                </a:solidFill>
                <a:ea typeface="楷体" panose="02010609060101010101" pitchFamily="49" charset="-122"/>
              </a:rPr>
              <a:t>注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：将级数收敛转化为正项级数收敛问题。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3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15982" y="531629"/>
                <a:ext cx="8207126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绝对收敛，则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82" y="531629"/>
                <a:ext cx="8207126" cy="802071"/>
              </a:xfrm>
              <a:prstGeom prst="rect">
                <a:avLst/>
              </a:prstGeom>
              <a:blipFill rotWithShape="1">
                <a:blip r:embed="rId1"/>
                <a:stretch>
                  <a:fillRect l="-1" t="-967" r="6" b="-10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03874" y="1928993"/>
                <a:ext cx="3970808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 dirty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≤|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|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74" y="1928993"/>
                <a:ext cx="3970808" cy="802071"/>
              </a:xfrm>
              <a:prstGeom prst="rect">
                <a:avLst/>
              </a:prstGeom>
              <a:blipFill rotWithShape="1">
                <a:blip r:embed="rId2"/>
                <a:stretch>
                  <a:fillRect t="-62" r="4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09928" y="1194261"/>
                <a:ext cx="8207126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思路：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收敛等价于实部和虚部级数收敛</a:t>
                </a:r>
                <a:endParaRPr lang="zh-CN" altLang="en-US" sz="3000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28" y="1194261"/>
                <a:ext cx="8207126" cy="802071"/>
              </a:xfrm>
              <a:prstGeom prst="rect">
                <a:avLst/>
              </a:prstGeom>
              <a:blipFill rotWithShape="1">
                <a:blip r:embed="rId3"/>
                <a:stretch>
                  <a:fillRect l="-1" t="-1008" r="5" b="-9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186728" y="2591625"/>
                <a:ext cx="7610763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由正项级数的比较审敛法：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28" y="2591625"/>
                <a:ext cx="7610763" cy="802071"/>
              </a:xfrm>
              <a:prstGeom prst="rect">
                <a:avLst/>
              </a:prstGeom>
              <a:blipFill rotWithShape="1">
                <a:blip r:embed="rId4"/>
                <a:stretch>
                  <a:fillRect l="-7" t="-974" r="3" b="-9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186729" y="3258977"/>
                <a:ext cx="4742434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729" y="3258977"/>
                <a:ext cx="4742434" cy="802071"/>
              </a:xfrm>
              <a:prstGeom prst="rect">
                <a:avLst/>
              </a:prstGeom>
              <a:blipFill rotWithShape="1">
                <a:blip r:embed="rId5"/>
                <a:stretch>
                  <a:fillRect l="-12" t="-970" r="4" b="-10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1228439" y="4001010"/>
                <a:ext cx="4742434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绝对收敛必收敛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39" y="4001010"/>
                <a:ext cx="4742434" cy="802071"/>
              </a:xfrm>
              <a:prstGeom prst="rect">
                <a:avLst/>
              </a:prstGeom>
              <a:blipFill rotWithShape="1">
                <a:blip r:embed="rId6"/>
                <a:stretch>
                  <a:fillRect l="-7" t="-64" r="13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1228439" y="4608324"/>
                <a:ext cx="4742434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39" y="4608324"/>
                <a:ext cx="4742434" cy="802071"/>
              </a:xfrm>
              <a:prstGeom prst="rect">
                <a:avLst/>
              </a:prstGeom>
              <a:blipFill rotWithShape="1">
                <a:blip r:embed="rId7"/>
                <a:stretch>
                  <a:fillRect l="-7" t="-966" r="13" b="-10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1228439" y="5299739"/>
                <a:ext cx="4742434" cy="80207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39" y="5299739"/>
                <a:ext cx="4742434" cy="802071"/>
              </a:xfrm>
              <a:prstGeom prst="rect">
                <a:avLst/>
              </a:prstGeom>
              <a:blipFill rotWithShape="1">
                <a:blip r:embed="rId8"/>
                <a:stretch>
                  <a:fillRect l="-7" t="-954" r="13" b="-1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03702" y="398479"/>
                <a:ext cx="4241800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2" y="398479"/>
                <a:ext cx="4241800" cy="887730"/>
              </a:xfrm>
              <a:prstGeom prst="rect">
                <a:avLst/>
              </a:prstGeom>
              <a:blipFill rotWithShape="1">
                <a:blip r:embed="rId1"/>
                <a:stretch>
                  <a:fillRect l="-12" t="-4830" r="12" b="-4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03702" y="1243897"/>
                <a:ext cx="4998753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2" y="1243897"/>
                <a:ext cx="4998753" cy="887730"/>
              </a:xfrm>
              <a:prstGeom prst="rect">
                <a:avLst/>
              </a:prstGeom>
              <a:blipFill rotWithShape="1">
                <a:blip r:embed="rId2"/>
                <a:stretch>
                  <a:fillRect l="-10" t="-4856" r="11" b="-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5029200" y="1236980"/>
                <a:ext cx="4761865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）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236980"/>
                <a:ext cx="4761865" cy="887730"/>
              </a:xfrm>
              <a:prstGeom prst="rect">
                <a:avLst/>
              </a:prstGeom>
              <a:blipFill rotWithShape="1">
                <a:blip r:embed="rId3"/>
                <a:stretch>
                  <a:fillRect t="-4793" b="-49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203702" y="2008404"/>
                <a:ext cx="3377565" cy="11366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 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02" y="2008404"/>
                <a:ext cx="3377565" cy="1136650"/>
              </a:xfrm>
              <a:prstGeom prst="rect">
                <a:avLst/>
              </a:prstGeom>
              <a:blipFill rotWithShape="1">
                <a:blip r:embed="rId4"/>
                <a:stretch>
                  <a:fillRect l="-15" t="-47" r="15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55609" y="3138335"/>
                <a:ext cx="1163085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09" y="3138335"/>
                <a:ext cx="1163085" cy="887730"/>
              </a:xfrm>
              <a:prstGeom prst="rect">
                <a:avLst/>
              </a:prstGeom>
              <a:blipFill rotWithShape="1">
                <a:blip r:embed="rId5"/>
                <a:stretch>
                  <a:fillRect l="-3" t="-19" r="37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130935" y="2953149"/>
                <a:ext cx="5133507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!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𝑘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!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</m:den>
                        </m:f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limLow>
                      <m:limLow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30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lim</m:t>
                        </m:r>
                      </m:e>
                      <m:li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935" y="2953149"/>
                <a:ext cx="5133507" cy="887730"/>
              </a:xfrm>
              <a:prstGeom prst="rect">
                <a:avLst/>
              </a:prstGeom>
              <a:blipFill rotWithShape="1">
                <a:blip r:embed="rId6"/>
                <a:stretch>
                  <a:fillRect t="-55553" r="3" b="-55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193499" y="4225321"/>
                <a:ext cx="2921302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499" y="4225321"/>
                <a:ext cx="2921302" cy="887730"/>
              </a:xfrm>
              <a:prstGeom prst="rect">
                <a:avLst/>
              </a:prstGeom>
              <a:blipFill rotWithShape="1">
                <a:blip r:embed="rId7"/>
                <a:stretch>
                  <a:fillRect l="-11" t="-11377" b="-11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112713" y="4218536"/>
                <a:ext cx="2921302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713" y="4218536"/>
                <a:ext cx="2921302" cy="887730"/>
              </a:xfrm>
              <a:prstGeom prst="rect">
                <a:avLst/>
              </a:prstGeom>
              <a:blipFill rotWithShape="1">
                <a:blip r:embed="rId8"/>
                <a:stretch>
                  <a:fillRect l="-16" t="-11399" r="4" b="-1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542173" y="2114516"/>
                <a:ext cx="3526088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考虑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173" y="2114516"/>
                <a:ext cx="3526088" cy="887730"/>
              </a:xfrm>
              <a:prstGeom prst="rect">
                <a:avLst/>
              </a:prstGeom>
              <a:blipFill rotWithShape="1">
                <a:blip r:embed="rId9"/>
                <a:stretch>
                  <a:fillRect l="-8" t="-11441" r="6" b="-11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73769" y="5185070"/>
                <a:ext cx="5120639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9" y="5185070"/>
                <a:ext cx="5120639" cy="887730"/>
              </a:xfrm>
              <a:prstGeom prst="rect">
                <a:avLst/>
              </a:prstGeom>
              <a:blipFill rotWithShape="1">
                <a:blip r:embed="rId10"/>
                <a:stretch>
                  <a:fillRect l="-1" t="-11407" r="1" b="-1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5792319" y="5094400"/>
                <a:ext cx="3207301" cy="88773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绝对收敛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319" y="5094400"/>
                <a:ext cx="3207301" cy="887730"/>
              </a:xfrm>
              <a:prstGeom prst="rect">
                <a:avLst/>
              </a:prstGeom>
              <a:blipFill rotWithShape="1">
                <a:blip r:embed="rId11"/>
                <a:stretch>
                  <a:fillRect l="-15" t="-11422" r="12" b="-11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67636" y="837599"/>
                <a:ext cx="8713470" cy="20110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练习：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2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 3.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4.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5.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  6.</a:t>
                </a:r>
                <a:r>
                  <a:rPr lang="en-US" altLang="zh-CN" sz="3000" i="1" dirty="0">
                    <a:latin typeface="Cambria Math" panose="02040503050406030204" pitchFamily="18" charset="0"/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𝑐𝑜𝑠𝑖𝑛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636" y="837599"/>
                <a:ext cx="8713470" cy="2011045"/>
              </a:xfrm>
              <a:prstGeom prst="rect">
                <a:avLst/>
              </a:prstGeom>
              <a:blipFill rotWithShape="1">
                <a:blip r:embed="rId1"/>
                <a:stretch>
                  <a:fillRect l="-3" t="-21252" r="3" b="-21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15265" y="2741798"/>
                <a:ext cx="6556107" cy="11034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—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5" y="2741798"/>
                <a:ext cx="6556107" cy="1103496"/>
              </a:xfrm>
              <a:prstGeom prst="rect">
                <a:avLst/>
              </a:prstGeom>
              <a:blipFill rotWithShape="1">
                <a:blip r:embed="rId2"/>
                <a:stretch>
                  <a:fillRect t="-46" r="6" b="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3854917" y="3152001"/>
            <a:ext cx="962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收敛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52685" y="3152001"/>
            <a:ext cx="962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发散</a:t>
            </a:r>
            <a:endParaRPr lang="zh-CN" altLang="en-US" sz="3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295548" y="3588821"/>
                <a:ext cx="2315529" cy="11034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发散</a:t>
                </a:r>
                <a:endParaRPr lang="en-US" altLang="zh-CN" sz="3000" b="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548" y="3588821"/>
                <a:ext cx="2315529" cy="1103496"/>
              </a:xfrm>
              <a:prstGeom prst="rect">
                <a:avLst/>
              </a:prstGeom>
              <a:blipFill rotWithShape="1">
                <a:blip r:embed="rId3"/>
                <a:stretch>
                  <a:fillRect l="-6" t="-40" r="20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981125" y="4353062"/>
                <a:ext cx="1728388" cy="11034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2.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25" y="4353062"/>
                <a:ext cx="1728388" cy="1103496"/>
              </a:xfrm>
              <a:prstGeom prst="rect">
                <a:avLst/>
              </a:prstGeom>
              <a:blipFill rotWithShape="1">
                <a:blip r:embed="rId4"/>
                <a:stretch>
                  <a:fillRect l="-3" t="-12" r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437269" y="4386751"/>
                <a:ext cx="6626512" cy="110349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+⋯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+⋯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7269" y="4386751"/>
                <a:ext cx="6626512" cy="1103496"/>
              </a:xfrm>
              <a:prstGeom prst="rect">
                <a:avLst/>
              </a:prstGeom>
              <a:blipFill rotWithShape="1">
                <a:blip r:embed="rId5"/>
                <a:stretch>
                  <a:fillRect l="-2" t="-15" r="6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1"/>
          <p:cNvSpPr txBox="1"/>
          <p:nvPr/>
        </p:nvSpPr>
        <p:spPr>
          <a:xfrm>
            <a:off x="1225055" y="5478675"/>
            <a:ext cx="7543559" cy="65863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b="0" dirty="0">
                <a:ea typeface="楷体" panose="02010609060101010101" pitchFamily="49" charset="-122"/>
              </a:rPr>
              <a:t> </a:t>
            </a:r>
            <a:r>
              <a:rPr lang="zh-CN" altLang="en-US" sz="3000" b="0" dirty="0">
                <a:ea typeface="楷体" panose="02010609060101010101" pitchFamily="49" charset="-122"/>
              </a:rPr>
              <a:t>交错项级数，满足莱布尼兹条件，所以收敛</a:t>
            </a:r>
            <a:endParaRPr lang="en-US" altLang="zh-CN" sz="2800" b="0" i="1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95083" y="249020"/>
                <a:ext cx="2176479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3.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3" y="249020"/>
                <a:ext cx="2176479" cy="1064895"/>
              </a:xfrm>
              <a:prstGeom prst="rect">
                <a:avLst/>
              </a:prstGeom>
              <a:blipFill rotWithShape="1">
                <a:blip r:embed="rId1"/>
                <a:stretch>
                  <a:fillRect l="-22" t="-9" r="8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60536" y="3550991"/>
                <a:ext cx="7977624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4.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—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36" y="3550991"/>
                <a:ext cx="7977624" cy="1064895"/>
              </a:xfrm>
              <a:prstGeom prst="rect">
                <a:avLst/>
              </a:prstGeom>
              <a:blipFill rotWithShape="1">
                <a:blip r:embed="rId2"/>
                <a:stretch>
                  <a:fillRect l="-6" t="-1140" b="-12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95083" y="1075393"/>
                <a:ext cx="4228583" cy="7336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𝑖𝑘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𝑐𝑜𝑠𝑘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𝑖𝑠𝑖𝑛𝑘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3" y="1075393"/>
                <a:ext cx="4228583" cy="733608"/>
              </a:xfrm>
              <a:prstGeom prst="rect">
                <a:avLst/>
              </a:prstGeom>
              <a:blipFill rotWithShape="1">
                <a:blip r:embed="rId3"/>
                <a:stretch>
                  <a:fillRect l="-11" t="-46" r="14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820186" y="1633608"/>
                <a:ext cx="5469923" cy="7336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𝑐𝑜𝑠𝑘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𝑠𝑖𝑛𝑘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极限不存在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86" y="1633608"/>
                <a:ext cx="5469923" cy="733608"/>
              </a:xfrm>
              <a:prstGeom prst="rect">
                <a:avLst/>
              </a:prstGeom>
              <a:blipFill rotWithShape="1">
                <a:blip r:embed="rId4"/>
                <a:stretch>
                  <a:fillRect l="-7" t="-53" r="8" b="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626401" y="1589141"/>
                <a:ext cx="3185528" cy="73360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𝑖𝑘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极限不存在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01" y="1589141"/>
                <a:ext cx="3185528" cy="733608"/>
              </a:xfrm>
              <a:prstGeom prst="rect">
                <a:avLst/>
              </a:prstGeom>
              <a:blipFill rotWithShape="1">
                <a:blip r:embed="rId5"/>
                <a:stretch>
                  <a:fillRect l="-9" t="-51" r="1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820186" y="2833449"/>
                <a:ext cx="3751814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发散</a:t>
                </a:r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86" y="2833449"/>
                <a:ext cx="3751814" cy="1064895"/>
              </a:xfrm>
              <a:prstGeom prst="rect">
                <a:avLst/>
              </a:prstGeom>
              <a:blipFill rotWithShape="1">
                <a:blip r:embed="rId6"/>
                <a:stretch>
                  <a:fillRect l="-11" t="-7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881585" y="2251229"/>
                <a:ext cx="8207126" cy="83352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由定理：若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.</m:t>
                        </m:r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85" y="2251229"/>
                <a:ext cx="8207126" cy="833529"/>
              </a:xfrm>
              <a:prstGeom prst="rect">
                <a:avLst/>
              </a:prstGeom>
              <a:blipFill rotWithShape="1">
                <a:blip r:embed="rId7"/>
                <a:stretch>
                  <a:fillRect l="-2" t="-3828" r="7" b="-3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47163" y="4464610"/>
                <a:ext cx="8641767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交错项级数，满足莱布尼兹条件，收敛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63" y="4464610"/>
                <a:ext cx="8641767" cy="1064895"/>
              </a:xfrm>
              <a:prstGeom prst="rect">
                <a:avLst/>
              </a:prstGeom>
              <a:blipFill rotWithShape="1">
                <a:blip r:embed="rId8"/>
                <a:stretch>
                  <a:fillRect l="-2" t="-1186" r="2" b="-1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255070" y="5307552"/>
                <a:ext cx="5972475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等比级数，公比为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，收敛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70" y="5307552"/>
                <a:ext cx="5972475" cy="1064895"/>
              </a:xfrm>
              <a:prstGeom prst="rect">
                <a:avLst/>
              </a:prstGeom>
              <a:blipFill rotWithShape="1">
                <a:blip r:embed="rId9"/>
                <a:stretch>
                  <a:fillRect l="-7" t="-21" r="2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6150977" y="5322311"/>
                <a:ext cx="1390417" cy="10648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收敛</a:t>
                </a:r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977" y="5322311"/>
                <a:ext cx="1390417" cy="1064895"/>
              </a:xfrm>
              <a:prstGeom prst="rect">
                <a:avLst/>
              </a:prstGeom>
              <a:blipFill rotWithShape="1">
                <a:blip r:embed="rId10"/>
                <a:stretch>
                  <a:fillRect l="-26" t="-35" r="10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87693" y="306976"/>
                <a:ext cx="2127184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5.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 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87693" y="306976"/>
                <a:ext cx="2127184" cy="1124501"/>
              </a:xfrm>
              <a:prstGeom prst="rect">
                <a:avLst/>
              </a:prstGeom>
              <a:blipFill rotWithShape="1">
                <a:blip r:embed="rId3"/>
                <a:stretch>
                  <a:fillRect l="-17" t="-24" r="14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253350" y="3177290"/>
                <a:ext cx="2408035" cy="97355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6.</a:t>
                </a:r>
                <a:r>
                  <a:rPr lang="en-US" altLang="zh-CN" sz="3000" i="1" dirty="0">
                    <a:latin typeface="Cambria Math" panose="02040503050406030204" pitchFamily="18" charset="0"/>
                    <a:ea typeface="楷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𝑐𝑜𝑠𝑖𝑛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253350" y="3177290"/>
                <a:ext cx="2408035" cy="973553"/>
              </a:xfrm>
              <a:prstGeom prst="rect">
                <a:avLst/>
              </a:prstGeom>
              <a:blipFill rotWithShape="1">
                <a:blip r:embed="rId6"/>
                <a:stretch>
                  <a:fillRect l="-26" t="-40" r="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2380533" y="297872"/>
                <a:ext cx="5035731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考虑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8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2380533" y="297872"/>
                <a:ext cx="5035731" cy="1124501"/>
              </a:xfrm>
              <a:prstGeom prst="rect">
                <a:avLst/>
              </a:prstGeom>
              <a:blipFill rotWithShape="1">
                <a:blip r:embed="rId9"/>
                <a:stretch>
                  <a:fillRect l="-11" t="-5" r="2" b="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473127" y="1144805"/>
                <a:ext cx="5711105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∵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8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→∞)</m:t>
                    </m:r>
                  </m:oMath>
                </a14:m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473127" y="1144805"/>
                <a:ext cx="5711105" cy="1124501"/>
              </a:xfrm>
              <a:prstGeom prst="rect">
                <a:avLst/>
              </a:prstGeom>
              <a:blipFill rotWithShape="1">
                <a:blip r:embed="rId12"/>
                <a:stretch>
                  <a:fillRect l="-1" t="-2137" r="11" b="-2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14836" y="2052789"/>
                <a:ext cx="5192945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由比值审敛法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8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𝑖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收敛</a:t>
                </a:r>
                <a:endParaRPr lang="en-US" altLang="zh-CN" sz="3000" b="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514836" y="2052789"/>
                <a:ext cx="5192945" cy="1124501"/>
              </a:xfrm>
              <a:prstGeom prst="rect">
                <a:avLst/>
              </a:prstGeom>
              <a:blipFill rotWithShape="1">
                <a:blip r:embed="rId15"/>
                <a:stretch>
                  <a:fillRect l="-9" t="-42" r="8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609809" y="2043685"/>
                <a:ext cx="2956676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收敛</a:t>
                </a:r>
                <a:endParaRPr lang="en-US" altLang="zh-CN" sz="3000" b="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5609809" y="2043685"/>
                <a:ext cx="2956676" cy="1124501"/>
              </a:xfrm>
              <a:prstGeom prst="rect">
                <a:avLst/>
              </a:prstGeom>
              <a:blipFill rotWithShape="1">
                <a:blip r:embed="rId18"/>
                <a:stretch>
                  <a:fillRect l="-7" t="-23" r="1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380533" y="3168186"/>
                <a:ext cx="2977530" cy="97355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  <a:sym typeface="+mn-ea"/>
                  </a:rPr>
                  <a:t> 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2380533" y="3168186"/>
                <a:ext cx="2977530" cy="973553"/>
              </a:xfrm>
              <a:prstGeom prst="rect">
                <a:avLst/>
              </a:prstGeom>
              <a:blipFill rotWithShape="1">
                <a:blip r:embed="rId21"/>
                <a:stretch>
                  <a:fillRect l="-19" t="-2431" r="19" b="-2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440935" y="4064607"/>
                <a:ext cx="4874564" cy="97355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[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num>
                                  <m:den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000" b="0" i="1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</a:t>
                </a:r>
                <a:endParaRPr lang="en-US" altLang="zh-CN" sz="3000" b="0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2440935" y="4064607"/>
                <a:ext cx="4874564" cy="973553"/>
              </a:xfrm>
              <a:prstGeom prst="rect">
                <a:avLst/>
              </a:prstGeom>
              <a:blipFill rotWithShape="1">
                <a:blip r:embed="rId24"/>
                <a:stretch>
                  <a:fillRect l="-13" t="-6128" r="6" b="-6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/>
          <p:cNvSpPr/>
          <p:nvPr/>
        </p:nvSpPr>
        <p:spPr>
          <a:xfrm>
            <a:off x="3193022" y="4342170"/>
            <a:ext cx="1540043" cy="718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1815" y="5058828"/>
                <a:ext cx="4109987" cy="6288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的等比级数</a:t>
                </a:r>
                <a:r>
                  <a:rPr lang="en-US" altLang="zh-CN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,</a:t>
                </a:r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发散</a:t>
                </a:r>
                <a:endParaRPr lang="en-US" altLang="zh-CN" sz="3000" b="0" dirty="0">
                  <a:solidFill>
                    <a:srgbClr val="FF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81815" y="5058828"/>
                <a:ext cx="4109987" cy="628852"/>
              </a:xfrm>
              <a:prstGeom prst="rect">
                <a:avLst/>
              </a:prstGeom>
              <a:blipFill rotWithShape="1">
                <a:blip r:embed="rId27"/>
                <a:stretch>
                  <a:fillRect l="-13" t="-66" r="4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4687820" y="5029056"/>
                <a:ext cx="4008606" cy="6288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比为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的等比级数</a:t>
                </a:r>
                <a:r>
                  <a:rPr lang="en-US" altLang="zh-CN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,</a:t>
                </a:r>
                <a:r>
                  <a:rPr lang="zh-CN" altLang="en-US" sz="30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收敛</a:t>
                </a:r>
                <a:endParaRPr lang="en-US" altLang="zh-CN" sz="3000" b="0" dirty="0">
                  <a:solidFill>
                    <a:srgbClr val="FF0000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4687820" y="5029056"/>
                <a:ext cx="4008606" cy="628852"/>
              </a:xfrm>
              <a:prstGeom prst="rect">
                <a:avLst/>
              </a:prstGeom>
              <a:blipFill rotWithShape="1">
                <a:blip r:embed="rId30"/>
                <a:stretch>
                  <a:fillRect l="-6" t="-1694" r="3" b="-16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5307474" y="4385725"/>
            <a:ext cx="1780673" cy="6731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标题 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689593" y="5513151"/>
                <a:ext cx="3797711" cy="1124501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𝑐𝑜𝑠𝑖𝑛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zh-CN" altLang="en-US" sz="3000" b="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发散</a:t>
                </a:r>
                <a:endParaRPr lang="en-US" altLang="zh-CN" sz="3000" b="0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689593" y="5513151"/>
                <a:ext cx="3797711" cy="1124501"/>
              </a:xfrm>
              <a:prstGeom prst="rect">
                <a:avLst/>
              </a:prstGeom>
              <a:blipFill rotWithShape="1">
                <a:blip r:embed="rId33"/>
                <a:stretch>
                  <a:fillRect l="-16" t="-7" r="10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31128" y="1135969"/>
                <a:ext cx="8207126" cy="15241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称为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复数项级数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，记作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28" y="1135969"/>
                <a:ext cx="8207126" cy="1524109"/>
              </a:xfrm>
              <a:prstGeom prst="rect">
                <a:avLst/>
              </a:prstGeom>
              <a:blipFill rotWithShape="1">
                <a:blip r:embed="rId1"/>
                <a:stretch>
                  <a:fillRect l="-8" t="-39" r="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31128" y="2725440"/>
                <a:ext cx="8207126" cy="13099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收敛；反之，为发散；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28" y="2725440"/>
                <a:ext cx="8207126" cy="1309956"/>
              </a:xfrm>
              <a:prstGeom prst="rect">
                <a:avLst/>
              </a:prstGeom>
              <a:blipFill rotWithShape="1">
                <a:blip r:embed="rId2"/>
                <a:stretch>
                  <a:fillRect l="-8" t="-7370" r="5" b="-7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22036" y="712999"/>
            <a:ext cx="6103493" cy="504424"/>
          </a:xfrm>
        </p:spPr>
        <p:txBody>
          <a:bodyPr>
            <a:normAutofit fontScale="90000"/>
          </a:bodyPr>
          <a:lstStyle/>
          <a:p>
            <a:r>
              <a:rPr lang="zh-CN" altLang="en-US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3675" b="1" dirty="0">
                <a:latin typeface="楷体" panose="02010609060101010101" pitchFamily="49" charset="-122"/>
                <a:ea typeface="楷体" panose="02010609060101010101" pitchFamily="49" charset="-122"/>
              </a:rPr>
              <a:t>二、函数项级数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270142" y="4197923"/>
                <a:ext cx="8387715" cy="13100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若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∀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上收敛；</a:t>
                </a: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称为收敛域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42" y="4197923"/>
                <a:ext cx="8387715" cy="1310005"/>
              </a:xfrm>
              <a:prstGeom prst="rect">
                <a:avLst/>
              </a:prstGeom>
              <a:blipFill rotWithShape="1">
                <a:blip r:embed="rId3"/>
                <a:stretch>
                  <a:fillRect l="-3" t="-7412" r="3" b="-73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297815" y="1429920"/>
                <a:ext cx="8207126" cy="152410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：函数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项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级数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称为以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为中心的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幂级数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为复常数。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15" y="1429920"/>
                <a:ext cx="8207126" cy="1524109"/>
              </a:xfrm>
              <a:prstGeom prst="rect">
                <a:avLst/>
              </a:prstGeom>
              <a:blipFill rotWithShape="1">
                <a:blip r:embed="rId1"/>
                <a:stretch>
                  <a:fillRect t="-35" r="5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47345" y="2706370"/>
                <a:ext cx="8498840" cy="21856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571500" indent="-5715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𝜉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，则上式为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故不失一般性，后面主要讨论型为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的幂级数；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45" y="2706370"/>
                <a:ext cx="8498840" cy="21856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1476" y="762232"/>
            <a:ext cx="6103493" cy="504424"/>
          </a:xfrm>
        </p:spPr>
        <p:txBody>
          <a:bodyPr>
            <a:normAutofit fontScale="90000"/>
          </a:bodyPr>
          <a:lstStyle/>
          <a:p>
            <a:r>
              <a:rPr lang="zh-CN" altLang="en-US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3675" b="1" dirty="0">
                <a:latin typeface="楷体" panose="02010609060101010101" pitchFamily="49" charset="-122"/>
                <a:ea typeface="楷体" panose="02010609060101010101" pitchFamily="49" charset="-122"/>
              </a:rPr>
              <a:t>三、幂级数</a:t>
            </a:r>
            <a:b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sz="2700" dirty="0"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89865" y="573451"/>
                <a:ext cx="8653780" cy="14566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𝐴𝑏𝑒𝑙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：若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级数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在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收敛，则对满足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级数必绝对收敛；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65" y="573451"/>
                <a:ext cx="8653780" cy="1456690"/>
              </a:xfrm>
              <a:prstGeom prst="rect">
                <a:avLst/>
              </a:prstGeom>
              <a:blipFill rotWithShape="1">
                <a:blip r:embed="rId1"/>
                <a:stretch>
                  <a:fillRect t="-2226" b="-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89865" y="1978660"/>
                <a:ext cx="8653780" cy="14503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>
                    <a:latin typeface="楷体" panose="02010609060101010101" pitchFamily="49" charset="-122"/>
                    <a:ea typeface="楷体" panose="02010609060101010101" pitchFamily="49" charset="-122"/>
                  </a:rPr>
                  <a:t>  若</a:t>
                </a:r>
                <a14:m>
                  <m:oMath xmlns:m="http://schemas.openxmlformats.org/officeDocument/2006/math"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级数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在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发散，则对满足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级数发散。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65" y="1978660"/>
                <a:ext cx="8653780" cy="1450340"/>
              </a:xfrm>
              <a:prstGeom prst="rect">
                <a:avLst/>
              </a:prstGeom>
              <a:blipFill rotWithShape="1">
                <a:blip r:embed="rId2"/>
                <a:stretch>
                  <a:fillRect t="-2452" b="-2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190077" y="3802852"/>
            <a:ext cx="8207126" cy="10771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455760" y="3471480"/>
              <a:ext cx="2839680" cy="25088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455760" y="3471480"/>
                <a:ext cx="2839680" cy="2508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5186880" y="3278880"/>
              <a:ext cx="3353040" cy="281952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5186880" y="3278880"/>
                <a:ext cx="3353040" cy="281952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691215" y="5861151"/>
                <a:ext cx="8046085" cy="7283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可以结合实级数来求，只要取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即可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15" y="5861151"/>
                <a:ext cx="8046085" cy="728345"/>
              </a:xfrm>
              <a:prstGeom prst="rect">
                <a:avLst/>
              </a:prstGeom>
              <a:blipFill rotWithShape="1">
                <a:blip r:embed="rId7"/>
                <a:stretch>
                  <a:fillRect l="-4" t="-14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星形: 五角 10"/>
          <p:cNvSpPr/>
          <p:nvPr/>
        </p:nvSpPr>
        <p:spPr>
          <a:xfrm>
            <a:off x="437348" y="6111885"/>
            <a:ext cx="333463" cy="346046"/>
          </a:xfrm>
          <a:prstGeom prst="star5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5" grpId="0"/>
      <p:bldP spid="1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531629"/>
                <a:ext cx="8713470" cy="13112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能否在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处收敛，而在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处发散？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31629"/>
                <a:ext cx="8713470" cy="1311275"/>
              </a:xfrm>
              <a:prstGeom prst="rect">
                <a:avLst/>
              </a:prstGeom>
              <a:blipFill rotWithShape="1">
                <a:blip r:embed="rId1"/>
                <a:stretch>
                  <a:fillRect l="-1" t="-8001" r="1" b="-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190077" y="3802852"/>
            <a:ext cx="8207126" cy="10771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763799"/>
                <a:ext cx="5895546" cy="72777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解：令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则考虑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763799"/>
                <a:ext cx="5895546" cy="727778"/>
              </a:xfrm>
              <a:prstGeom prst="rect">
                <a:avLst/>
              </a:prstGeom>
              <a:blipFill rotWithShape="1">
                <a:blip r:embed="rId2"/>
                <a:stretch>
                  <a:fillRect l="-2" t="-7472" r="5" b="-7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957830" y="2531946"/>
                <a:ext cx="5895546" cy="72777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𝑄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收敛，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发散？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30" y="2531946"/>
                <a:ext cx="5895546" cy="727778"/>
              </a:xfrm>
              <a:prstGeom prst="rect">
                <a:avLst/>
              </a:prstGeom>
              <a:blipFill rotWithShape="1">
                <a:blip r:embed="rId3"/>
                <a:stretch>
                  <a:fillRect l="-4" t="-28" r="8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5" name="墨迹 4"/>
              <p14:cNvContentPartPr/>
              <p14:nvPr/>
            </p14:nvContentPartPr>
            <p14:xfrm>
              <a:off x="1739520" y="3354120"/>
              <a:ext cx="4308120" cy="30207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5"/>
            </p:blipFill>
            <p:spPr>
              <a:xfrm>
                <a:off x="1739520" y="3354120"/>
                <a:ext cx="4308120" cy="3020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9" name="墨迹 8"/>
              <p14:cNvContentPartPr/>
              <p14:nvPr/>
            </p14:nvContentPartPr>
            <p14:xfrm>
              <a:off x="2080080" y="4386600"/>
              <a:ext cx="1939320" cy="15789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7"/>
            </p:blipFill>
            <p:spPr>
              <a:xfrm>
                <a:off x="2080080" y="4386600"/>
                <a:ext cx="1939320" cy="15789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/>
          <p:nvPr/>
        </p:nvSpPr>
        <p:spPr>
          <a:xfrm>
            <a:off x="190077" y="3802852"/>
            <a:ext cx="8207126" cy="107719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22036" y="356269"/>
                <a:ext cx="8207375" cy="1092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讨论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的敛散性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56269"/>
                <a:ext cx="8207375" cy="1092200"/>
              </a:xfrm>
              <a:prstGeom prst="rect">
                <a:avLst/>
              </a:prstGeom>
              <a:blipFill rotWithShape="1">
                <a:blip r:embed="rId1"/>
                <a:stretch>
                  <a:fillRect l="-1" t="-3" r="1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238689"/>
                <a:ext cx="4960104" cy="1092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解：先讨论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的敛散性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38689"/>
                <a:ext cx="4960104" cy="1092200"/>
              </a:xfrm>
              <a:prstGeom prst="rect">
                <a:avLst/>
              </a:prstGeom>
              <a:blipFill rotWithShape="1">
                <a:blip r:embed="rId2"/>
                <a:stretch>
                  <a:fillRect l="-2" t="-40" r="5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548756" y="2292350"/>
                <a:ext cx="4960104" cy="1092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pt-BR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3000" b="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pt-BR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/</m:t>
                              </m:r>
                              <m:d>
                                <m:dPr>
                                  <m:ctrlP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𝑘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30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altLang="zh-CN" sz="30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!</m:t>
                              </m:r>
                            </m:den>
                          </m:f>
                        </m:e>
                      </m:func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56" y="2292350"/>
                <a:ext cx="4960104" cy="1092200"/>
              </a:xfrm>
              <a:prstGeom prst="rect">
                <a:avLst/>
              </a:prstGeom>
              <a:blipFill rotWithShape="1">
                <a:blip r:embed="rId3"/>
                <a:stretch>
                  <a:fillRect l="-2" t="-14419" r="5" b="-144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922537" y="3384550"/>
                <a:ext cx="4960104" cy="1092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∴∀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处处收敛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37" y="3384550"/>
                <a:ext cx="4960104" cy="1092200"/>
              </a:xfrm>
              <a:prstGeom prst="rect">
                <a:avLst/>
              </a:prstGeom>
              <a:blipFill rotWithShape="1">
                <a:blip r:embed="rId4"/>
                <a:stretch>
                  <a:fillRect l="-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031623" y="4476750"/>
                <a:ext cx="5662748" cy="109220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000" dirty="0" smtClean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由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𝐴𝑏𝑒𝑙</m:t>
                    </m:r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定理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处处收敛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623" y="4476750"/>
                <a:ext cx="5662748" cy="1092200"/>
              </a:xfrm>
              <a:prstGeom prst="rect">
                <a:avLst/>
              </a:prstGeom>
              <a:blipFill rotWithShape="1">
                <a:blip r:embed="rId5"/>
                <a:stretch>
                  <a:fillRect l="-7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5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0" y="656433"/>
                <a:ext cx="3035049" cy="71756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.</m:t>
                      </m:r>
                      <m:r>
                        <a:rPr lang="zh-CN" altLang="en-US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收敛</m:t>
                      </m:r>
                      <m:r>
                        <a:rPr lang="zh-CN" altLang="en-US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圆</m:t>
                      </m:r>
                      <m:r>
                        <a:rPr lang="zh-CN" altLang="en-US" sz="3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与</m:t>
                      </m:r>
                      <m:r>
                        <a:rPr lang="zh-CN" altLang="en-US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半径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56433"/>
                <a:ext cx="3035049" cy="717563"/>
              </a:xfrm>
              <a:prstGeom prst="rect">
                <a:avLst/>
              </a:prstGeom>
              <a:blipFill rotWithShape="1">
                <a:blip r:embed="rId1"/>
                <a:stretch>
                  <a:fillRect t="-67" r="13" b="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37267" y="1283845"/>
                <a:ext cx="8669463" cy="6710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𝐴𝑏𝑒𝑙</m:t>
                    </m:r>
                    <m:r>
                      <a:rPr lang="zh-CN" altLang="en-US" sz="3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定理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，幂级数的收敛情况不外乎下述三种：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67" y="1283845"/>
                <a:ext cx="8669463" cy="671025"/>
              </a:xfrm>
              <a:prstGeom prst="rect">
                <a:avLst/>
              </a:prstGeom>
              <a:blipFill rotWithShape="1">
                <a:blip r:embed="rId2"/>
                <a:stretch>
                  <a:fillRect l="-5" t="-1117" r="3" b="-10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7490" y="3651885"/>
                <a:ext cx="8522335" cy="148399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(3)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存在点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收敛、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发散。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90" y="3651885"/>
                <a:ext cx="8522335" cy="14839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 txBox="1"/>
          <p:nvPr/>
        </p:nvSpPr>
        <p:spPr>
          <a:xfrm>
            <a:off x="237268" y="1954870"/>
            <a:ext cx="8669463" cy="80546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对所有的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z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，级数都收敛；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37268" y="2840279"/>
                <a:ext cx="8669463" cy="64306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仅在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处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68" y="2840279"/>
                <a:ext cx="8669463" cy="643069"/>
              </a:xfrm>
              <a:prstGeom prst="rect">
                <a:avLst/>
              </a:prstGeom>
              <a:blipFill rotWithShape="1">
                <a:blip r:embed="rId4"/>
                <a:stretch>
                  <a:fillRect l="-5" t="-3543" r="3" b="-33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306976"/>
                <a:ext cx="3754755" cy="60534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沿正实轴由点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zh-CN" altLang="en-US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𝛽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运动时，必先经过使级数收敛的点，然后到达级数发散的点。所以一定存在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r>
                  <a:rPr lang="en-US" altLang="zh-CN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内级数绝对收敛，在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外级数发散。</a:t>
                </a:r>
                <a:endParaRPr lang="zh-CN" altLang="en-US" sz="30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306976"/>
                <a:ext cx="3754755" cy="6053455"/>
              </a:xfrm>
              <a:prstGeom prst="rect">
                <a:avLst/>
              </a:prstGeom>
              <a:blipFill rotWithShape="1">
                <a:blip r:embed="rId1"/>
                <a:stretch>
                  <a:fillRect l="-3" t="-4" r="3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4046760" y="758520"/>
              <a:ext cx="4941360" cy="54615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4046760" y="758520"/>
                <a:ext cx="4941360" cy="54615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37426" y="2496050"/>
                <a:ext cx="8669463" cy="208822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幂级数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在收敛圆盘的内部处处绝对收敛，在收敛圆盘外部处处发散，圆周上可能收敛可能发散。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26" y="2496050"/>
                <a:ext cx="8669463" cy="2088222"/>
              </a:xfrm>
              <a:prstGeom prst="rect">
                <a:avLst/>
              </a:prstGeom>
              <a:blipFill rotWithShape="1">
                <a:blip r:embed="rId1"/>
                <a:stretch>
                  <a:fillRect l="-7" t="-2882" r="4" b="-2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209623" y="742134"/>
                <a:ext cx="8669463" cy="1402423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𝐷𝑒𝑓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分别为级数的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收敛圆和收敛圆周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</a:t>
                </a:r>
                <a:r>
                  <a:rPr lang="zh-CN" altLang="en-US" sz="30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收敛半径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23" y="742134"/>
                <a:ext cx="8669463" cy="1402423"/>
              </a:xfrm>
              <a:prstGeom prst="rect">
                <a:avLst/>
              </a:prstGeom>
              <a:blipFill rotWithShape="1">
                <a:blip r:embed="rId2"/>
                <a:stretch>
                  <a:fillRect l="-1" t="-32" r="6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8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65237" y="723695"/>
                <a:ext cx="8669463" cy="107878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幂级数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有相同的收敛半径。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37" y="723695"/>
                <a:ext cx="8669463" cy="1078787"/>
              </a:xfrm>
              <a:prstGeom prst="rect">
                <a:avLst/>
              </a:prstGeom>
              <a:blipFill rotWithShape="1">
                <a:blip r:embed="rId1"/>
                <a:stretch>
                  <a:fillRect l="-2" t="-20583" r="7" b="-205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37268" y="1802482"/>
                <a:ext cx="8669463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𝑝𝑓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的收敛半径为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68" y="1802482"/>
                <a:ext cx="8669463" cy="813138"/>
              </a:xfrm>
              <a:prstGeom prst="rect">
                <a:avLst/>
              </a:prstGeom>
              <a:blipFill rotWithShape="1">
                <a:blip r:embed="rId2"/>
                <a:stretch>
                  <a:fillRect l="-5" t="-1449" r="3" b="-1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708907" y="2599427"/>
                <a:ext cx="3319266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∵</m:t>
                      </m:r>
                      <m:r>
                        <m:rPr>
                          <m:nor/>
                        </m:rPr>
                        <a:rPr lang="zh-CN" altLang="en-US" sz="300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绝对收敛必收敛</m:t>
                      </m:r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07" y="2599427"/>
                <a:ext cx="3319266" cy="813138"/>
              </a:xfrm>
              <a:prstGeom prst="rect">
                <a:avLst/>
              </a:prstGeom>
              <a:blipFill rotWithShape="1">
                <a:blip r:embed="rId3"/>
                <a:stretch>
                  <a:fillRect l="-7" t="-46" r="11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774833" y="3146463"/>
                <a:ext cx="6477803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nor/>
                      </m:rPr>
                      <a:rPr lang="zh-CN" altLang="en-US" sz="30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收敛</m:t>
                    </m:r>
                    <m:r>
                      <m:rPr>
                        <m:nor/>
                      </m:rPr>
                      <a:rPr lang="en-US" altLang="zh-CN" sz="3000" b="0" i="0" dirty="0" smtClean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必收敛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33" y="3146463"/>
                <a:ext cx="6477803" cy="813138"/>
              </a:xfrm>
              <a:prstGeom prst="rect">
                <a:avLst/>
              </a:prstGeom>
              <a:blipFill rotWithShape="1">
                <a:blip r:embed="rId4"/>
                <a:stretch>
                  <a:fillRect l="-2" t="-1410" r="5" b="-1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7252636" y="3146463"/>
                <a:ext cx="1777313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636" y="3146463"/>
                <a:ext cx="1777313" cy="813138"/>
              </a:xfrm>
              <a:prstGeom prst="rect">
                <a:avLst/>
              </a:prstGeom>
              <a:blipFill rotWithShape="1">
                <a:blip r:embed="rId5"/>
                <a:stretch>
                  <a:fillRect l="-17" t="-34287" r="14" b="-34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840759" y="3861941"/>
                <a:ext cx="1854315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759" y="3861941"/>
                <a:ext cx="1854315" cy="813138"/>
              </a:xfrm>
              <a:prstGeom prst="rect">
                <a:avLst/>
              </a:prstGeom>
              <a:blipFill rotWithShape="1">
                <a:blip r:embed="rId6"/>
                <a:stretch>
                  <a:fillRect l="-1" t="-62" r="7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1" name="墨迹 10"/>
              <p14:cNvContentPartPr/>
              <p14:nvPr/>
            </p14:nvContentPartPr>
            <p14:xfrm>
              <a:off x="776880" y="4627800"/>
              <a:ext cx="1988280" cy="20988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8"/>
            </p:blipFill>
            <p:spPr>
              <a:xfrm>
                <a:off x="776880" y="4627800"/>
                <a:ext cx="1988280" cy="209880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199106" y="3887132"/>
                <a:ext cx="4347101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收敛但不绝对收敛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106" y="3887132"/>
                <a:ext cx="4347101" cy="813138"/>
              </a:xfrm>
              <a:prstGeom prst="rect">
                <a:avLst/>
              </a:prstGeom>
              <a:blipFill rotWithShape="1">
                <a:blip r:embed="rId9"/>
                <a:stretch>
                  <a:fillRect l="-14" t="-37" r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199106" y="4627801"/>
                <a:ext cx="4347101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这与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𝐴𝑏𝑒𝑙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定理矛盾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106" y="4627801"/>
                <a:ext cx="4347101" cy="813138"/>
              </a:xfrm>
              <a:prstGeom prst="rect">
                <a:avLst/>
              </a:prstGeom>
              <a:blipFill rotWithShape="1">
                <a:blip r:embed="rId10"/>
                <a:stretch>
                  <a:fillRect l="-14" t="-68" r="1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3290236" y="5368470"/>
                <a:ext cx="1777313" cy="81313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236" y="5368470"/>
                <a:ext cx="1777313" cy="813138"/>
              </a:xfrm>
              <a:prstGeom prst="rect">
                <a:avLst/>
              </a:prstGeom>
              <a:blipFill rotWithShape="1">
                <a:blip r:embed="rId11"/>
                <a:stretch>
                  <a:fillRect l="-17" t="-34305" r="14" b="-34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9" grpId="0"/>
      <p:bldP spid="10" grpId="0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319405" y="3015682"/>
                <a:ext cx="8669655" cy="119761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altLang="zh-CN" sz="3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altLang="zh-CN" sz="3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pt-BR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pt-BR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pt-BR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altLang="zh-CN" sz="30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altLang="zh-CN" sz="3000" i="0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pt-BR" altLang="zh-CN" sz="30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pt-BR" altLang="zh-CN" sz="30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ad>
                              <m:radPr>
                                <m:ctrlPr>
                                  <a:rPr lang="pt-BR" altLang="zh-CN" sz="300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radPr>
                              <m:deg>
                                <m:r>
                                  <m:rPr>
                                    <m:brk m:alnAt="7"/>
                                  </m:r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deg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altLang="zh-CN" sz="3000" i="1" dirty="0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pt-BR" altLang="zh-CN" sz="3000" i="1" dirty="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b="0" i="1" dirty="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3000" b="0" i="1" dirty="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rad>
                          </m:e>
                        </m:func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(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当右端存在时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).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05" y="3015682"/>
                <a:ext cx="8669655" cy="1197610"/>
              </a:xfrm>
              <a:prstGeom prst="rect">
                <a:avLst/>
              </a:prstGeom>
              <a:blipFill rotWithShape="1">
                <a:blip r:embed="rId1"/>
                <a:stretch>
                  <a:fillRect t="-8595" b="-8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80975" y="309880"/>
                <a:ext cx="8669655" cy="30067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为实的幂级数，由上定理：实幂级数和复幂级数有相同收敛半径，因此求复幂级数的收敛半径转化为求实幂级数的收敛半径。因此由高数中方法，有：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309880"/>
                <a:ext cx="8669655" cy="30067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317500" y="4588510"/>
                <a:ext cx="8671560" cy="1145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约定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表示级数仅在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点收敛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；</m:t>
                    </m:r>
                  </m:oMath>
                </a14:m>
                <a:endParaRPr lang="en-US" altLang="zh-CN" sz="30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3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楷体" panose="02010609060101010101" pitchFamily="49" charset="-12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=+∞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sym typeface="+mn-ea"/>
                  </a:rPr>
                  <a:t>表示级数在整个复平面上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  <a:sym typeface="+mn-ea"/>
                  </a:rPr>
                  <a:t>收敛。</a:t>
                </a:r>
                <a:endParaRPr lang="en-US" altLang="zh-CN" sz="3000" dirty="0">
                  <a:solidFill>
                    <a:schemeClr val="tx1"/>
                  </a:solidFill>
                  <a:latin typeface="Cambria Math" panose="02040503050406030204" pitchFamily="18" charset="0"/>
                  <a:ea typeface="楷体" panose="02010609060101010101" pitchFamily="49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0" y="4588510"/>
                <a:ext cx="8671560" cy="1145250"/>
              </a:xfrm>
              <a:prstGeom prst="rect">
                <a:avLst/>
              </a:prstGeom>
              <a:blipFill rotWithShape="1">
                <a:blip r:embed="rId3"/>
                <a:stretch>
                  <a:fillRect b="-1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3" grpId="0"/>
      <p:bldP spid="3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78401" y="598968"/>
                <a:ext cx="4903470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zh-CN" altLang="en-US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收敛范围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01" y="598968"/>
                <a:ext cx="4903470" cy="662940"/>
              </a:xfrm>
              <a:prstGeom prst="rect">
                <a:avLst/>
              </a:prstGeom>
              <a:blipFill rotWithShape="1">
                <a:blip r:embed="rId1"/>
                <a:stretch>
                  <a:fillRect l="-12" t="-11615" r="12" b="-117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78401" y="1287425"/>
                <a:ext cx="6491906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</m:func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01" y="1287425"/>
                <a:ext cx="6491906" cy="662940"/>
              </a:xfrm>
              <a:prstGeom prst="rect">
                <a:avLst/>
              </a:prstGeom>
              <a:blipFill rotWithShape="1">
                <a:blip r:embed="rId2"/>
                <a:stretch>
                  <a:fillRect l="-9" t="-31651" r="4" b="-31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913129" y="2244788"/>
                <a:ext cx="4578084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29" y="2244788"/>
                <a:ext cx="4578084" cy="662940"/>
              </a:xfrm>
              <a:prstGeom prst="rect">
                <a:avLst/>
              </a:prstGeom>
              <a:blipFill rotWithShape="1">
                <a:blip r:embed="rId3"/>
                <a:stretch>
                  <a:fillRect l="-14" t="-18879" r="8" b="-190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913129" y="2907728"/>
                <a:ext cx="4578084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zh-CN" altLang="en-US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处发散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29" y="2907728"/>
                <a:ext cx="4578084" cy="662940"/>
              </a:xfrm>
              <a:prstGeom prst="rect">
                <a:avLst/>
              </a:prstGeom>
              <a:blipFill rotWithShape="1">
                <a:blip r:embed="rId4"/>
                <a:stretch>
                  <a:fillRect l="-14" t="-11600" r="8" b="-11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913129" y="3618803"/>
                <a:ext cx="4578084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即：收敛范围为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29" y="3618803"/>
                <a:ext cx="4578084" cy="662940"/>
              </a:xfrm>
              <a:prstGeom prst="rect">
                <a:avLst/>
              </a:prstGeom>
              <a:blipFill rotWithShape="1">
                <a:blip r:embed="rId5"/>
                <a:stretch>
                  <a:fillRect l="-14" t="-1715" r="8" b="-17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5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61424" y="640790"/>
                <a:ext cx="3987165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7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𝑖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24" y="640790"/>
                <a:ext cx="3987165" cy="662940"/>
              </a:xfrm>
              <a:prstGeom prst="rect">
                <a:avLst/>
              </a:prstGeom>
              <a:blipFill rotWithShape="1">
                <a:blip r:embed="rId1"/>
                <a:stretch>
                  <a:fillRect l="-3" t="-1448" r="3" b="-1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83944" y="1216151"/>
                <a:ext cx="4475749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e>
                      <m:sup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p>
                    </m:sSup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7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func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4" y="1216151"/>
                <a:ext cx="4475749" cy="662940"/>
              </a:xfrm>
              <a:prstGeom prst="rect">
                <a:avLst/>
              </a:prstGeom>
              <a:blipFill rotWithShape="1">
                <a:blip r:embed="rId2"/>
                <a:stretch>
                  <a:fillRect l="-2" t="-25402" r="8" b="-25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572000" y="1253181"/>
                <a:ext cx="993195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253181"/>
                <a:ext cx="993195" cy="662940"/>
              </a:xfrm>
              <a:prstGeom prst="rect">
                <a:avLst/>
              </a:prstGeom>
              <a:blipFill rotWithShape="1">
                <a:blip r:embed="rId3"/>
                <a:stretch>
                  <a:fillRect t="-18057" r="6" b="-18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956109" y="1995635"/>
                <a:ext cx="3524452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7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  <m:sup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𝑜</m:t>
                          </m:r>
                        </m:sup>
                      </m:sSup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pt-BR" altLang="zh-CN" sz="27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27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limLow>
                            <m:limLowPr>
                              <m:ctrlPr>
                                <a:rPr lang="pt-BR" altLang="zh-CN" sz="27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270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altLang="zh-CN" sz="27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pt-BR" altLang="zh-CN" sz="27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  <m:rad>
                            <m:radPr>
                              <m:ctrlPr>
                                <a:rPr lang="pt-BR" altLang="zh-CN" sz="27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+</m:t>
                                  </m:r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𝑖</m:t>
                                  </m:r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7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09" y="1995635"/>
                <a:ext cx="3524452" cy="662940"/>
              </a:xfrm>
              <a:prstGeom prst="rect">
                <a:avLst/>
              </a:prstGeom>
              <a:blipFill rotWithShape="1">
                <a:blip r:embed="rId4"/>
                <a:stretch>
                  <a:fillRect l="-12" t="-68557" b="-68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381619" y="2032665"/>
                <a:ext cx="993195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619" y="2032665"/>
                <a:ext cx="993195" cy="662940"/>
              </a:xfrm>
              <a:prstGeom prst="rect">
                <a:avLst/>
              </a:prstGeom>
              <a:blipFill rotWithShape="1">
                <a:blip r:embed="rId3"/>
                <a:stretch>
                  <a:fillRect l="-12" t="-18012" r="18" b="-18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53882" y="3193014"/>
                <a:ext cx="2989901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en-US" altLang="zh-CN" sz="27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82" y="3193014"/>
                <a:ext cx="2989901" cy="662675"/>
              </a:xfrm>
              <a:prstGeom prst="rect">
                <a:avLst/>
              </a:prstGeom>
              <a:blipFill rotWithShape="1">
                <a:blip r:embed="rId5"/>
                <a:stretch>
                  <a:fillRect l="-6" t="-1473" r="17"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53882" y="3727188"/>
                <a:ext cx="5446337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ea typeface="楷体" panose="02010609060101010101" pitchFamily="49" charset="-122"/>
                  </a:rPr>
                  <a:t>解：令</a:t>
                </a: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，则级数变为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82" y="3727188"/>
                <a:ext cx="5446337" cy="662940"/>
              </a:xfrm>
              <a:prstGeom prst="rect">
                <a:avLst/>
              </a:prstGeom>
              <a:blipFill rotWithShape="1">
                <a:blip r:embed="rId6"/>
                <a:stretch>
                  <a:fillRect l="-3" t="-5708" r="2" b="-5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016421" y="4389863"/>
                <a:ext cx="2838497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en-US" altLang="zh-CN" sz="27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pt-BR" altLang="zh-CN" sz="270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zh-CN" sz="27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2700" i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altLang="zh-CN" sz="27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pt-BR" altLang="zh-CN" sz="270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  <m:f>
                            <m:fPr>
                              <m:ctrlP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|</m:t>
                          </m:r>
                        </m:e>
                      </m:func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421" y="4389863"/>
                <a:ext cx="2838497" cy="662940"/>
              </a:xfrm>
              <a:prstGeom prst="rect">
                <a:avLst/>
              </a:prstGeom>
              <a:blipFill rotWithShape="1">
                <a:blip r:embed="rId7"/>
                <a:stretch>
                  <a:fillRect l="-15" t="-36319" r="16" b="-36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854918" y="4469642"/>
                <a:ext cx="4730338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即：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4918" y="4469642"/>
                <a:ext cx="4730338" cy="662940"/>
              </a:xfrm>
              <a:prstGeom prst="rect">
                <a:avLst/>
              </a:prstGeom>
              <a:blipFill rotWithShape="1">
                <a:blip r:embed="rId8"/>
                <a:stretch>
                  <a:fillRect l="-10" t="-5729" r="1" b="-5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1134177" y="5335286"/>
                <a:ext cx="3744040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77" y="5335286"/>
                <a:ext cx="3744040" cy="662940"/>
              </a:xfrm>
              <a:prstGeom prst="rect">
                <a:avLst/>
              </a:prstGeom>
              <a:blipFill rotWithShape="1">
                <a:blip r:embed="rId9"/>
                <a:stretch>
                  <a:fillRect l="-2" t="-5654" r="4" b="-5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958614" y="5335286"/>
                <a:ext cx="3744040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614" y="5335286"/>
                <a:ext cx="3744040" cy="662940"/>
              </a:xfrm>
              <a:prstGeom prst="rect">
                <a:avLst/>
              </a:prstGeom>
              <a:blipFill rotWithShape="1">
                <a:blip r:embed="rId10"/>
                <a:stretch>
                  <a:fillRect l="-14" t="-5654" r="16" b="-58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5" grpId="0"/>
      <p:bldP spid="8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2701" y="559767"/>
                <a:ext cx="7847127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练习：</a:t>
                </a: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1.</a:t>
                </a: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zh-CN" altLang="en-US" sz="27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下</m:t>
                    </m:r>
                    <m:r>
                      <a:rPr lang="zh-CN" altLang="en-US" sz="27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列</m:t>
                    </m:r>
                    <m:r>
                      <a:rPr lang="zh-CN" altLang="en-US" sz="27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幂级数</m:t>
                    </m:r>
                    <m:r>
                      <a:rPr lang="zh-CN" altLang="en-US" sz="27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</m:t>
                    </m:r>
                    <m:r>
                      <a:rPr lang="zh-CN" altLang="en-US" sz="2700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  <m:r>
                      <a:rPr lang="zh-CN" altLang="en-US" sz="27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半径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01" y="559767"/>
                <a:ext cx="7847127" cy="662675"/>
              </a:xfrm>
              <a:prstGeom prst="rect">
                <a:avLst/>
              </a:prstGeom>
              <a:blipFill rotWithShape="1">
                <a:blip r:embed="rId1"/>
                <a:stretch>
                  <a:fillRect l="-4" t="-50" r="1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1325406" y="1172259"/>
                <a:ext cx="2989901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1)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7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CN" sz="27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𝑝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(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06" y="1172259"/>
                <a:ext cx="2989901" cy="662675"/>
              </a:xfrm>
              <a:prstGeom prst="rect">
                <a:avLst/>
              </a:prstGeom>
              <a:blipFill rotWithShape="1">
                <a:blip r:embed="rId2"/>
                <a:stretch>
                  <a:fillRect l="-5" t="-19460" r="16" b="-19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704882" y="1172259"/>
                <a:ext cx="2989901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2)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7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zh-CN" sz="27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en-US" altLang="zh-CN" sz="27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882" y="1172259"/>
                <a:ext cx="2989901" cy="662675"/>
              </a:xfrm>
              <a:prstGeom prst="rect">
                <a:avLst/>
              </a:prstGeom>
              <a:blipFill rotWithShape="1">
                <a:blip r:embed="rId3"/>
                <a:stretch>
                  <a:fillRect l="-6" t="-19460" r="16" b="-19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1247936" y="2078762"/>
                <a:ext cx="764579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发散</m:t>
                    </m:r>
                    <m:r>
                      <a:rPr lang="en-US" altLang="zh-CN" sz="27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的收敛半径为</a:t>
                </a: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36" y="2078762"/>
                <a:ext cx="7645793" cy="662675"/>
              </a:xfrm>
              <a:prstGeom prst="rect">
                <a:avLst/>
              </a:prstGeom>
              <a:blipFill rotWithShape="1">
                <a:blip r:embed="rId4"/>
                <a:stretch>
                  <a:fillRect l="-2" t="-61" r="7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9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 txBox="1"/>
          <p:nvPr/>
        </p:nvSpPr>
        <p:spPr>
          <a:xfrm>
            <a:off x="232701" y="2983258"/>
            <a:ext cx="1092705" cy="6629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:1)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285063" y="2909533"/>
                <a:ext cx="7093728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𝑝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(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𝑝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pt-BR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063" y="2909533"/>
                <a:ext cx="7093728" cy="662940"/>
              </a:xfrm>
              <a:prstGeom prst="rect">
                <a:avLst/>
              </a:prstGeom>
              <a:blipFill rotWithShape="1">
                <a:blip r:embed="rId5"/>
                <a:stretch>
                  <a:fillRect l="-6" t="-33807" r="8" b="-33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/>
          <p:cNvSpPr txBox="1"/>
          <p:nvPr/>
        </p:nvSpPr>
        <p:spPr>
          <a:xfrm>
            <a:off x="232701" y="4021182"/>
            <a:ext cx="1092705" cy="66294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:2)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47936" y="3947457"/>
                <a:ext cx="4686039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/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!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/</m:t>
                                </m:r>
                                <m:d>
                                  <m:d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!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936" y="3947457"/>
                <a:ext cx="4686039" cy="662940"/>
              </a:xfrm>
              <a:prstGeom prst="rect">
                <a:avLst/>
              </a:prstGeom>
              <a:blipFill rotWithShape="1">
                <a:blip r:embed="rId6"/>
                <a:stretch>
                  <a:fillRect l="-3" t="-33474" r="11" b="-33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1674657" y="4978860"/>
                <a:ext cx="2897344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pt-BR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BR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657" y="4978860"/>
                <a:ext cx="2897344" cy="662940"/>
              </a:xfrm>
              <a:prstGeom prst="rect">
                <a:avLst/>
              </a:prstGeom>
              <a:blipFill rotWithShape="1">
                <a:blip r:embed="rId7"/>
                <a:stretch>
                  <a:fillRect l="-6" t="-44705" b="-44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281619" y="4978860"/>
                <a:ext cx="925649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den>
                      </m:f>
                    </m:oMath>
                  </m:oMathPara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619" y="4978860"/>
                <a:ext cx="925649" cy="662940"/>
              </a:xfrm>
              <a:prstGeom prst="rect">
                <a:avLst/>
              </a:prstGeom>
              <a:blipFill rotWithShape="1">
                <a:blip r:embed="rId8"/>
                <a:stretch>
                  <a:fillRect l="-49" t="-46334" r="29" b="-46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1" grpId="0"/>
      <p:bldP spid="2" grpId="0"/>
      <p:bldP spid="3" grpId="0"/>
      <p:bldP spid="5" grpId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404006" y="640790"/>
                <a:ext cx="764579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2.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7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发散</m:t>
                    </m:r>
                    <m:r>
                      <a:rPr lang="en-US" altLang="zh-CN" sz="27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sz="27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7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的收敛半径为</a:t>
                </a:r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06" y="640790"/>
                <a:ext cx="7645793" cy="662675"/>
              </a:xfrm>
              <a:prstGeom prst="rect">
                <a:avLst/>
              </a:prstGeom>
              <a:blipFill rotWithShape="1">
                <a:blip r:embed="rId1"/>
                <a:stretch>
                  <a:fillRect l="-2" t="-11" r="7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404007" y="1345287"/>
                <a:ext cx="2276630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07" y="1345287"/>
                <a:ext cx="2276630" cy="662675"/>
              </a:xfrm>
              <a:prstGeom prst="rect">
                <a:avLst/>
              </a:prstGeom>
              <a:blipFill rotWithShape="1">
                <a:blip r:embed="rId2"/>
                <a:stretch>
                  <a:fillRect l="-6" t="-54" r="13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105047" y="2049784"/>
                <a:ext cx="3919340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在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m:rPr>
                        <m:nor/>
                      </m:rPr>
                      <a:rPr lang="zh-CN" altLang="en-US" sz="27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处</m:t>
                    </m:r>
                    <m:r>
                      <a:rPr lang="zh-CN" altLang="en-US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收敛</m:t>
                    </m:r>
                  </m:oMath>
                </a14:m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047" y="2049784"/>
                <a:ext cx="3919340" cy="662675"/>
              </a:xfrm>
              <a:prstGeom prst="rect">
                <a:avLst/>
              </a:prstGeom>
              <a:blipFill rotWithShape="1">
                <a:blip r:embed="rId3"/>
                <a:stretch>
                  <a:fillRect l="-4" t="-1" r="7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5024387" y="2091606"/>
                <a:ext cx="1392709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387" y="2091606"/>
                <a:ext cx="1392709" cy="662675"/>
              </a:xfrm>
              <a:prstGeom prst="rect">
                <a:avLst/>
              </a:prstGeom>
              <a:blipFill rotWithShape="1">
                <a:blip r:embed="rId4"/>
                <a:stretch>
                  <a:fillRect l="-19" t="-83" r="30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1083263" y="2796103"/>
                <a:ext cx="778160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𝐴𝑏𝑒𝑙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7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7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7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7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内绝对收敛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263" y="2796103"/>
                <a:ext cx="7781603" cy="662675"/>
              </a:xfrm>
              <a:prstGeom prst="rect">
                <a:avLst/>
              </a:prstGeom>
              <a:blipFill rotWithShape="1">
                <a:blip r:embed="rId5"/>
                <a:stretch>
                  <a:fillRect l="-8" t="-30" r="3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1133586" y="3500600"/>
                <a:ext cx="2211194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7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7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7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收敛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586" y="3500600"/>
                <a:ext cx="2211194" cy="662675"/>
              </a:xfrm>
              <a:prstGeom prst="rect">
                <a:avLst/>
              </a:prstGeom>
              <a:blipFill rotWithShape="1">
                <a:blip r:embed="rId6"/>
                <a:stretch>
                  <a:fillRect l="-5" t="-72" r="11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133585" y="4199029"/>
                <a:ext cx="2456637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矛盾，</a:t>
                </a:r>
                <a14:m>
                  <m:oMath xmlns:m="http://schemas.openxmlformats.org/officeDocument/2006/math">
                    <m:r>
                      <a:rPr lang="zh-CN" altLang="en-US" sz="27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585" y="4199029"/>
                <a:ext cx="2456637" cy="662675"/>
              </a:xfrm>
              <a:prstGeom prst="rect">
                <a:avLst/>
              </a:prstGeom>
              <a:blipFill rotWithShape="1">
                <a:blip r:embed="rId7"/>
                <a:stretch>
                  <a:fillRect l="-4" t="-62" r="23" b="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3" grpId="0"/>
      <p:bldP spid="5" grpId="0"/>
      <p:bldP spid="8" grpId="0"/>
      <p:bldP spid="9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22036" y="640790"/>
            <a:ext cx="1411734" cy="53939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性质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02895" y="1041400"/>
                <a:ext cx="8935720" cy="87566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则：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5" y="1041400"/>
                <a:ext cx="8935720" cy="87566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303530" y="1966595"/>
                <a:ext cx="8745220" cy="7766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" y="1966595"/>
                <a:ext cx="8745220" cy="7766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302894" y="2726055"/>
                <a:ext cx="8935720" cy="10096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4" y="2726055"/>
                <a:ext cx="8935720" cy="1009650"/>
              </a:xfrm>
              <a:prstGeom prst="rect">
                <a:avLst/>
              </a:prstGeom>
              <a:blipFill rotWithShape="1">
                <a:blip r:embed="rId3"/>
                <a:stretch>
                  <a:fillRect l="-7" r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0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3776797" y="3502660"/>
                <a:ext cx="4987006" cy="100965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797" y="3502660"/>
                <a:ext cx="4987006" cy="1009650"/>
              </a:xfrm>
              <a:prstGeom prst="rect">
                <a:avLst/>
              </a:prstGeom>
              <a:blipFill rotWithShape="1">
                <a:blip r:embed="rId4"/>
                <a:stretch>
                  <a:fillRect l="-9" r="-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标题 1"/>
              <p:cNvSpPr txBox="1"/>
              <p:nvPr/>
            </p:nvSpPr>
            <p:spPr>
              <a:xfrm>
                <a:off x="190299" y="740214"/>
                <a:ext cx="8841105" cy="149284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内解析，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𝑔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den>
                    </m:f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内解析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99" y="740214"/>
                <a:ext cx="8841105" cy="1492848"/>
              </a:xfrm>
              <a:prstGeom prst="rect">
                <a:avLst/>
              </a:prstGeom>
              <a:blipFill rotWithShape="1">
                <a:blip r:embed="rId1"/>
                <a:stretch>
                  <a:fillRect l="-5" t="-29" r="5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90299" y="2326740"/>
                <a:ext cx="8654415" cy="240982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内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 解析且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宋体" panose="02010600030101010101" pitchFamily="2" charset="-122"/>
                  </a:rPr>
                  <a:t>。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则当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时</a:t>
                </a:r>
                <a:r>
                  <a:rPr lang="zh-CN" altLang="en-US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，</a:t>
                </a:r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[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99" y="2326740"/>
                <a:ext cx="8654415" cy="2409825"/>
              </a:xfrm>
              <a:prstGeom prst="rect">
                <a:avLst/>
              </a:prstGeom>
              <a:blipFill rotWithShape="1">
                <a:blip r:embed="rId2"/>
                <a:stretch>
                  <a:fillRect l="-5" t="-4" r="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7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1920" y="423545"/>
                <a:ext cx="7668895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𝐸𝑔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zh-CN" altLang="en-US" sz="2700" b="0" i="1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利用级数除法计算</m:t>
                      </m:r>
                      <m:f>
                        <m:fPr>
                          <m:ctrlPr>
                            <a:rPr lang="en-US" altLang="zh-CN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7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  <m:r>
                        <a:rPr lang="zh-CN" altLang="en-US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的对应级数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700" b="0" i="1" smtClean="0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423545"/>
                <a:ext cx="7668895" cy="662940"/>
              </a:xfrm>
              <a:prstGeom prst="rect">
                <a:avLst/>
              </a:prstGeom>
              <a:blipFill rotWithShape="1">
                <a:blip r:embed="rId1"/>
                <a:stretch>
                  <a:fillRect t="-36590" b="-36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92505" y="1472374"/>
                <a:ext cx="8189379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</m:t>
                          </m:r>
                        </m:e>
                      </m:rad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" y="1472374"/>
                <a:ext cx="8189379" cy="662675"/>
              </a:xfrm>
              <a:prstGeom prst="rect">
                <a:avLst/>
              </a:prstGeom>
              <a:blipFill rotWithShape="1">
                <a:blip r:embed="rId2"/>
                <a:stretch>
                  <a:fillRect l="-1" t="-32360" r="6" b="-323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3320832" y="1141036"/>
                <a:ext cx="39933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832" y="1141036"/>
                <a:ext cx="399333" cy="662675"/>
              </a:xfrm>
              <a:prstGeom prst="rect">
                <a:avLst/>
              </a:prstGeom>
              <a:blipFill rotWithShape="1">
                <a:blip r:embed="rId3"/>
                <a:stretch>
                  <a:fillRect l="-104" t="-87" r="84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359217" y="1895997"/>
                <a:ext cx="2887579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217" y="1895997"/>
                <a:ext cx="2887579" cy="662675"/>
              </a:xfrm>
              <a:prstGeom prst="rect">
                <a:avLst/>
              </a:prstGeom>
              <a:blipFill rotWithShape="1">
                <a:blip r:embed="rId4"/>
                <a:stretch>
                  <a:fillRect l="-2" t="-32371" r="10" b="-32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3821230" y="2726979"/>
                <a:ext cx="2887579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</m:t>
                          </m:r>
                        </m:e>
                      </m:acc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30" y="2726979"/>
                <a:ext cx="2887579" cy="662675"/>
              </a:xfrm>
              <a:prstGeom prst="rect">
                <a:avLst/>
              </a:prstGeom>
              <a:blipFill rotWithShape="1">
                <a:blip r:embed="rId5"/>
                <a:stretch>
                  <a:fillRect l="-15" t="-36648" r="1" b="-366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3578249" y="1110316"/>
                <a:ext cx="39933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sz="27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𝑧</m:t>
                      </m:r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249" y="1110316"/>
                <a:ext cx="399333" cy="662675"/>
              </a:xfrm>
              <a:prstGeom prst="rect">
                <a:avLst/>
              </a:prstGeom>
              <a:blipFill rotWithShape="1">
                <a:blip r:embed="rId6"/>
                <a:stretch>
                  <a:fillRect l="-6" t="-51" r="-2275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3821230" y="3476145"/>
                <a:ext cx="2762450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1230" y="3476145"/>
                <a:ext cx="2762450" cy="662675"/>
              </a:xfrm>
              <a:prstGeom prst="rect">
                <a:avLst/>
              </a:prstGeom>
              <a:blipFill rotWithShape="1">
                <a:blip r:embed="rId7"/>
                <a:stretch>
                  <a:fillRect l="-16" t="-32124" b="-32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4339390" y="4303918"/>
                <a:ext cx="2887579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</m:t>
                          </m:r>
                        </m:e>
                      </m:acc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390" y="4303918"/>
                <a:ext cx="2887579" cy="662675"/>
              </a:xfrm>
              <a:prstGeom prst="rect">
                <a:avLst/>
              </a:prstGeom>
              <a:blipFill rotWithShape="1">
                <a:blip r:embed="rId8"/>
                <a:stretch>
                  <a:fillRect l="-15" t="-36684" r="1" b="-36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4035425" y="972185"/>
                <a:ext cx="2210435" cy="66294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5" y="972185"/>
                <a:ext cx="2210435" cy="662940"/>
              </a:xfrm>
              <a:prstGeom prst="rect">
                <a:avLst/>
              </a:prstGeom>
              <a:blipFill rotWithShape="1">
                <a:blip r:embed="rId9"/>
                <a:stretch>
                  <a:fillRect t="-23755" b="-23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4339390" y="5131691"/>
                <a:ext cx="2762450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390" y="5131691"/>
                <a:ext cx="2762450" cy="662675"/>
              </a:xfrm>
              <a:prstGeom prst="rect">
                <a:avLst/>
              </a:prstGeom>
              <a:blipFill rotWithShape="1">
                <a:blip r:embed="rId10"/>
                <a:stretch>
                  <a:fillRect l="-16" t="-32140" b="-32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5001930" y="5976351"/>
                <a:ext cx="2476900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</m:t>
                          </m:r>
                        </m:e>
                      </m:acc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930" y="5976351"/>
                <a:ext cx="2476900" cy="662675"/>
              </a:xfrm>
              <a:prstGeom prst="rect">
                <a:avLst/>
              </a:prstGeom>
              <a:blipFill rotWithShape="1">
                <a:blip r:embed="rId11"/>
                <a:stretch>
                  <a:fillRect l="-1" t="-36660" r="18" b="-36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4745255" y="1102724"/>
                <a:ext cx="399333" cy="66267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zh-CN" sz="27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255" y="1102724"/>
                <a:ext cx="399333" cy="662675"/>
              </a:xfrm>
              <a:prstGeom prst="rect">
                <a:avLst/>
              </a:prstGeom>
              <a:blipFill rotWithShape="1">
                <a:blip r:embed="rId12"/>
                <a:stretch>
                  <a:fillRect l="-134" t="-55" r="-5983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167640" y="647228"/>
                <a:ext cx="8556625" cy="137350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𝑇ℎ𝑚</m:t>
                    </m:r>
                    <m:r>
                      <a:rPr lang="en-US" altLang="zh-CN" sz="3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则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在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内解析且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" y="647228"/>
                <a:ext cx="8556625" cy="1373505"/>
              </a:xfrm>
              <a:prstGeom prst="rect">
                <a:avLst/>
              </a:prstGeom>
              <a:blipFill rotWithShape="1">
                <a:blip r:embed="rId1"/>
                <a:stretch>
                  <a:fillRect t="-3803" b="-3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标题 1"/>
              <p:cNvSpPr txBox="1"/>
              <p:nvPr/>
            </p:nvSpPr>
            <p:spPr>
              <a:xfrm>
                <a:off x="243840" y="1856105"/>
                <a:ext cx="1800225" cy="68707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逐项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求导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1856105"/>
                <a:ext cx="1800225" cy="687070"/>
              </a:xfrm>
              <a:prstGeom prst="rect">
                <a:avLst/>
              </a:prstGeom>
              <a:blipFill rotWithShape="1">
                <a:blip r:embed="rId2"/>
                <a:stretch>
                  <a:fillRect t="-1664" b="-17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标题 1"/>
              <p:cNvSpPr txBox="1"/>
              <p:nvPr/>
            </p:nvSpPr>
            <p:spPr>
              <a:xfrm>
                <a:off x="236855" y="3484245"/>
                <a:ext cx="8669655" cy="131254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solidFill>
                      <a:srgbClr val="FF0000"/>
                    </a:solidFill>
                    <a:ea typeface="楷体" panose="02010609060101010101" pitchFamily="49" charset="-122"/>
                  </a:rPr>
                  <a:t>逐项</a:t>
                </a:r>
                <a14:m>
                  <m:oMath xmlns:m="http://schemas.openxmlformats.org/officeDocument/2006/math">
                    <m:r>
                      <a:rPr lang="zh-CN" altLang="en-US" sz="3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积分</m:t>
                    </m:r>
                    <m:r>
                      <a:rPr lang="zh-CN" altLang="en-US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：</m:t>
                    </m:r>
                    <m:nary>
                      <m:naryPr>
                        <m:ctrlPr>
                          <a:rPr lang="zh-CN" altLang="en-US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55" y="3484245"/>
                <a:ext cx="8669655" cy="13125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43840" y="4530725"/>
                <a:ext cx="8549005" cy="1736090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nary>
                          <m:nary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b>
                          <m:sup/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nary>
                              <m:naryPr>
                                <m:chr m:val="∑"/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f>
                                  <m:fPr>
                                    <m:ctrlP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3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nary>
                          </m:e>
                        </m:nary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;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4530725"/>
                <a:ext cx="8549005" cy="1736090"/>
              </a:xfrm>
              <a:prstGeom prst="rect">
                <a:avLst/>
              </a:prstGeom>
              <a:blipFill rotWithShape="1">
                <a:blip r:embed="rId4"/>
                <a:stretch>
                  <a:fillRect t="-1317" b="-1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36855" y="2429075"/>
                <a:ext cx="8823960" cy="927969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+mn-ea"/>
                      </a:rPr>
                      <m:t>=</m:t>
                    </m:r>
                    <m:sSup>
                      <m:sSupPr>
                        <m:ctrlP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/>
                                    </m:sSub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/>
                            </m:sSub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55" y="2429075"/>
                <a:ext cx="8823960" cy="927969"/>
              </a:xfrm>
              <a:prstGeom prst="rect">
                <a:avLst/>
              </a:prstGeom>
              <a:blipFill rotWithShape="1">
                <a:blip r:embed="rId5"/>
                <a:stretch>
                  <a:fillRect t="-22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11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6" grpId="0"/>
      <p:bldP spid="8" grpId="0"/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263973" y="492827"/>
                <a:ext cx="4472305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73" y="492827"/>
                <a:ext cx="4472305" cy="859155"/>
              </a:xfrm>
              <a:prstGeom prst="rect">
                <a:avLst/>
              </a:prstGeom>
              <a:blipFill rotWithShape="1">
                <a:blip r:embed="rId1"/>
                <a:stretch>
                  <a:fillRect l="-10" t="-8" r="10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263972" y="1169804"/>
                <a:ext cx="461424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72" y="1169804"/>
                <a:ext cx="4614243" cy="859155"/>
              </a:xfrm>
              <a:prstGeom prst="rect">
                <a:avLst/>
              </a:prstGeom>
              <a:blipFill rotWithShape="1">
                <a:blip r:embed="rId2"/>
                <a:stretch>
                  <a:fillRect l="-10" t="-10067" r="3" b="-10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4829555" y="1169803"/>
                <a:ext cx="461424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555" y="1169803"/>
                <a:ext cx="4614243" cy="859155"/>
              </a:xfrm>
              <a:prstGeom prst="rect">
                <a:avLst/>
              </a:prstGeom>
              <a:blipFill rotWithShape="1">
                <a:blip r:embed="rId3"/>
                <a:stretch>
                  <a:fillRect l="-8" t="-15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984263" y="1991160"/>
                <a:ext cx="6369438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</m:t>
                        </m:r>
                      </m:sub>
                      <m:sup/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</m:nary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63" y="1991160"/>
                <a:ext cx="6369438" cy="859155"/>
              </a:xfrm>
              <a:prstGeom prst="rect">
                <a:avLst/>
              </a:prstGeom>
              <a:blipFill rotWithShape="1">
                <a:blip r:embed="rId4"/>
                <a:stretch>
                  <a:fillRect t="-7072" r="6" b="-7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047278" y="2850314"/>
                <a:ext cx="4494116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</m:nary>
                    <m:nary>
                      <m:nary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𝑐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278" y="2850314"/>
                <a:ext cx="4494116" cy="859155"/>
              </a:xfrm>
              <a:prstGeom prst="rect">
                <a:avLst/>
              </a:prstGeom>
              <a:blipFill rotWithShape="1">
                <a:blip r:embed="rId5"/>
                <a:stretch>
                  <a:fillRect l="-12" t="-7072" r="3" b="-7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3047278" y="3637981"/>
                <a:ext cx="311289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278" y="3637981"/>
                <a:ext cx="3112890" cy="859155"/>
              </a:xfrm>
              <a:prstGeom prst="rect">
                <a:avLst/>
              </a:prstGeom>
              <a:blipFill rotWithShape="1">
                <a:blip r:embed="rId6"/>
                <a:stretch>
                  <a:fillRect l="-18" t="-8" r="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817749" y="3633701"/>
                <a:ext cx="1973901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749" y="3633701"/>
                <a:ext cx="1973901" cy="859155"/>
              </a:xfrm>
              <a:prstGeom prst="rect">
                <a:avLst/>
              </a:prstGeom>
              <a:blipFill rotWithShape="1">
                <a:blip r:embed="rId7"/>
                <a:stretch>
                  <a:fillRect l="-26" t="-1579" r="10" b="-1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984263" y="4440619"/>
                <a:ext cx="345226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63" y="4440619"/>
                <a:ext cx="3452260" cy="859155"/>
              </a:xfrm>
              <a:prstGeom prst="rect">
                <a:avLst/>
              </a:prstGeom>
              <a:blipFill rotWithShape="1">
                <a:blip r:embed="rId8"/>
                <a:stretch>
                  <a:fillRect t="-1560" r="12" b="-1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4274499" y="4452545"/>
                <a:ext cx="147178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4499" y="4452545"/>
                <a:ext cx="1471783" cy="859155"/>
              </a:xfrm>
              <a:prstGeom prst="rect">
                <a:avLst/>
              </a:prstGeom>
              <a:blipFill rotWithShape="1">
                <a:blip r:embed="rId9"/>
                <a:stretch>
                  <a:fillRect l="-21" t="-11743" r="11" b="-11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957315" y="4501416"/>
                <a:ext cx="1834335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315" y="4501416"/>
                <a:ext cx="1834335" cy="859155"/>
              </a:xfrm>
              <a:prstGeom prst="rect">
                <a:avLst/>
              </a:prstGeom>
              <a:blipFill rotWithShape="1">
                <a:blip r:embed="rId10"/>
                <a:stretch>
                  <a:fillRect l="-21" t="-62" r="1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3" grpId="0"/>
      <p:bldP spid="5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0" y="244411"/>
                <a:ext cx="3062605" cy="121983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4411"/>
                <a:ext cx="3062605" cy="1219835"/>
              </a:xfrm>
              <a:prstGeom prst="rect">
                <a:avLst/>
              </a:prstGeom>
              <a:blipFill rotWithShape="1">
                <a:blip r:embed="rId1"/>
                <a:stretch>
                  <a:fillRect t="-47" b="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703808" y="1959982"/>
                <a:ext cx="4182899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unc>
                      <m:func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b="0" i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num>
                          <m:den>
                            <m:f>
                              <m:f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den>
                            </m:f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08" y="1959982"/>
                <a:ext cx="4182899" cy="859155"/>
              </a:xfrm>
              <a:prstGeom prst="rect">
                <a:avLst/>
              </a:prstGeom>
              <a:blipFill rotWithShape="1">
                <a:blip r:embed="rId2"/>
                <a:stretch>
                  <a:fillRect l="-5" t="-40250" r="9" b="-40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801383" y="2994412"/>
                <a:ext cx="461424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83" y="2994412"/>
                <a:ext cx="4614243" cy="859155"/>
              </a:xfrm>
              <a:prstGeom prst="rect">
                <a:avLst/>
              </a:prstGeom>
              <a:blipFill rotWithShape="1">
                <a:blip r:embed="rId3"/>
                <a:stretch>
                  <a:fillRect t="-11427" r="7" b="-11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4237602" y="3093674"/>
                <a:ext cx="3659928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b="0" dirty="0"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602" y="3093674"/>
                <a:ext cx="3659928" cy="859155"/>
              </a:xfrm>
              <a:prstGeom prst="rect">
                <a:avLst/>
              </a:prstGeom>
              <a:blipFill rotWithShape="1">
                <a:blip r:embed="rId4"/>
                <a:stretch>
                  <a:fillRect l="-7" t="-69" r="1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4572000" y="2047619"/>
                <a:ext cx="2042882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47619"/>
                <a:ext cx="2042882" cy="859155"/>
              </a:xfrm>
              <a:prstGeom prst="rect">
                <a:avLst/>
              </a:prstGeom>
              <a:blipFill rotWithShape="1">
                <a:blip r:embed="rId5"/>
                <a:stretch>
                  <a:fillRect t="-44" r="4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6353556" y="2047618"/>
                <a:ext cx="2042882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556" y="2047618"/>
                <a:ext cx="2042882" cy="859155"/>
              </a:xfrm>
              <a:prstGeom prst="rect">
                <a:avLst/>
              </a:prstGeom>
              <a:blipFill rotWithShape="1">
                <a:blip r:embed="rId6"/>
                <a:stretch>
                  <a:fillRect l="-19" t="-44" r="23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076490"/>
                <a:ext cx="678409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a:rPr lang="en-US" altLang="zh-CN" sz="30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𝑧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076490"/>
                <a:ext cx="6784090" cy="859155"/>
              </a:xfrm>
              <a:prstGeom prst="rect">
                <a:avLst/>
              </a:prstGeom>
              <a:blipFill rotWithShape="1">
                <a:blip r:embed="rId7"/>
                <a:stretch>
                  <a:fillRect l="-2" t="-11401" r="7" b="-1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7832637" y="3018746"/>
                <a:ext cx="131136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637" y="3018746"/>
                <a:ext cx="1311363" cy="859155"/>
              </a:xfrm>
              <a:prstGeom prst="rect">
                <a:avLst/>
              </a:prstGeom>
              <a:blipFill rotWithShape="1">
                <a:blip r:embed="rId8"/>
                <a:stretch>
                  <a:fillRect l="-42" t="-6573" b="-65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853078" y="3928495"/>
                <a:ext cx="414600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𝑑𝑧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78" y="3928495"/>
                <a:ext cx="4146003" cy="859155"/>
              </a:xfrm>
              <a:prstGeom prst="rect">
                <a:avLst/>
              </a:prstGeom>
              <a:blipFill rotWithShape="1">
                <a:blip r:embed="rId9"/>
                <a:stretch>
                  <a:fillRect l="-7" t="-6549" r="9" b="-6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773170" y="3597910"/>
                <a:ext cx="253746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170" y="3597910"/>
                <a:ext cx="2537460" cy="859155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2964581" y="4088466"/>
            <a:ext cx="731520" cy="74269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5447901" y="3977163"/>
                <a:ext cx="257512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𝑙𝑛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01" y="3977163"/>
                <a:ext cx="2575120" cy="859155"/>
              </a:xfrm>
              <a:prstGeom prst="rect">
                <a:avLst/>
              </a:prstGeom>
              <a:blipFill rotWithShape="1">
                <a:blip r:embed="rId11"/>
                <a:stretch>
                  <a:fillRect l="-9" t="-6522" r="17" b="-66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853078" y="4947621"/>
                <a:ext cx="2111504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∵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078" y="4947621"/>
                <a:ext cx="2111504" cy="859155"/>
              </a:xfrm>
              <a:prstGeom prst="rect">
                <a:avLst/>
              </a:prstGeom>
              <a:blipFill rotWithShape="1">
                <a:blip r:embed="rId12"/>
                <a:stretch>
                  <a:fillRect l="-13" t="-39" r="19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2795257" y="4922355"/>
                <a:ext cx="4146003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𝑙𝑛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257" y="4922355"/>
                <a:ext cx="4146003" cy="859155"/>
              </a:xfrm>
              <a:prstGeom prst="rect">
                <a:avLst/>
              </a:prstGeom>
              <a:blipFill rotWithShape="1">
                <a:blip r:embed="rId13"/>
                <a:stretch>
                  <a:fillRect l="-15" t="-6559" r="2" b="-6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/>
      <p:bldP spid="3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5" grpId="0" animBg="1"/>
      <p:bldP spid="16" grpId="0"/>
      <p:bldP spid="1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/>
          <p:nvPr/>
        </p:nvSpPr>
        <p:spPr>
          <a:xfrm>
            <a:off x="122036" y="672753"/>
            <a:ext cx="3545205" cy="58864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练习：求和函数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122036" y="1186114"/>
                <a:ext cx="4177398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186114"/>
                <a:ext cx="4177398" cy="700037"/>
              </a:xfrm>
              <a:prstGeom prst="rect">
                <a:avLst/>
              </a:prstGeom>
              <a:blipFill rotWithShape="1">
                <a:blip r:embed="rId1"/>
                <a:stretch>
                  <a:fillRect l="-3" t="-4072" r="12" b="-3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028766" y="1106554"/>
                <a:ext cx="334772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766" y="1106554"/>
                <a:ext cx="3347720" cy="859155"/>
              </a:xfrm>
              <a:prstGeom prst="rect">
                <a:avLst/>
              </a:prstGeom>
              <a:blipFill rotWithShape="1">
                <a:blip r:embed="rId2"/>
                <a:stretch>
                  <a:fillRect l="-6" t="-33895" r="6" b="-33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965709"/>
                <a:ext cx="5869690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ea typeface="楷体" panose="02010609060101010101" pitchFamily="49" charset="-122"/>
                  </a:rPr>
                  <a:t>解：记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965709"/>
                <a:ext cx="5869690" cy="700037"/>
              </a:xfrm>
              <a:prstGeom prst="rect">
                <a:avLst/>
              </a:prstGeom>
              <a:blipFill rotWithShape="1">
                <a:blip r:embed="rId3"/>
                <a:stretch>
                  <a:fillRect l="-2" t="-8400" r="9" b="-8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799012" y="2702844"/>
                <a:ext cx="6256305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𝑑𝑧</m:t>
                        </m:r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nary>
                          <m:nary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sSup>
                              <m:sSupPr>
                                <m:ctrlP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nary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𝑑𝑧</m:t>
                        </m:r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012" y="2702844"/>
                <a:ext cx="6256305" cy="700037"/>
              </a:xfrm>
              <a:prstGeom prst="rect">
                <a:avLst/>
              </a:prstGeom>
              <a:blipFill rotWithShape="1">
                <a:blip r:embed="rId4"/>
                <a:stretch>
                  <a:fillRect l="-3" t="-10744" r="7" b="-10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2438516" y="3386641"/>
                <a:ext cx="2860192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516" y="3386641"/>
                <a:ext cx="2860192" cy="700037"/>
              </a:xfrm>
              <a:prstGeom prst="rect">
                <a:avLst/>
              </a:prstGeom>
              <a:blipFill rotWithShape="1">
                <a:blip r:embed="rId5"/>
                <a:stretch>
                  <a:fillRect l="-4" t="-8372" r="9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2378357" y="4124124"/>
                <a:ext cx="3097614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357" y="4124124"/>
                <a:ext cx="3097614" cy="700037"/>
              </a:xfrm>
              <a:prstGeom prst="rect">
                <a:avLst/>
              </a:prstGeom>
              <a:blipFill rotWithShape="1">
                <a:blip r:embed="rId6"/>
                <a:stretch>
                  <a:fillRect l="-9" t="-14122" r="12" b="-14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882650" y="4963160"/>
                <a:ext cx="459359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den>
                        </m:f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50" y="4963160"/>
                <a:ext cx="4593590" cy="859155"/>
              </a:xfrm>
              <a:prstGeom prst="rect">
                <a:avLst/>
              </a:prstGeom>
              <a:blipFill rotWithShape="1">
                <a:blip r:embed="rId7"/>
                <a:stretch>
                  <a:fillRect t="-2143" b="-2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485978" y="4963211"/>
                <a:ext cx="3174704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978" y="4963211"/>
                <a:ext cx="3174704" cy="859155"/>
              </a:xfrm>
              <a:prstGeom prst="rect">
                <a:avLst/>
              </a:prstGeom>
              <a:blipFill rotWithShape="1">
                <a:blip r:embed="rId8"/>
                <a:stretch>
                  <a:fillRect l="-15" t="-11684" r="5" b="-11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2" grpId="0"/>
      <p:bldP spid="3" grpId="0"/>
      <p:bldP spid="5" grpId="0"/>
      <p:bldP spid="8" grpId="0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-72624" y="146770"/>
                <a:ext cx="3347720" cy="859155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</m:t>
                    </m:r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624" y="146770"/>
                <a:ext cx="3347720" cy="859155"/>
              </a:xfrm>
              <a:prstGeom prst="rect">
                <a:avLst/>
              </a:prstGeom>
              <a:blipFill rotWithShape="1">
                <a:blip r:embed="rId1"/>
                <a:stretch>
                  <a:fillRect l="7" t="-33787" r="12" b="-339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233548"/>
                <a:ext cx="5869690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ea typeface="楷体" panose="02010609060101010101" pitchFamily="49" charset="-122"/>
                  </a:rPr>
                  <a:t>解：记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𝑠</m:t>
                    </m:r>
                    <m:d>
                      <m:d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233548"/>
                <a:ext cx="5869690" cy="700037"/>
              </a:xfrm>
              <a:prstGeom prst="rect">
                <a:avLst/>
              </a:prstGeom>
              <a:blipFill rotWithShape="1">
                <a:blip r:embed="rId2"/>
                <a:stretch>
                  <a:fillRect l="-2" t="-8399" r="9" b="-84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2233151" y="3595036"/>
                <a:ext cx="1311796" cy="60981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𝑧</m:t>
                          </m:r>
                        </m:e>
                      </m:d>
                      <m: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&lt;</m:t>
                      </m:r>
                      <m:r>
                        <a:rPr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151" y="3595036"/>
                <a:ext cx="1311796" cy="609816"/>
              </a:xfrm>
              <a:prstGeom prst="rect">
                <a:avLst/>
              </a:prstGeom>
              <a:blipFill rotWithShape="1">
                <a:blip r:embed="rId3"/>
                <a:stretch>
                  <a:fillRect l="-37" t="-49" r="29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749928" y="3595036"/>
                <a:ext cx="1191900" cy="484688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928" y="3595036"/>
                <a:ext cx="1191900" cy="484688"/>
              </a:xfrm>
              <a:prstGeom prst="rect">
                <a:avLst/>
              </a:prstGeom>
              <a:blipFill rotWithShape="1">
                <a:blip r:embed="rId4"/>
                <a:stretch>
                  <a:fillRect l="-21" t="-20762" r="22" b="-20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006983" y="1933585"/>
                <a:ext cx="5869690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983" y="1933585"/>
                <a:ext cx="5869690" cy="700037"/>
              </a:xfrm>
              <a:prstGeom prst="rect">
                <a:avLst/>
              </a:prstGeom>
              <a:blipFill rotWithShape="1">
                <a:blip r:embed="rId5"/>
                <a:stretch>
                  <a:fillRect l="-7" t="-3993" r="2" b="-4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2006983" y="2728963"/>
                <a:ext cx="2488015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den>
                    </m:f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983" y="2728963"/>
                <a:ext cx="2488015" cy="700037"/>
              </a:xfrm>
              <a:prstGeom prst="rect">
                <a:avLst/>
              </a:prstGeom>
              <a:blipFill rotWithShape="1">
                <a:blip r:embed="rId6"/>
                <a:stretch>
                  <a:fillRect l="-15" t="-19374" r="19" b="-1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15"/>
          <p:cNvSpPr/>
          <p:nvPr/>
        </p:nvSpPr>
        <p:spPr>
          <a:xfrm>
            <a:off x="2531444" y="2839453"/>
            <a:ext cx="808522" cy="7555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667225" y="2839453"/>
            <a:ext cx="693019" cy="7555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4941828" y="2771529"/>
                <a:ext cx="2488015" cy="700037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000" b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</m:e>
                    </m:d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f>
                      <m:f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828" y="2771529"/>
                <a:ext cx="2488015" cy="700037"/>
              </a:xfrm>
              <a:prstGeom prst="rect">
                <a:avLst/>
              </a:prstGeom>
              <a:blipFill rotWithShape="1">
                <a:blip r:embed="rId7"/>
                <a:stretch>
                  <a:fillRect l="-10" t="-19377" r="14" b="-19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122036" y="586210"/>
                <a:ext cx="8422005" cy="6741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表示成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的幂级数，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586210"/>
                <a:ext cx="8422005" cy="674156"/>
              </a:xfrm>
              <a:prstGeom prst="rect">
                <a:avLst/>
              </a:prstGeom>
              <a:blipFill rotWithShape="1">
                <a:blip r:embed="rId1"/>
                <a:stretch>
                  <a:fillRect l="-1" t="-22245" r="1" b="-22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122036" y="1359439"/>
                <a:ext cx="3785822" cy="6741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𝑧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d>
                          <m:d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36" y="1359439"/>
                <a:ext cx="3785822" cy="674156"/>
              </a:xfrm>
              <a:prstGeom prst="rect">
                <a:avLst/>
              </a:prstGeom>
              <a:blipFill rotWithShape="1">
                <a:blip r:embed="rId2"/>
                <a:stretch>
                  <a:fillRect l="-3" t="-28714" r="2" b="-286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3724045" y="1365312"/>
                <a:ext cx="2308344" cy="6741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den>
                    </m:f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045" y="1365312"/>
                <a:ext cx="2308344" cy="674156"/>
              </a:xfrm>
              <a:prstGeom prst="rect">
                <a:avLst/>
              </a:prstGeom>
              <a:blipFill rotWithShape="1">
                <a:blip r:embed="rId3"/>
                <a:stretch>
                  <a:fillRect l="-18" t="-38063" r="23" b="-38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1532693" y="2576491"/>
                <a:ext cx="5647753" cy="674156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𝑏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𝑏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en-US" altLang="zh-CN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93" y="2576491"/>
                <a:ext cx="5647753" cy="674156"/>
              </a:xfrm>
              <a:prstGeom prst="rect">
                <a:avLst/>
              </a:prstGeom>
              <a:blipFill rotWithShape="1">
                <a:blip r:embed="rId4"/>
                <a:stretch>
                  <a:fillRect l="-8" t="-25005" r="9" b="-25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0477" y="633071"/>
                <a:ext cx="8739505" cy="11946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试求满足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𝑐𝑓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为复常数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的中心为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的幂级数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且求收敛半径。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7" y="633071"/>
                <a:ext cx="8739505" cy="1194652"/>
              </a:xfrm>
              <a:prstGeom prst="rect">
                <a:avLst/>
              </a:prstGeom>
              <a:blipFill rotWithShape="1">
                <a:blip r:embed="rId1"/>
                <a:stretch>
                  <a:fillRect l="-4" t="-51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/>
              <p:cNvSpPr txBox="1"/>
              <p:nvPr/>
            </p:nvSpPr>
            <p:spPr>
              <a:xfrm>
                <a:off x="50477" y="1728747"/>
                <a:ext cx="3573435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: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7" y="1728747"/>
                <a:ext cx="3573435" cy="667944"/>
              </a:xfrm>
              <a:prstGeom prst="rect">
                <a:avLst/>
              </a:prstGeom>
              <a:blipFill rotWithShape="1">
                <a:blip r:embed="rId2"/>
                <a:stretch>
                  <a:fillRect l="-9" t="-41" r="17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标题 1"/>
              <p:cNvSpPr txBox="1"/>
              <p:nvPr/>
            </p:nvSpPr>
            <p:spPr>
              <a:xfrm>
                <a:off x="587888" y="2339446"/>
                <a:ext cx="4200681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88" y="2339446"/>
                <a:ext cx="4200681" cy="667944"/>
              </a:xfrm>
              <a:prstGeom prst="rect">
                <a:avLst/>
              </a:prstGeom>
              <a:blipFill rotWithShape="1">
                <a:blip r:embed="rId3"/>
                <a:stretch>
                  <a:fillRect l="-12" t="-16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标题 1"/>
              <p:cNvSpPr txBox="1"/>
              <p:nvPr/>
            </p:nvSpPr>
            <p:spPr>
              <a:xfrm>
                <a:off x="4572000" y="2339446"/>
                <a:ext cx="4200681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339446"/>
                <a:ext cx="4200681" cy="667944"/>
              </a:xfrm>
              <a:prstGeom prst="rect">
                <a:avLst/>
              </a:prstGeom>
              <a:blipFill rotWithShape="1">
                <a:blip r:embed="rId4"/>
                <a:stretch>
                  <a:fillRect t="-16" r="4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标题 1"/>
              <p:cNvSpPr txBox="1"/>
              <p:nvPr/>
            </p:nvSpPr>
            <p:spPr>
              <a:xfrm>
                <a:off x="399785" y="3007390"/>
                <a:ext cx="8688926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b="0" dirty="0">
                    <a:ea typeface="楷体" panose="02010609060101010101" pitchFamily="49" charset="-122"/>
                  </a:rPr>
                  <a:t> </a:t>
                </a:r>
                <a:r>
                  <a:rPr lang="zh-CN" altLang="en-US" sz="3000" b="0" dirty="0">
                    <a:ea typeface="楷体" panose="02010609060101010101" pitchFamily="49" charset="-122"/>
                  </a:rPr>
                  <a:t>代入方程：</a:t>
                </a:r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</m:oMath>
                </a14:m>
                <a:r>
                  <a:rPr lang="en-US" altLang="zh-CN" sz="30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785" y="3007390"/>
                <a:ext cx="8688926" cy="667944"/>
              </a:xfrm>
              <a:prstGeom prst="rect">
                <a:avLst/>
              </a:prstGeom>
              <a:blipFill rotWithShape="1">
                <a:blip r:embed="rId5"/>
                <a:stretch>
                  <a:fillRect l="-4" t="-4" r="7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标题 1"/>
              <p:cNvSpPr txBox="1"/>
              <p:nvPr/>
            </p:nvSpPr>
            <p:spPr>
              <a:xfrm>
                <a:off x="2500126" y="3675334"/>
                <a:ext cx="5285537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126" y="3675334"/>
                <a:ext cx="5285537" cy="667944"/>
              </a:xfrm>
              <a:prstGeom prst="rect">
                <a:avLst/>
              </a:prstGeom>
              <a:blipFill rotWithShape="1">
                <a:blip r:embed="rId6"/>
                <a:stretch>
                  <a:fillRect l="-2" t="-88" r="11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标题 1"/>
              <p:cNvSpPr txBox="1"/>
              <p:nvPr/>
            </p:nvSpPr>
            <p:spPr>
              <a:xfrm>
                <a:off x="587887" y="4436149"/>
                <a:ext cx="6857253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87" y="4436149"/>
                <a:ext cx="6857253" cy="667944"/>
              </a:xfrm>
              <a:prstGeom prst="rect">
                <a:avLst/>
              </a:prstGeom>
              <a:blipFill rotWithShape="1">
                <a:blip r:embed="rId7"/>
                <a:stretch>
                  <a:fillRect l="-7" t="-6" r="6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标题 1"/>
              <p:cNvSpPr txBox="1"/>
              <p:nvPr/>
            </p:nvSpPr>
            <p:spPr>
              <a:xfrm>
                <a:off x="587888" y="5085942"/>
                <a:ext cx="3199653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1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88" y="5085942"/>
                <a:ext cx="3199653" cy="667944"/>
              </a:xfrm>
              <a:prstGeom prst="rect">
                <a:avLst/>
              </a:prstGeom>
              <a:blipFill rotWithShape="1">
                <a:blip r:embed="rId8"/>
                <a:stretch>
                  <a:fillRect l="-16" t="-34" r="13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标题 1"/>
              <p:cNvSpPr txBox="1"/>
              <p:nvPr/>
            </p:nvSpPr>
            <p:spPr>
              <a:xfrm>
                <a:off x="3623912" y="5081840"/>
                <a:ext cx="3960795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den>
                    </m:f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,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912" y="5081840"/>
                <a:ext cx="3960795" cy="667944"/>
              </a:xfrm>
              <a:prstGeom prst="rect">
                <a:avLst/>
              </a:prstGeom>
              <a:blipFill rotWithShape="1">
                <a:blip r:embed="rId9"/>
                <a:stretch>
                  <a:fillRect l="-15" t="-1226" r="7" b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587886" y="5848620"/>
                <a:ext cx="5187272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86" y="5848620"/>
                <a:ext cx="5187272" cy="667944"/>
              </a:xfrm>
              <a:prstGeom prst="rect">
                <a:avLst/>
              </a:prstGeom>
              <a:blipFill rotWithShape="1">
                <a:blip r:embed="rId10"/>
                <a:stretch>
                  <a:fillRect l="-10" t="-1181" r="9" b="-1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  <p:bldP spid="3" grpId="0"/>
      <p:bldP spid="5" grpId="0"/>
      <p:bldP spid="8" grpId="0"/>
      <p:bldP spid="9" grpId="0"/>
      <p:bldP spid="10" grpId="0"/>
      <p:bldP spid="11" grpId="0"/>
      <p:bldP spid="13" grpId="0"/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标题 1"/>
              <p:cNvSpPr txBox="1"/>
              <p:nvPr/>
            </p:nvSpPr>
            <p:spPr>
              <a:xfrm>
                <a:off x="50477" y="633071"/>
                <a:ext cx="8739505" cy="119465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𝐸𝑔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试求满足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’</m:t>
                        </m:r>
                      </m:sup>
                    </m:sSup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)+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𝑐𝑓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)=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3000" dirty="0">
                    <a:latin typeface="Cambria Math" panose="02040503050406030204" pitchFamily="18" charset="0"/>
                    <a:ea typeface="楷体" panose="02010609060101010101" pitchFamily="49" charset="-122"/>
                    <a:cs typeface="Cambria Math" panose="02040503050406030204" pitchFamily="18" charset="0"/>
                  </a:rPr>
                  <a:t>为复常数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)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的中心为</a:t>
                </a:r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的幂级数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𝑧</m:t>
                    </m:r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且求收敛半径。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2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77" y="633071"/>
                <a:ext cx="8739505" cy="1194652"/>
              </a:xfrm>
              <a:prstGeom prst="rect">
                <a:avLst/>
              </a:prstGeom>
              <a:blipFill rotWithShape="1">
                <a:blip r:embed="rId1"/>
                <a:stretch>
                  <a:fillRect l="-4" t="-51" r="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/>
          <p:cNvGrpSpPr/>
          <p:nvPr/>
        </p:nvGrpSpPr>
        <p:grpSpPr>
          <a:xfrm>
            <a:off x="0" y="82323"/>
            <a:ext cx="9088711" cy="516645"/>
            <a:chOff x="0" y="82323"/>
            <a:chExt cx="9088711" cy="516645"/>
          </a:xfrm>
        </p:grpSpPr>
        <p:sp>
          <p:nvSpPr>
            <p:cNvPr id="6" name="标题 1"/>
            <p:cNvSpPr txBox="1"/>
            <p:nvPr/>
          </p:nvSpPr>
          <p:spPr>
            <a:xfrm>
              <a:off x="122036" y="82323"/>
              <a:ext cx="4756181" cy="44930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3.1  </a:t>
              </a:r>
              <a:r>
                <a:rPr lang="zh-CN" altLang="en-US" sz="1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复数列的级数与幂级数</a:t>
              </a:r>
              <a:endPara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flipV="1">
              <a:off x="0" y="573451"/>
              <a:ext cx="9088711" cy="2551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标题 1"/>
              <p:cNvSpPr txBox="1"/>
              <p:nvPr/>
            </p:nvSpPr>
            <p:spPr>
              <a:xfrm>
                <a:off x="279878" y="1781946"/>
                <a:ext cx="5187272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∴</m:t>
                    </m:r>
                    <m:r>
                      <a:rPr lang="en-US" altLang="zh-CN" sz="30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nary>
                      <m:naryPr>
                        <m:chr m:val="∑"/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𝑧</m:t>
                            </m:r>
                          </m:e>
                          <m:sup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4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78" y="1781946"/>
                <a:ext cx="5187272" cy="667944"/>
              </a:xfrm>
              <a:prstGeom prst="rect">
                <a:avLst/>
              </a:prstGeom>
              <a:blipFill rotWithShape="1">
                <a:blip r:embed="rId2"/>
                <a:stretch>
                  <a:fillRect l="-9" t="-1161" r="8" b="-1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标题 1"/>
              <p:cNvSpPr txBox="1"/>
              <p:nvPr/>
            </p:nvSpPr>
            <p:spPr>
              <a:xfrm>
                <a:off x="371318" y="2564208"/>
                <a:ext cx="3863798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sz="3000" dirty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3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5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18" y="2564208"/>
                <a:ext cx="3863798" cy="667944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r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标题 1"/>
              <p:cNvSpPr txBox="1"/>
              <p:nvPr/>
            </p:nvSpPr>
            <p:spPr>
              <a:xfrm>
                <a:off x="4143676" y="2564208"/>
                <a:ext cx="3199653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en-US" altLang="zh-CN" sz="3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⇒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=+∞</m:t>
                    </m:r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676" y="2564208"/>
                <a:ext cx="3199653" cy="667944"/>
              </a:xfrm>
              <a:prstGeom prst="rect">
                <a:avLst/>
              </a:prstGeom>
              <a:blipFill rotWithShape="1">
                <a:blip r:embed="rId4"/>
                <a:stretch>
                  <a:fillRect l="-9" t="-12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标题 1"/>
              <p:cNvSpPr txBox="1"/>
              <p:nvPr/>
            </p:nvSpPr>
            <p:spPr>
              <a:xfrm>
                <a:off x="437090" y="3283134"/>
                <a:ext cx="5439134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sz="3000" dirty="0">
                    <a:ea typeface="楷体" panose="02010609060101010101" pitchFamily="49" charset="-122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+</m:t>
                                </m:r>
                                <m:r>
                                  <a:rPr lang="en-US" altLang="zh-CN" sz="30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7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90" y="3283134"/>
                <a:ext cx="5439134" cy="667944"/>
              </a:xfrm>
              <a:prstGeom prst="rect">
                <a:avLst/>
              </a:prstGeom>
              <a:blipFill rotWithShape="1">
                <a:blip r:embed="rId5"/>
                <a:stretch>
                  <a:fillRect l="-4" t="-28" r="10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标题 1"/>
              <p:cNvSpPr txBox="1"/>
              <p:nvPr/>
            </p:nvSpPr>
            <p:spPr>
              <a:xfrm>
                <a:off x="2939659" y="4152617"/>
                <a:ext cx="2859563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3000" b="0" i="0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|</m:t>
                        </m:r>
                        <m:f>
                          <m:fPr>
                            <m:ctrlP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30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𝑐</m:t>
                            </m:r>
                          </m:den>
                        </m:f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Cambria Math" panose="02040503050406030204" pitchFamily="18" charset="0"/>
                          </a:rPr>
                          <m:t>|</m:t>
                        </m:r>
                      </m:e>
                    </m:func>
                  </m:oMath>
                </a14:m>
                <a:r>
                  <a:rPr lang="zh-CN" altLang="en-US" sz="3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8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59" y="4152617"/>
                <a:ext cx="2859563" cy="667944"/>
              </a:xfrm>
              <a:prstGeom prst="rect">
                <a:avLst/>
              </a:prstGeom>
              <a:blipFill rotWithShape="1">
                <a:blip r:embed="rId6"/>
                <a:stretch>
                  <a:fillRect l="-9" t="-1574" r="14" b="-1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标题 1"/>
              <p:cNvSpPr txBox="1"/>
              <p:nvPr/>
            </p:nvSpPr>
            <p:spPr>
              <a:xfrm>
                <a:off x="2809718" y="4822666"/>
                <a:ext cx="1333958" cy="667944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=+∞</m:t>
                      </m:r>
                    </m:oMath>
                  </m:oMathPara>
                </a14:m>
                <a:endParaRPr lang="zh-CN" altLang="en-US" sz="3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>
          <p:sp>
            <p:nvSpPr>
              <p:cNvPr id="19" name="标题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718" y="4822666"/>
                <a:ext cx="1333958" cy="667944"/>
              </a:xfrm>
              <a:prstGeom prst="rect">
                <a:avLst/>
              </a:prstGeom>
              <a:blipFill rotWithShape="1">
                <a:blip r:embed="rId7"/>
                <a:stretch>
                  <a:fillRect l="-36" t="-71" r="23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1485,&quot;width&quot;:14400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MTAyMzJkOGNiMDEyZDQzM2FkNGM4ODJmZGE4NDczMDMifQ=="/>
  <p:tag name="KSO_WPP_MARK_KEY" val="2f0eb4b2-2307-4194-ac28-a088ff17443d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9661</Words>
  <Application>WPS 演示</Application>
  <PresentationFormat>全屏显示(4:3)</PresentationFormat>
  <Paragraphs>572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Arial</vt:lpstr>
      <vt:lpstr>宋体</vt:lpstr>
      <vt:lpstr>Wingdings</vt:lpstr>
      <vt:lpstr>楷体</vt:lpstr>
      <vt:lpstr>Cambria Math</vt:lpstr>
      <vt:lpstr>MS Mincho</vt:lpstr>
      <vt:lpstr>等线</vt:lpstr>
      <vt:lpstr>微软雅黑</vt:lpstr>
      <vt:lpstr>Arial Unicode MS</vt:lpstr>
      <vt:lpstr>等线 Light</vt:lpstr>
      <vt:lpstr>Calibri</vt:lpstr>
      <vt:lpstr>Wingdings</vt:lpstr>
      <vt:lpstr>Office 主题​​</vt:lpstr>
      <vt:lpstr>1_Office 主题​​</vt:lpstr>
      <vt:lpstr>复变函数与积分变换</vt:lpstr>
      <vt:lpstr>2、在解析函数的孤立奇点进行分类讨论，然后给出留数的概念，最后介绍留数理论的一些应用</vt:lpstr>
      <vt:lpstr>教学目标：      </vt:lpstr>
      <vt:lpstr>一、复数项级数、函数项级数与幂级数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二、函数项级数       </vt:lpstr>
      <vt:lpstr>     三、幂级数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复变函数与积分变换</dc:title>
  <dc:creator>dym</dc:creator>
  <cp:lastModifiedBy>DhyWay</cp:lastModifiedBy>
  <cp:revision>83</cp:revision>
  <dcterms:created xsi:type="dcterms:W3CDTF">2020-09-10T08:53:00Z</dcterms:created>
  <dcterms:modified xsi:type="dcterms:W3CDTF">2025-10-27T06:05:00Z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F68E6FDB953B4A32A5357E3AAC2BF932</vt:lpwstr>
  </property>
  <property fmtid="{D5CDD505-2E9C-101B-9397-08002B2CF9AE}" pid="3" name="KSOProductBuildVer">
    <vt:lpwstr>2052-12.1.0.23125</vt:lpwstr>
  </property>
</Properties>
</file>